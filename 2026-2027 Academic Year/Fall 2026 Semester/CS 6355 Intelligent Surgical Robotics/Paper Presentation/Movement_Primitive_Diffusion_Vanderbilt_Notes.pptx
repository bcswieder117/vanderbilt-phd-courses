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65c33767dd4b0a" /><Relationship Type="http://schemas.openxmlformats.org/officeDocument/2006/relationships/extended-properties" Target="/docProps/app.xml" Id="R6c086d629f5c4c20" /><Relationship Type="http://schemas.openxmlformats.org/officeDocument/2006/relationships/officeDocument" Target="/ppt/presentation.xml" Id="R8bcb524f399e40c4" /></Relationships>
</file>

<file path=ppt/presentation.xml><?xml version="1.0" encoding="utf-8"?>
<p:presentation xmlns:p="http://schemas.openxmlformats.org/presentationml/2006/main">
  <p:sldMasterIdLst>
    <p:sldMasterId xmlns:r="http://schemas.openxmlformats.org/officeDocument/2006/relationships" id="2147483648" r:id="R52b325ebc80c4a4a"/>
  </p:sldMasterIdLst>
  <p:notesMasterIdLst>
    <p:notesMasterId xmlns:r="http://schemas.openxmlformats.org/officeDocument/2006/relationships" r:id="R358f9e19ba884b87"/>
  </p:notesMasterIdLst>
  <p:sldIdLst>
    <p:sldId xmlns:r="http://schemas.openxmlformats.org/officeDocument/2006/relationships" id="256" r:id="R240155a0839f423c"/>
    <p:sldId xmlns:r="http://schemas.openxmlformats.org/officeDocument/2006/relationships" id="257" r:id="Rc7e500caebab42b3"/>
    <p:sldId xmlns:r="http://schemas.openxmlformats.org/officeDocument/2006/relationships" id="258" r:id="Rc668f2c1837d47b5"/>
    <p:sldId xmlns:r="http://schemas.openxmlformats.org/officeDocument/2006/relationships" id="259" r:id="R8372ffbc446f4206"/>
    <p:sldId xmlns:r="http://schemas.openxmlformats.org/officeDocument/2006/relationships" id="260" r:id="R8e766cf434a54c04"/>
    <p:sldId xmlns:r="http://schemas.openxmlformats.org/officeDocument/2006/relationships" id="261" r:id="Redecf8d8f3634d45"/>
    <p:sldId xmlns:r="http://schemas.openxmlformats.org/officeDocument/2006/relationships" id="262" r:id="R6481068cfaf747a1"/>
    <p:sldId xmlns:r="http://schemas.openxmlformats.org/officeDocument/2006/relationships" id="263" r:id="Rf1343e26f765451b"/>
    <p:sldId xmlns:r="http://schemas.openxmlformats.org/officeDocument/2006/relationships" id="264" r:id="R16317dff505b40eb"/>
    <p:sldId xmlns:r="http://schemas.openxmlformats.org/officeDocument/2006/relationships" id="265" r:id="R885285ec61ce4043"/>
    <p:sldId xmlns:r="http://schemas.openxmlformats.org/officeDocument/2006/relationships" id="266" r:id="R48c1f441021749ab"/>
    <p:sldId xmlns:r="http://schemas.openxmlformats.org/officeDocument/2006/relationships" id="267" r:id="R85548ac0d4834bd4"/>
    <p:sldId xmlns:r="http://schemas.openxmlformats.org/officeDocument/2006/relationships" id="268" r:id="R8ea89fe713d04aa1"/>
    <p:sldId xmlns:r="http://schemas.openxmlformats.org/officeDocument/2006/relationships" id="269" r:id="Rd6048616374d48ce"/>
    <p:sldId xmlns:r="http://schemas.openxmlformats.org/officeDocument/2006/relationships" id="270" r:id="R0d13880cf0df4a47"/>
    <p:sldId xmlns:r="http://schemas.openxmlformats.org/officeDocument/2006/relationships" id="271" r:id="R8026634aa3264dd8"/>
    <p:sldId xmlns:r="http://schemas.openxmlformats.org/officeDocument/2006/relationships" id="272" r:id="R868aed4868c9420d"/>
    <p:sldId xmlns:r="http://schemas.openxmlformats.org/officeDocument/2006/relationships" id="273" r:id="R73a5ab9deaad4a07"/>
    <p:sldId xmlns:r="http://schemas.openxmlformats.org/officeDocument/2006/relationships" id="274" r:id="Rfeed7ae2118d4fdd"/>
    <p:sldId xmlns:r="http://schemas.openxmlformats.org/officeDocument/2006/relationships" id="275" r:id="Rdf8c9b5ceca24c2e"/>
    <p:sldId xmlns:r="http://schemas.openxmlformats.org/officeDocument/2006/relationships" id="276" r:id="R1f9d3d4a09fb4442"/>
    <p:sldId xmlns:r="http://schemas.openxmlformats.org/officeDocument/2006/relationships" id="277" r:id="R8b19f20b8c464491"/>
    <p:sldId xmlns:r="http://schemas.openxmlformats.org/officeDocument/2006/relationships" id="278" r:id="Rfd65f96dfab04ad8"/>
    <p:sldId xmlns:r="http://schemas.openxmlformats.org/officeDocument/2006/relationships" id="279" r:id="R6568b21a9a264d56"/>
    <p:sldId xmlns:r="http://schemas.openxmlformats.org/officeDocument/2006/relationships" id="280" r:id="R977df5eb0b77475a"/>
    <p:sldId xmlns:r="http://schemas.openxmlformats.org/officeDocument/2006/relationships" id="281" r:id="Rdd09a0ba5c884d06"/>
    <p:sldId xmlns:r="http://schemas.openxmlformats.org/officeDocument/2006/relationships" id="282" r:id="Rcab8186a7fa94ab8"/>
    <p:sldId xmlns:r="http://schemas.openxmlformats.org/officeDocument/2006/relationships" id="283" r:id="R7caedaf877d64fa0"/>
    <p:sldId xmlns:r="http://schemas.openxmlformats.org/officeDocument/2006/relationships" id="284" r:id="R8f2ae59ad393411c"/>
    <p:sldId xmlns:r="http://schemas.openxmlformats.org/officeDocument/2006/relationships" id="285" r:id="R600c3434ce5748ba"/>
    <p:sldId xmlns:r="http://schemas.openxmlformats.org/officeDocument/2006/relationships" id="286" r:id="R32829b01874b4704"/>
    <p:sldId xmlns:r="http://schemas.openxmlformats.org/officeDocument/2006/relationships" id="287" r:id="Rf680c4fe593847e0"/>
    <p:sldId xmlns:r="http://schemas.openxmlformats.org/officeDocument/2006/relationships" id="288" r:id="R3d5a7b2e08f349ce"/>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fbb462b04534b2b" /><Relationship Type="http://schemas.openxmlformats.org/officeDocument/2006/relationships/slideMaster" Target="/ppt/slideMasters/slideMaster1.xml" Id="R52b325ebc80c4a4a" /><Relationship Type="http://schemas.openxmlformats.org/officeDocument/2006/relationships/notesMaster" Target="/ppt/notesMasters/notesMaster1.xml" Id="R358f9e19ba884b87" /><Relationship Type="http://schemas.openxmlformats.org/officeDocument/2006/relationships/presProps" Target="/ppt/presProps.xml" Id="R9db62f73b58543d0" /><Relationship Type="http://schemas.openxmlformats.org/officeDocument/2006/relationships/viewProps" Target="/ppt/viewProps.xml" Id="R89913b4a824e45d1" /><Relationship Type="http://schemas.openxmlformats.org/officeDocument/2006/relationships/tableStyles" Target="/ppt/tableStyles.xml" Id="Re6ed4824c7fa4613" /><Relationship Type="http://schemas.openxmlformats.org/officeDocument/2006/relationships/slide" Target="/ppt/slides/slide1.xml" Id="R240155a0839f423c" /><Relationship Type="http://schemas.openxmlformats.org/officeDocument/2006/relationships/slide" Target="/ppt/slides/slide2.xml" Id="Rc7e500caebab42b3" /><Relationship Type="http://schemas.openxmlformats.org/officeDocument/2006/relationships/slide" Target="/ppt/slides/slide3.xml" Id="Rc668f2c1837d47b5" /><Relationship Type="http://schemas.openxmlformats.org/officeDocument/2006/relationships/slide" Target="/ppt/slides/slide4.xml" Id="R8372ffbc446f4206" /><Relationship Type="http://schemas.openxmlformats.org/officeDocument/2006/relationships/slide" Target="/ppt/slides/slide5.xml" Id="R8e766cf434a54c04" /><Relationship Type="http://schemas.openxmlformats.org/officeDocument/2006/relationships/slide" Target="/ppt/slides/slide6.xml" Id="Redecf8d8f3634d45" /><Relationship Type="http://schemas.openxmlformats.org/officeDocument/2006/relationships/slide" Target="/ppt/slides/slide7.xml" Id="R6481068cfaf747a1" /><Relationship Type="http://schemas.openxmlformats.org/officeDocument/2006/relationships/slide" Target="/ppt/slides/slide8.xml" Id="Rf1343e26f765451b" /><Relationship Type="http://schemas.openxmlformats.org/officeDocument/2006/relationships/slide" Target="/ppt/slides/slide9.xml" Id="R16317dff505b40eb" /><Relationship Type="http://schemas.openxmlformats.org/officeDocument/2006/relationships/slide" Target="/ppt/slides/slide10.xml" Id="R885285ec61ce4043" /><Relationship Type="http://schemas.openxmlformats.org/officeDocument/2006/relationships/slide" Target="/ppt/slides/slide11.xml" Id="R48c1f441021749ab" /><Relationship Type="http://schemas.openxmlformats.org/officeDocument/2006/relationships/slide" Target="/ppt/slides/slide12.xml" Id="R85548ac0d4834bd4" /><Relationship Type="http://schemas.openxmlformats.org/officeDocument/2006/relationships/slide" Target="/ppt/slides/slide13.xml" Id="R8ea89fe713d04aa1" /><Relationship Type="http://schemas.openxmlformats.org/officeDocument/2006/relationships/slide" Target="/ppt/slides/slide14.xml" Id="Rd6048616374d48ce" /><Relationship Type="http://schemas.openxmlformats.org/officeDocument/2006/relationships/slide" Target="/ppt/slides/slide15.xml" Id="R0d13880cf0df4a47" /><Relationship Type="http://schemas.openxmlformats.org/officeDocument/2006/relationships/slide" Target="/ppt/slides/slide16.xml" Id="R8026634aa3264dd8" /><Relationship Type="http://schemas.openxmlformats.org/officeDocument/2006/relationships/slide" Target="/ppt/slides/slide17.xml" Id="R868aed4868c9420d" /><Relationship Type="http://schemas.openxmlformats.org/officeDocument/2006/relationships/slide" Target="/ppt/slides/slide18.xml" Id="R73a5ab9deaad4a07" /><Relationship Type="http://schemas.openxmlformats.org/officeDocument/2006/relationships/slide" Target="/ppt/slides/slide19.xml" Id="Rfeed7ae2118d4fdd" /><Relationship Type="http://schemas.openxmlformats.org/officeDocument/2006/relationships/slide" Target="/ppt/slides/slide20.xml" Id="Rdf8c9b5ceca24c2e" /><Relationship Type="http://schemas.openxmlformats.org/officeDocument/2006/relationships/slide" Target="/ppt/slides/slide21.xml" Id="R1f9d3d4a09fb4442" /><Relationship Type="http://schemas.openxmlformats.org/officeDocument/2006/relationships/slide" Target="/ppt/slides/slide22.xml" Id="R8b19f20b8c464491" /><Relationship Type="http://schemas.openxmlformats.org/officeDocument/2006/relationships/slide" Target="/ppt/slides/slide23.xml" Id="Rfd65f96dfab04ad8" /><Relationship Type="http://schemas.openxmlformats.org/officeDocument/2006/relationships/slide" Target="/ppt/slides/slide24.xml" Id="R6568b21a9a264d56" /><Relationship Type="http://schemas.openxmlformats.org/officeDocument/2006/relationships/slide" Target="/ppt/slides/slide25.xml" Id="R977df5eb0b77475a" /><Relationship Type="http://schemas.openxmlformats.org/officeDocument/2006/relationships/slide" Target="/ppt/slides/slide26.xml" Id="Rdd09a0ba5c884d06" /><Relationship Type="http://schemas.openxmlformats.org/officeDocument/2006/relationships/slide" Target="/ppt/slides/slide27.xml" Id="Rcab8186a7fa94ab8" /><Relationship Type="http://schemas.openxmlformats.org/officeDocument/2006/relationships/slide" Target="/ppt/slides/slide28.xml" Id="R7caedaf877d64fa0" /><Relationship Type="http://schemas.openxmlformats.org/officeDocument/2006/relationships/slide" Target="/ppt/slides/slide29.xml" Id="R8f2ae59ad393411c" /><Relationship Type="http://schemas.openxmlformats.org/officeDocument/2006/relationships/slide" Target="/ppt/slides/slide30.xml" Id="R600c3434ce5748ba" /><Relationship Type="http://schemas.openxmlformats.org/officeDocument/2006/relationships/slide" Target="/ppt/slides/slide31.xml" Id="R32829b01874b4704" /><Relationship Type="http://schemas.openxmlformats.org/officeDocument/2006/relationships/slide" Target="/ppt/slides/slide32.xml" Id="Rf680c4fe593847e0" /><Relationship Type="http://schemas.openxmlformats.org/officeDocument/2006/relationships/slide" Target="/ppt/slides/slide33.xml" Id="R3d5a7b2e08f349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57273e34934f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038b21a22e4d66" /><Relationship Type="http://schemas.openxmlformats.org/officeDocument/2006/relationships/notesMaster" Target="/ppt/notesMasters/notesMaster1.xml" Id="R3e95f29ce47544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87551791274ef4" /><Relationship Type="http://schemas.openxmlformats.org/officeDocument/2006/relationships/notesMaster" Target="/ppt/notesMasters/notesMaster1.xml" Id="Rc22d8282cbe348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c89fde97394901" /><Relationship Type="http://schemas.openxmlformats.org/officeDocument/2006/relationships/notesMaster" Target="/ppt/notesMasters/notesMaster1.xml" Id="R6fbd4452d2174d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d668213c264095" /><Relationship Type="http://schemas.openxmlformats.org/officeDocument/2006/relationships/notesMaster" Target="/ppt/notesMasters/notesMaster1.xml" Id="Ra8d05f4d73ce4f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489e986e3149fc" /><Relationship Type="http://schemas.openxmlformats.org/officeDocument/2006/relationships/notesMaster" Target="/ppt/notesMasters/notesMaster1.xml" Id="R07ec414fe8654b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73c5d456e041ae" /><Relationship Type="http://schemas.openxmlformats.org/officeDocument/2006/relationships/notesMaster" Target="/ppt/notesMasters/notesMaster1.xml" Id="R8d9e136a30284e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22f27a1f394f0b" /><Relationship Type="http://schemas.openxmlformats.org/officeDocument/2006/relationships/notesMaster" Target="/ppt/notesMasters/notesMaster1.xml" Id="R8caeeb4ca8a440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5d6f20a50c4587" /><Relationship Type="http://schemas.openxmlformats.org/officeDocument/2006/relationships/notesMaster" Target="/ppt/notesMasters/notesMaster1.xml" Id="R26c6c6d77e0e48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2dc6bf0c7c49eb" /><Relationship Type="http://schemas.openxmlformats.org/officeDocument/2006/relationships/notesMaster" Target="/ppt/notesMasters/notesMaster1.xml" Id="Rab6c3c9f1d0a4d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40035728714eec" /><Relationship Type="http://schemas.openxmlformats.org/officeDocument/2006/relationships/notesMaster" Target="/ppt/notesMasters/notesMaster1.xml" Id="Rb64ae4cf8f4243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baad9fc9744e22" /><Relationship Type="http://schemas.openxmlformats.org/officeDocument/2006/relationships/notesMaster" Target="/ppt/notesMasters/notesMaster1.xml" Id="R2faf00a20b574c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b547badc924a70" /><Relationship Type="http://schemas.openxmlformats.org/officeDocument/2006/relationships/notesMaster" Target="/ppt/notesMasters/notesMaster1.xml" Id="Rf1a7cebcc99a4e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6f4be83d8e416f" /><Relationship Type="http://schemas.openxmlformats.org/officeDocument/2006/relationships/notesMaster" Target="/ppt/notesMasters/notesMaster1.xml" Id="R951c68fc80f345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4af7c8738b4dd9" /><Relationship Type="http://schemas.openxmlformats.org/officeDocument/2006/relationships/notesMaster" Target="/ppt/notesMasters/notesMaster1.xml" Id="Rb9e02924611a4d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183cd0dee64d37" /><Relationship Type="http://schemas.openxmlformats.org/officeDocument/2006/relationships/notesMaster" Target="/ppt/notesMasters/notesMaster1.xml" Id="Rf3941f5dcc8843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e193eb24b2473a" /><Relationship Type="http://schemas.openxmlformats.org/officeDocument/2006/relationships/notesMaster" Target="/ppt/notesMasters/notesMaster1.xml" Id="R84cbc65f3b2b4b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b1e5b071904bbc" /><Relationship Type="http://schemas.openxmlformats.org/officeDocument/2006/relationships/notesMaster" Target="/ppt/notesMasters/notesMaster1.xml" Id="Ra31580b63b7048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5663c7a3f24c74" /><Relationship Type="http://schemas.openxmlformats.org/officeDocument/2006/relationships/notesMaster" Target="/ppt/notesMasters/notesMaster1.xml" Id="R1e1e00b67a984e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afd17e076743fc" /><Relationship Type="http://schemas.openxmlformats.org/officeDocument/2006/relationships/notesMaster" Target="/ppt/notesMasters/notesMaster1.xml" Id="Ra6cfc229e87d4c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763ffd24dd4fff" /><Relationship Type="http://schemas.openxmlformats.org/officeDocument/2006/relationships/notesMaster" Target="/ppt/notesMasters/notesMaster1.xml" Id="Rf685c93eb9f64ac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c0a0780de7432a" /><Relationship Type="http://schemas.openxmlformats.org/officeDocument/2006/relationships/notesMaster" Target="/ppt/notesMasters/notesMaster1.xml" Id="R2ffc7e9e5dc846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868362ecd74980" /><Relationship Type="http://schemas.openxmlformats.org/officeDocument/2006/relationships/notesMaster" Target="/ppt/notesMasters/notesMaster1.xml" Id="Re1d40fb2165f43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c6ebabb3724e94" /><Relationship Type="http://schemas.openxmlformats.org/officeDocument/2006/relationships/notesMaster" Target="/ppt/notesMasters/notesMaster1.xml" Id="R220d6752d7b34e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89cc0f8047d4798" /><Relationship Type="http://schemas.openxmlformats.org/officeDocument/2006/relationships/notesMaster" Target="/ppt/notesMasters/notesMaster1.xml" Id="Rfd6fcff8caec47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3e14d908ba4c07" /><Relationship Type="http://schemas.openxmlformats.org/officeDocument/2006/relationships/notesMaster" Target="/ppt/notesMasters/notesMaster1.xml" Id="Rbe7f97e5a7ac49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a799c15afeb444e" /><Relationship Type="http://schemas.openxmlformats.org/officeDocument/2006/relationships/notesMaster" Target="/ppt/notesMasters/notesMaster1.xml" Id="Rb5f144057be246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1dc05cd8ac49b5" /><Relationship Type="http://schemas.openxmlformats.org/officeDocument/2006/relationships/notesMaster" Target="/ppt/notesMasters/notesMaster1.xml" Id="R5dbb10570bac4d6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158f1c5f434341" /><Relationship Type="http://schemas.openxmlformats.org/officeDocument/2006/relationships/notesMaster" Target="/ppt/notesMasters/notesMaster1.xml" Id="R1d69f732e07f4b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f6e300f7d747e8" /><Relationship Type="http://schemas.openxmlformats.org/officeDocument/2006/relationships/notesMaster" Target="/ppt/notesMasters/notesMaster1.xml" Id="Rc649523143644eb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81a6591e5474e79" /><Relationship Type="http://schemas.openxmlformats.org/officeDocument/2006/relationships/notesMaster" Target="/ppt/notesMasters/notesMaster1.xml" Id="Rc0694735fe7341d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81eb41e8d0b48cd" /><Relationship Type="http://schemas.openxmlformats.org/officeDocument/2006/relationships/notesMaster" Target="/ppt/notesMasters/notesMaster1.xml" Id="R597833f6a5704a0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1584cb2481641b9" /><Relationship Type="http://schemas.openxmlformats.org/officeDocument/2006/relationships/notesMaster" Target="/ppt/notesMasters/notesMaster1.xml" Id="R5d8774254e0044e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d2a849724614bcd" /><Relationship Type="http://schemas.openxmlformats.org/officeDocument/2006/relationships/notesMaster" Target="/ppt/notesMasters/notesMaster1.xml" Id="Rc1004f4347ad4a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I am presenting is Movement Primitive Diffusion by Paul Maria Scheikl and colleagues. It appeared in IEEE Robotics and Automation Letters in 2024. The problem is learning robot motions for deformable objects while keeping those motions gentle and using a limited number of demonstrations. I will first explain the motivation and the representation, then walk through the method and the experiments. The final part is a discussion of what the results establish, the limitations, and how the paper fits with the material we have read in this course.</a:t>
            </a:r>
          </a:p>
          <a:p xmlns:a="http://schemas.openxmlformats.org/drawingml/2006/main">
            <a:r>
              <a:t/>
            </a:r>
          </a:p>
          <a:p xmlns:a="http://schemas.openxmlformats.org/drawingml/2006/main">
            <a:r>
              <a:t>Sources and figure credits</a:t>
            </a:r>
          </a:p>
          <a:p xmlns:a="http://schemas.openxmlformats.org/drawingml/2006/main">
            <a:r>
              <a:t>https://arxiv.org/pdf/2312.10008v2 (title and abstract).</a:t>
            </a:r>
          </a:p>
          <a:p xmlns:a="http://schemas.openxmlformats.org/drawingml/2006/main">
            <a:r>
              <a:t>DOI: 10.1109/LRA.2024.3382529</a:t>
            </a:r>
          </a:p>
          <a:p xmlns:a="http://schemas.openxmlformats.org/drawingml/2006/main">
            <a:r>
              <a:t>https://scheiklp.github.io/movement-primitive-diffusion/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not finished once the robot reaches the target. In surgery, how the robot moves can matter to the object it is manipulating. A robot may complete a task and still accelerate tissue abruptly or generate an irregular instrument path. At the same time, surgical demonstrations are expensive to collect, and human demonstrations can contain several valid ways to solve the same task. The authors want a policy that handles that variation without giving up motion quality or requiring a very large demonstration dataset. This is why they study success, motion quality, and data efficiency together.</a:t>
            </a:r>
          </a:p>
          <a:p xmlns:a="http://schemas.openxmlformats.org/drawingml/2006/main">
            <a:r>
              <a:t/>
            </a:r>
          </a:p>
          <a:p xmlns:a="http://schemas.openxmlformats.org/drawingml/2006/main">
            <a:r>
              <a:t>Sources and figure credits</a:t>
            </a:r>
          </a:p>
          <a:p xmlns:a="http://schemas.openxmlformats.org/drawingml/2006/main">
            <a:r>
              <a:t>https://arxiv.org/pdf/2312.10008v2 (Introduction).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the combination of two ideas. Diffusion models can represent a distribution of possible action sequences instead of collapsing the demonstrations to one typical sequence. Movement primitives give the output a continuous structure across time. MPD puts a Probabilistic Dynamic Movement Primitive, or ProDMP, inside the denoising model. The paper then asks whether that structure improves the quality of the generated motion while retaining the success rates of diffusion-based imitation learning. The evaluation includes four simulated tasks and their corresponding physical bench setups, with both state and image observations.</a:t>
            </a:r>
          </a:p>
          <a:p xmlns:a="http://schemas.openxmlformats.org/drawingml/2006/main">
            <a:r>
              <a:t/>
            </a:r>
          </a:p>
          <a:p xmlns:a="http://schemas.openxmlformats.org/drawingml/2006/main">
            <a:r>
              <a:t>Sources and figure credits</a:t>
            </a:r>
          </a:p>
          <a:p xmlns:a="http://schemas.openxmlformats.org/drawingml/2006/main">
            <a:r>
              <a:t>https://arxiv.org/pdf/2312.10008v2 (Introduction, Sections III-D and 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observes recent information and predicts a future action sequence. Each action is a vector in a task-specific space. Depending on the task, this may include grasper articulation, instrument rotation, and translation relative to a remote center of motion. It is useful to distinguish these task-space references from a torque command to an actuator. A demonstration records both observations and actions over a complete task. Training extracts shorter windows from those recordings. The sequence formulation sits between predicting one independent action at a time and committing to one complete motion for the whole procedure.</a:t>
            </a:r>
          </a:p>
          <a:p xmlns:a="http://schemas.openxmlformats.org/drawingml/2006/main">
            <a:r>
              <a:t/>
            </a:r>
          </a:p>
          <a:p xmlns:a="http://schemas.openxmlformats.org/drawingml/2006/main">
            <a:r>
              <a:t>Notation to say aloud: The lowercase letter o means the recent observation history. It is the input information available to the policy. The paper evaluates task-specific state vectors and RGB images as alternative observation inputs. Tau is the Greek letter τ. Here it means the sequence of future desired actions, not a joint torque. Each τ_i is one action vector in that sequence. In the reported settings, the model uses three observations and predicts twelve actions. In plain language: given what the robot has recently observed, generate a possible next motion segment.</a:t>
            </a:r>
          </a:p>
          <a:p xmlns:a="http://schemas.openxmlformats.org/drawingml/2006/main">
            <a:r>
              <a:t/>
            </a:r>
          </a:p>
          <a:p xmlns:a="http://schemas.openxmlformats.org/drawingml/2006/main">
            <a:r>
              <a:t>Sources and figure credits</a:t>
            </a:r>
          </a:p>
          <a:p xmlns:a="http://schemas.openxmlformats.org/drawingml/2006/main">
            <a:r>
              <a:t>https://arxiv.org/pdf/2312.10008v2 (Section III-A).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multimodal means several possible behaviors for the same situation. It does not mean video and kinematics as different sensor modalities. As an illustration, two valid demonstrations could travel on different sides of an obstacle. A point-by-point average can produce a route between them, which may be unsuitable. That illustration explains the concern behind mode averaging. It is not an additional experiment from this paper. Diffusion gives the model a way to generate one possible demonstrated strategy, with the initial random sample affecting the selected behavior. The authors want to keep that variation while structuring the motion. In training, Gaussian noise corrupts demonstrated action sequences and an observation-conditioned denoiser learns to recover them. Inference starts from a random sequence and repeatedly refines it. MPD uses the score-based generative framework.</a:t>
            </a:r>
          </a:p>
          <a:p xmlns:a="http://schemas.openxmlformats.org/drawingml/2006/main">
            <a:r>
              <a:t/>
            </a:r>
          </a:p>
          <a:p xmlns:a="http://schemas.openxmlformats.org/drawingml/2006/main">
            <a:r>
              <a:t>Sources and figure credits</a:t>
            </a:r>
          </a:p>
          <a:p xmlns:a="http://schemas.openxmlformats.org/drawingml/2006/main">
            <a:r>
              <a:t>https://arxiv.org/pdf/2312.10008v2 (Introduction and Section III-C). Obstacle example is an illustrative explanation of mode averaging.</a:t>
            </a:r>
          </a:p>
          <a:p xmlns:a="http://schemas.openxmlformats.org/drawingml/2006/main">
            <a:r>
              <a:t>https://scheiklp.github.io/movement-primitive-diffusion/ (multimodal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movement primitive represents a whole motion segment through a parameter vector and time-dependent basis functions. MPD uses a ProDMP decoder inside its denoiser. These are the position and velocity expressions for one degree of freedom from Equation 1. The first two terms come from the homogeneous solution of the underlying movement-primitive differential equation. The basis-function term contains the learned weights. The weights also incorporate the goal-attractor component described in the paper. Position and velocity use related basis functions rather than two unrelated predictions. The complete policy has several action dimensions, so the decoder applies the construction across those dimensions. The symbol t on this slide is time along the motion trajectory. I will distinguish it from diffusion time in a moment.</a:t>
            </a:r>
          </a:p>
          <a:p xmlns:a="http://schemas.openxmlformats.org/drawingml/2006/main">
            <a:r>
              <a:t/>
            </a:r>
          </a:p>
          <a:p xmlns:a="http://schemas.openxmlformats.org/drawingml/2006/main">
            <a:r>
              <a:t>Symbol guide: y(t) is the desired value of one controlled degree of freedom along the motion. A dot means its derivative with respect to motion time, so y-dot is velocity. The functions y1 and y2 are the homogeneous solutions. The constants c1 and c2 set the boundary conditions. Capital Phi contains the motion basis functions, and Phi-transpose times w is their weighted contribution. The superscript T means transpose. The vector w contains movement-primitive coefficients generated for this motion segment. These coefficients differ from the trained neural-network parameters theta.</a:t>
            </a:r>
          </a:p>
          <a:p xmlns:a="http://schemas.openxmlformats.org/drawingml/2006/main">
            <a:r>
              <a:t/>
            </a:r>
          </a:p>
          <a:p xmlns:a="http://schemas.openxmlformats.org/drawingml/2006/main">
            <a:r>
              <a:t>Sources and figure credits</a:t>
            </a:r>
          </a:p>
          <a:p xmlns:a="http://schemas.openxmlformats.org/drawingml/2006/main">
            <a:r>
              <a:t>https://arxiv.org/pdf/2312.10008v2 (Equation 1, Section III-B).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guarantee is about the generated reference. The decoder can begin a segment at a specified position and velocity. This is valuable when generating consecutive segments because a new segment can respect the state at its boundary. Position continuity alone would not prevent a sudden velocity change. For the physical robot, a separate issue remains: whether its controller tracks the reference. Calibration error, disturbances, actuator limits, and state-estimation error can still matter. I would therefore keep the mathematical boundary condition separate from a claim that the complete physical interaction is automatically safe or stable.</a:t>
            </a:r>
          </a:p>
          <a:p xmlns:a="http://schemas.openxmlformats.org/drawingml/2006/main">
            <a:r>
              <a:t/>
            </a:r>
          </a:p>
          <a:p xmlns:a="http://schemas.openxmlformats.org/drawingml/2006/main">
            <a:r>
              <a:t>Sources and figure credits</a:t>
            </a:r>
          </a:p>
          <a:p xmlns:a="http://schemas.openxmlformats.org/drawingml/2006/main">
            <a:r>
              <a:t>https://arxiv.org/pdf/2312.10008v2 (Sections III-B and III-D). Physical tracking discussion is presenter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denoising form in Equation 4 for the paper’s linear noise schedule. The learned function D-theta estimates a denoised sequence conditioned on the observations. The ODE solver changes the noisy sequence as it moves through diffusion time. That time is the noise or generation coordinate, which is different from the future times at which the robot will execute the actions. The paper uses Euler’s method for MPD. The existence of an ODE here does not mean the method has identified a differential equation for the tissue dynamics. This is a generative-model computation that produces a reference sequence.</a:t>
            </a:r>
          </a:p>
          <a:p xmlns:a="http://schemas.openxmlformats.org/drawingml/2006/main">
            <a:r>
              <a:t/>
            </a:r>
          </a:p>
          <a:p xmlns:a="http://schemas.openxmlformats.org/drawingml/2006/main">
            <a:r>
              <a:t>Read the equation as follows: the rate of change of the candidate action sequence equals the difference between the current sequence and the denoiser output, divided by the diffusion-time variable. D-theta is the learned denoising function, o is the observation history, and theta denotes learned network parameters. The solver follows a schedule from high noise toward low noise. This equation uses the linear schedule sigma(t) = t. The diffusion coordinate t is different from the time at which the robot executes each action. MPD trains the denoiser with denoising score matching. It does not use a measured tissue-state trajectory loss to identify tissue dynamics in the manner of the Silverbox Neural ODE demonstration.</a:t>
            </a:r>
          </a:p>
          <a:p xmlns:a="http://schemas.openxmlformats.org/drawingml/2006/main">
            <a:r>
              <a:t/>
            </a:r>
          </a:p>
          <a:p xmlns:a="http://schemas.openxmlformats.org/drawingml/2006/main">
            <a:r>
              <a:t>Sources and figure credits</a:t>
            </a:r>
          </a:p>
          <a:p xmlns:a="http://schemas.openxmlformats.org/drawingml/2006/main">
            <a:r>
              <a:t>https://arxiv.org/pdf/2312.10008v2 (Equations 2–5 and Section IV-C).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connects to the Neural ODE presentation I gave in AI-Assisted Design. The shared idea is a learned function evaluated within numerical integration. In my Silverbox demonstration, the network represented a state derivative and the solver predicted the response over system time. In MPD, the learned denoiser supplies the information used by a probability-flow ODE to refine a noisy future action sequence. Its integration coordinate is diffusion time, or the noise schedule. The result is a motion reference for the robot. The original Neural ODE paper also studies latent features and continuous network depth, so physical system time describes my dynamic-surrogate example rather than every Neural ODE application. MPD trains its denoiser with score matching. The comparison is a connection between computational ideas, rather than a claim that MPD repeats the earlier paper or learns the physical dynamics of tissue.</a:t>
            </a:r>
          </a:p>
          <a:p xmlns:a="http://schemas.openxmlformats.org/drawingml/2006/main">
            <a:r>
              <a:t/>
            </a:r>
          </a:p>
          <a:p xmlns:a="http://schemas.openxmlformats.org/drawingml/2006/main">
            <a:r>
              <a:t>Sources and figure credits</a:t>
            </a:r>
          </a:p>
          <a:p xmlns:a="http://schemas.openxmlformats.org/drawingml/2006/main">
            <a:r>
              <a:t>https://arxiv.org/pdf/2312.10008v2 (Equations 2–7, Sections III-C and III-D).</a:t>
            </a:r>
          </a:p>
          <a:p xmlns:a="http://schemas.openxmlformats.org/drawingml/2006/main">
            <a:r>
              <a:t>https://papers.neurips.cc/paper_files/paper/2018/hash/69386f6bb1dfed68692a24c8686939b9-Abstract.html (Chen et al., Neural Ordinary Differential Equations, NeurIPS 2018).</a:t>
            </a:r>
          </a:p>
          <a:p xmlns:a="http://schemas.openxmlformats.org/drawingml/2006/main">
            <a:r>
              <a:t>Blaine Swieder, Neural ODEs: Dynamic Surrogate Modeling, CS 8395-04, slides 2–5 and the Silverbox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architecture makes the combination concrete. The network E-theta receives the observation, the noisy action sequence, and the noise level. It predicts a weight vector. The ProDMP decoder P then uses those weights together with the initial position and velocity to produce trajectory values. The probability-flow ODE solver updates the sample and repeats this process. At the final denoising step, the weights can generate the higher-frequency reference used for execution. The ProDMP is inside the denoising computation, so it changes the representation the model learns through, rather than merely smoothing the finished output afterward.</a:t>
            </a:r>
          </a:p>
          <a:p xmlns:a="http://schemas.openxmlformats.org/drawingml/2006/main">
            <a:r>
              <a:t/>
            </a:r>
          </a:p>
          <a:p xmlns:a="http://schemas.openxmlformats.org/drawingml/2006/main">
            <a:r>
              <a:t>Walk through the symbols in the figure: lowercase o is the observation history. Tau with a tilde and superscript k is the noisy action sequence at denoising iteration k. The variable t gives the diffusion noise level. E-capital-Theta is the trained inner neural network. It predicts w, the coefficients of a movement primitive. P is the ProDMP decoder. It combines w with s-zero, which contains the starting position and velocity, to produce a trajectory. The ODE solver uses the denoising result to update the current sample. Tau-zero labels the final denoised action sequence. Capital Theta and lowercase theta refer to learned network parameters in the authors’ notation. Those stay fixed at inference, whereas w changes with the generated motion.</a:t>
            </a:r>
          </a:p>
          <a:p xmlns:a="http://schemas.openxmlformats.org/drawingml/2006/main">
            <a:r>
              <a:t/>
            </a:r>
          </a:p>
          <a:p xmlns:a="http://schemas.openxmlformats.org/drawingml/2006/main">
            <a:r>
              <a:t>Sources and figure credits</a:t>
            </a:r>
          </a:p>
          <a:p xmlns:a="http://schemas.openxmlformats.org/drawingml/2006/main">
            <a:r>
              <a:t>https://arxiv.org/pdf/2312.10008v2 (Figure 1 and Section III-D). Figure reproduced intact with its original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symbol key for the architecture. I would read o as observations and tau as the future action sequence. A tilde marks a noisy candidate. The superscript k counts denoising updates, and tau-zero is the final sequence. Diffusion time t determines the current noise level. E-capital-Theta predicts the movement-primitive coefficients w. P decodes those coefficients with the initial position and velocity s-zero. D-theta is the overall denoiser used in the probability-flow ODE. The two kinds of weights have different roles: theta or capital Theta are trained neural-network parameters, and w describes the motion currently being generated. For a concrete example, o might contain recent images of cloth and its targets. MPD uses those observations to generate the next instrument motion segment.</a:t>
            </a:r>
          </a:p>
          <a:p xmlns:a="http://schemas.openxmlformats.org/drawingml/2006/main">
            <a:r>
              <a:t/>
            </a:r>
          </a:p>
          <a:p xmlns:a="http://schemas.openxmlformats.org/drawingml/2006/main">
            <a:r>
              <a:t>Sources and figure credits</a:t>
            </a:r>
          </a:p>
          <a:p xmlns:a="http://schemas.openxmlformats.org/drawingml/2006/main">
            <a:r>
              <a:t>https://arxiv.org/pdf/2312.10008v2 (Figure 1, Section III-A and Equations 4–5 in Section III-C, Section III-D).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is easy to miss. The internal network predicts ProDMP weights, but the diffusion process still operates on action sequences. The decoder maps the weights back into sequence space at each update. The authors also tried directly diffusing in the weight space in preliminary experiments. They report lower success with that alternative. Their explanation is that sequence-space diffusion retains an explicit temporal structure that a transformer can use. The paper does not present a complete numerical ablation table for the preliminary weight-space alternative, so I would state that result at the level the evidence supports.</a:t>
            </a:r>
          </a:p>
          <a:p xmlns:a="http://schemas.openxmlformats.org/drawingml/2006/main">
            <a:r>
              <a:t/>
            </a:r>
          </a:p>
          <a:p xmlns:a="http://schemas.openxmlformats.org/drawingml/2006/main">
            <a:r>
              <a:t>Sources and figure credits</a:t>
            </a:r>
          </a:p>
          <a:p xmlns:a="http://schemas.openxmlformats.org/drawingml/2006/main">
            <a:r>
              <a:t>https://arxiv.org/pdf/2312.10008v2 (Section III-D, discussion of weight-space diffusion).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data are paired observations and demonstrated action sequences. A sampled noise level determines the Gaussian corruption applied to the action sequence. The denoising model predicts movement-primitive weights and the decoder reconstructs trajectory values. The denoising objective then compares the reconstruction with the demonstrated sequence. Equation 7 gives the paper’s noise-dependent score-matching objective. This means the learning target is still demonstrated motion in sequence space. The movement-primitive weights are an internal representation. All methods use AdamW, with architecture and diffusion choices described in the experimental protocol.</a:t>
            </a:r>
          </a:p>
          <a:p xmlns:a="http://schemas.openxmlformats.org/drawingml/2006/main">
            <a:r>
              <a:t/>
            </a:r>
          </a:p>
          <a:p xmlns:a="http://schemas.openxmlformats.org/drawingml/2006/main">
            <a:r>
              <a:t>Sources and figure credits</a:t>
            </a:r>
          </a:p>
          <a:p xmlns:a="http://schemas.openxmlformats.org/drawingml/2006/main">
            <a:r>
              <a:t>https://arxiv.org/pdf/2312.10008v2 (Equations 6–7, Sections III-C, III-D and IV-C).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 history contains three samples, and the predicted action sequence contains twelve steps. Their spacing is 0.1 seconds. For physical execution, the reference spacing is 0.005 seconds, or 200 Hz. MPD evaluates its continuous decoder at that finer spacing. The baselines use linear interpolation to obtain their physical references. The authors use three ProDMP basis functions and Euler’s method for diffusion. These rates describe different parts of the system. The paper’s separately reported inference capacity of about 90 Hz for MPD is not the same as the 200 Hz reference rate or proof that every robot action replans at 90 Hz.</a:t>
            </a:r>
          </a:p>
          <a:p xmlns:a="http://schemas.openxmlformats.org/drawingml/2006/main">
            <a:r>
              <a:t/>
            </a:r>
          </a:p>
          <a:p xmlns:a="http://schemas.openxmlformats.org/drawingml/2006/main">
            <a:r>
              <a:t>Sources and figure credits</a:t>
            </a:r>
          </a:p>
          <a:p xmlns:a="http://schemas.openxmlformats.org/drawingml/2006/main">
            <a:r>
              <a:t>https://arxiv.org/pdf/2312.10008v2 (Sections III-D, IV-C and 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contains all four task types. Grasp Lift Touch requires one instrument to retract a gallbladder so another can touch a target. Rope Threading requires a flexible rope to pass through an eyelet, which depends on the path rather than simply the final tool location. Bimanual Tissue Manipulation requires concurrent coordination to move tissue markers onto targets. Ligating Loop requires moving a flexible loop around a marked tube. These tasks therefore test different combinations of coordination, deformation, and path constraints. The final column shows the corresponding physical setup for each task.</a:t>
            </a:r>
          </a:p>
          <a:p xmlns:a="http://schemas.openxmlformats.org/drawingml/2006/main">
            <a:r>
              <a:t/>
            </a:r>
          </a:p>
          <a:p xmlns:a="http://schemas.openxmlformats.org/drawingml/2006/main">
            <a:r>
              <a:t>Sources and figure credits</a:t>
            </a:r>
          </a:p>
          <a:p xmlns:a="http://schemas.openxmlformats.org/drawingml/2006/main">
            <a:r>
              <a:t>https://arxiv.org/pdf/2312.10008v2 (Figure 2 and Section IV-A). Figure retained in 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physical setup uses xArm7 manipulators, laparoscopic graspers, and an Intel RealSense D405 camera. The objects are deformable substitutes, rather than living tissue. Grasp Lift Touch uses a silicone liver phantom with a latex gallbladder. Bimanual Tissue Manipulation uses cloth. Figure 3 shows how that cloth can fold, bulge, or slacken in ways that differ from the simulated object. The physical Ligating Loop task omits constriction. These are meaningful robot experiments, but the differences matter when deciding what transfers to a surgical procedure. The paper does not establish performance in an animal or human operation.</a:t>
            </a:r>
          </a:p>
          <a:p xmlns:a="http://schemas.openxmlformats.org/drawingml/2006/main">
            <a:r>
              <a:t/>
            </a:r>
          </a:p>
          <a:p xmlns:a="http://schemas.openxmlformats.org/drawingml/2006/main">
            <a:r>
              <a:t>Sources and figure credits</a:t>
            </a:r>
          </a:p>
          <a:p xmlns:a="http://schemas.openxmlformats.org/drawingml/2006/main">
            <a:r>
              <a:t>https://arxiv.org/pdf/2312.10008v2 (Figure 3 and Section IV-A). Figure contains all original cloth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default training-set sizes reported in Section IV-C. One proficient demonstrator collects the trajectories with an Xbox controller at 10 Hz. The simulation protocol uses five random seeds, up to 3,000 training epochs, and evaluation every 100 epochs with 100 task executions. Physical evaluation uses 50 executions of a trained model. The data-efficiency experiment separately varies the training subset size. The paper selects each run’s highest-success epoch when aggregating motion metrics. That selection is useful to know when interpreting the results as a comparison of the methods’ best achieved performance.</a:t>
            </a:r>
          </a:p>
          <a:p xmlns:a="http://schemas.openxmlformats.org/drawingml/2006/main">
            <a:r>
              <a:t/>
            </a:r>
          </a:p>
          <a:p xmlns:a="http://schemas.openxmlformats.org/drawingml/2006/main">
            <a:r>
              <a:t>Sources and figure credits</a:t>
            </a:r>
          </a:p>
          <a:p xmlns:a="http://schemas.openxmlformats.org/drawingml/2006/main">
            <a:r>
              <a:t>https://arxiv.org/pdf/2312.10008v2 (Section IV-C). Default dataset counts and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comparison includes two Diffusion Policy variants and BESO. DP-T uses a transformer, while DP-C uses a temporal convolutional network. Both follow the DDPM formulation. BESO and MPD use the score-based framework, and their main sequence models are transformers. MPD adds its ProDMP decoder. The paper tunes the architectures in preliminary experiments on BTM. Because architecture and diffusion framework also differ across some comparisons, I would not treat every result as a perfectly isolated test of only the primitive decoder. The hardware comparison later contains only MPD and DP-C.</a:t>
            </a:r>
          </a:p>
          <a:p xmlns:a="http://schemas.openxmlformats.org/drawingml/2006/main">
            <a:r>
              <a:t/>
            </a:r>
          </a:p>
          <a:p xmlns:a="http://schemas.openxmlformats.org/drawingml/2006/main">
            <a:r>
              <a:t>Sources and figure credits</a:t>
            </a:r>
          </a:p>
          <a:p xmlns:a="http://schemas.openxmlformats.org/drawingml/2006/main">
            <a:r>
              <a:t>https://arxiv.org/pdf/2312.10008v2 (Sections III-C, III-D and IV-C).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use five motion metrics in addition to task success. Tissue acceleration describes the motion of the manipulated object. Instrument jerk is the rate of change of acceleration, so it captures abrupt changes in motion. Their instrument-energy quantity is a sum of accelerations over the execution. It should be understood as a motion proxy, rather than energy in joules. Path length measures total instrument travel, and episode length measures time to task completion. The physical experiments cannot directly observe the full tissue state, so BTM uses marker acceleration as a surrogate. These definitions matter before comparing the bars in Figure 7.</a:t>
            </a:r>
          </a:p>
          <a:p xmlns:a="http://schemas.openxmlformats.org/drawingml/2006/main">
            <a:r>
              <a:t/>
            </a:r>
          </a:p>
          <a:p xmlns:a="http://schemas.openxmlformats.org/drawingml/2006/main">
            <a:r>
              <a:t>Sources and figure credits</a:t>
            </a:r>
          </a:p>
          <a:p xmlns:a="http://schemas.openxmlformats.org/drawingml/2006/main">
            <a:r>
              <a:t>https://arxiv.org/pdf/2312.10008v2 (Section IV-B and Figure 7 caption).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entries show mean success percentage and standard deviation across five trained models. The final column is the paper’s four-task average. MPD has the highest average at 97.90 percent, compared with 97.00 for DP-T. MPD is strongest on Rope Threading and BTM here, while DP-T reaches 100 percent on GLT and LL. The average advantage is therefore modest, and it is not a win on every individual task. The table does not supply a significance test on the difference between the cross-task averages. The important next question is whether comparable success comes with better motion quality.</a:t>
            </a:r>
          </a:p>
          <a:p xmlns:a="http://schemas.openxmlformats.org/drawingml/2006/main">
            <a:r>
              <a:t/>
            </a:r>
          </a:p>
          <a:p xmlns:a="http://schemas.openxmlformats.org/drawingml/2006/main">
            <a:r>
              <a:t>Sources and figure credits</a:t>
            </a:r>
          </a:p>
          <a:p xmlns:a="http://schemas.openxmlformats.org/drawingml/2006/main">
            <a:r>
              <a:t>https://arxiv.org/pdf/2312.10008v2 (Table I, State Observations). Native table preserves every reported mean and standard deviation.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image observations, MPD again has the highest four-task average, at 94.40 percent. DP-T reaches 93.05 percent. BTM is a strong result for MPD at 99.0 percent, compared with 95.8 for DP-T and 85.2 for DP-C. Rope Threading is harder for several image-based methods. DP-C actually has the highest rope success here at 83.2 percent, compared with 78.6 for MPD. This is why I would not summarize the paper as one method being best in every situation. The results support a favorable overall combination of performance measures, with visible task-dependent differences.</a:t>
            </a:r>
          </a:p>
          <a:p xmlns:a="http://schemas.openxmlformats.org/drawingml/2006/main">
            <a:r>
              <a:t/>
            </a:r>
          </a:p>
          <a:p xmlns:a="http://schemas.openxmlformats.org/drawingml/2006/main">
            <a:r>
              <a:t>Sources and figure credits</a:t>
            </a:r>
          </a:p>
          <a:p xmlns:a="http://schemas.openxmlformats.org/drawingml/2006/main">
            <a:r>
              <a:t>https://arxiv.org/pdf/2312.10008v2 (Table I, Image Observations). Native table preserves every reported mean and standard deviation.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MPD and DP-C run on hardware. The authors explain that DP-T and BESO would require substantial motion postprocessing before physical execution. For the BTM comparison, the 90 versus 70 percent result is specifically the state-input policy at a two-millimeter marker-to-target threshold. Both marker distances must be below that threshold. Each physical evaluation contains 50 executions. GLT and the simplified LL task reach 100 percent for both methods. MPD reaches 96 percent on Rope Threading and DP-C reaches 100 percent. The two failed MPD trials leave the rope bent into an unfamiliar configuration from which the policy cannot recover.</a:t>
            </a:r>
          </a:p>
          <a:p xmlns:a="http://schemas.openxmlformats.org/drawingml/2006/main">
            <a:r>
              <a:t/>
            </a:r>
          </a:p>
          <a:p xmlns:a="http://schemas.openxmlformats.org/drawingml/2006/main">
            <a:r>
              <a:t>Sources and figure credits</a:t>
            </a:r>
          </a:p>
          <a:p xmlns:a="http://schemas.openxmlformats.org/drawingml/2006/main">
            <a:r>
              <a:t>https://arxiv.org/pdf/2312.10008v2 (Section V, Figure 5 and Section IV-A). Native table recreated from reported physical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makes the physical BTM result more informative than one percentage. The horizontal axis is the allowed marker-to-target error. An episode succeeds only if both marker errors satisfy that threshold. Solid curves use state observations and dashed curves use images. The state-based MPD policy reaches the reported 90 percent success at two millimeters. The plot also shows how the ranking and the practical difference depend on the tolerance. The paper reports that both methods reach 100 percent beyond about 6.5 millimeters. In a surgical application, the acceptable tolerance would have to come from the task requirements.</a:t>
            </a:r>
          </a:p>
          <a:p xmlns:a="http://schemas.openxmlformats.org/drawingml/2006/main">
            <a:r>
              <a:t/>
            </a:r>
          </a:p>
          <a:p xmlns:a="http://schemas.openxmlformats.org/drawingml/2006/main">
            <a:r>
              <a:t>Sources and figure credits</a:t>
            </a:r>
          </a:p>
          <a:p xmlns:a="http://schemas.openxmlformats.org/drawingml/2006/main">
            <a:r>
              <a:t>https://arxiv.org/pdf/2312.10008v2 (Figure 5 and Section V). Complete figure, including legend, axes and marker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Figure 7. MPD is blue, and the dotted human-demonstration reference is one. The vertical axes are logarithmic, so equal vertical distances represent ratios. The paper reports mean values with minimum and maximum error bars. These are not standard deviations. MPD generally has favorable motion values, including low instrument jerk. Some values fall below the demonstrator reference, which means lower values under that specific metric. The physical panels omit direct tissue acceleration, with marker acceleration used for BTM. Lower motion metrics support the gentle-motion claim, but the figure does not directly measure tissue injury or establish a force limit.</a:t>
            </a:r>
          </a:p>
          <a:p xmlns:a="http://schemas.openxmlformats.org/drawingml/2006/main">
            <a:r>
              <a:t/>
            </a:r>
          </a:p>
          <a:p xmlns:a="http://schemas.openxmlformats.org/drawingml/2006/main">
            <a:r>
              <a:t>Sources and figure credits</a:t>
            </a:r>
          </a:p>
          <a:p xmlns:a="http://schemas.openxmlformats.org/drawingml/2006/main">
            <a:r>
              <a:t>https://arxiv.org/pdf/2312.10008v2 (Figure 7, Sections IV-B and V). All panels and the original legend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varies the amount of demonstration data for BTM and Rope Threading with state observations. It is the direct evidence for the data-efficiency claim. On BTM, the authors highlight approximately 90 percent success with 90 demonstrations for MPD. DP-T needs about 120 demonstrations for a similar level in their reported comparison. The benefit is task-dependent, and these curves do not establish a universal number of demonstrations for new surgical tasks. The curves also show that simply adding more data does not guarantee a monotonic improvement for every baseline. Coverage of relevant behaviors and failure states remains important.</a:t>
            </a:r>
          </a:p>
          <a:p xmlns:a="http://schemas.openxmlformats.org/drawingml/2006/main">
            <a:r>
              <a:t/>
            </a:r>
          </a:p>
          <a:p xmlns:a="http://schemas.openxmlformats.org/drawingml/2006/main">
            <a:r>
              <a:t>Sources and figure credits</a:t>
            </a:r>
          </a:p>
          <a:p xmlns:a="http://schemas.openxmlformats.org/drawingml/2006/main">
            <a:r>
              <a:t>https://arxiv.org/pdf/2312.10008v2 (Figure 6, Sections V and VI). Complete two-panel figure with the original legend and axes.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compares instrument paths with the human demonstrations on the simulated BTM task. The black dashed trajectories provide the human reference. Each panel shows one method. The authors use this view to illustrate the irregularity of some baseline action sequences and the smoother MPD output. This is qualitative evidence about path shape. It should be read alongside the quantitative jerk and acceleration metrics. A smooth two-dimensional projection does not by itself establish the full three-dimensional motion quality or contact forces. It does make the practical difference between task success and the character of the generated motion easier to see.</a:t>
            </a:r>
          </a:p>
          <a:p xmlns:a="http://schemas.openxmlformats.org/drawingml/2006/main">
            <a:r>
              <a:t/>
            </a:r>
          </a:p>
          <a:p xmlns:a="http://schemas.openxmlformats.org/drawingml/2006/main">
            <a:r>
              <a:t>Sources and figure credits</a:t>
            </a:r>
          </a:p>
          <a:p xmlns:a="http://schemas.openxmlformats.org/drawingml/2006/main">
            <a:r>
              <a:t>https://arxiv.org/pdf/2312.10008v2 (Figure 4 and Section V). Complete Cartesian trajectory figure, including all four methods and the legend.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advantage is the combination of behavioral flexibility and structured motion. Diffusion can preserve several demonstrated strategies, while the ProDMP supplies a continuous reference with specified initial position and velocity. The decoder also evaluates at a high reference frequency without increasing the length of the denoised sequence to that same rate. The experiments support favorable motion metrics and improved data efficiency on the selected tasks. The method can use state or image observations. The practical claim is therefore broader than a small average success-rate improvement: it is a useful balance of success, motion quality, and the amount of data required.</a:t>
            </a:r>
          </a:p>
          <a:p xmlns:a="http://schemas.openxmlformats.org/drawingml/2006/main">
            <a:r>
              <a:t/>
            </a:r>
          </a:p>
          <a:p xmlns:a="http://schemas.openxmlformats.org/drawingml/2006/main">
            <a:r>
              <a:t>Sources and figure credits</a:t>
            </a:r>
          </a:p>
          <a:p xmlns:a="http://schemas.openxmlformats.org/drawingml/2006/main">
            <a:r>
              <a:t>https://arxiv.org/pdf/2312.10008v2 (Sections III-D, V and 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reported limitation is poor performance outside the demonstration distribution. The bent-rope failure makes this concrete. A smooth trajectory can still create excessive physical interaction, so force limits and tissue safety would need additional evidence or control mechanisms. Diffusion sampling, the network, and the primitive representation introduce computational and design choices. The authors report fast inference for their setup, so this is a tradeoff rather than a claim that MPD is the slowest method. Clinical conclusions are limited by simple bench scenes, deformable substitutes, one demonstrator, and a restricted hardware comparison. The primitive representation can also limit flexibility, which is a modeling tradeoff for further testing.</a:t>
            </a:r>
          </a:p>
          <a:p xmlns:a="http://schemas.openxmlformats.org/drawingml/2006/main">
            <a:r>
              <a:t/>
            </a:r>
          </a:p>
          <a:p xmlns:a="http://schemas.openxmlformats.org/drawingml/2006/main">
            <a:r>
              <a:t>Sources and figure credits</a:t>
            </a:r>
          </a:p>
          <a:p xmlns:a="http://schemas.openxmlformats.org/drawingml/2006/main">
            <a:r>
              <a:t>https://arxiv.org/pdf/2312.10008v2 (Sections IV and VI). Force-safety and representation-flexibility points are presenter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a controls perspective, I would treat MPD as a learned reference generator within a larger system. There is still a physical plant, a state estimate, a tracking controller, and an interaction environment. A good reference does not remove model error or disturbances. This connects to the force-estimation paper: interaction information could become useful for detecting when the planned motion is no longer appropriate. A supervisory layer might pause, request a new plan, or hand control back to a person. Those are possible extensions, not components demonstrated here. The same separation of reference generation, tracking, and monitoring is relevant to CPS and to my future FSW work.</a:t>
            </a:r>
          </a:p>
          <a:p xmlns:a="http://schemas.openxmlformats.org/drawingml/2006/main">
            <a:r>
              <a:t/>
            </a:r>
          </a:p>
          <a:p xmlns:a="http://schemas.openxmlformats.org/drawingml/2006/main">
            <a:r>
              <a:t>Sources and figure credits</a:t>
            </a:r>
          </a:p>
          <a:p xmlns:a="http://schemas.openxmlformats.org/drawingml/2006/main">
            <a:r>
              <a:t>https://arxiv.org/pdf/2312.10008v2 (Sections III and VI). Control architecture, force-estimation, CPS and FSW connections are presenter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points I would retain are these. First, success rate and motion quality need separate evaluation. Second, MPD combines a distribution over behaviors with a structured movement-primitive decoder. Third, initial position and velocity help connect reference segments, while physical tracking remains a control problem. Fourth, the reported experiments show a data-efficiency benefit. Fifth, the evidence concerns simulation and bench manipulation, leaving recovery and clinical safety open. Together, those points explain both why the paper is useful and how far its conclusions should extend.</a:t>
            </a:r>
          </a:p>
          <a:p xmlns:a="http://schemas.openxmlformats.org/drawingml/2006/main">
            <a:r>
              <a:t/>
            </a:r>
          </a:p>
          <a:p xmlns:a="http://schemas.openxmlformats.org/drawingml/2006/main">
            <a:r>
              <a:t>Sources and figure credits</a:t>
            </a:r>
          </a:p>
          <a:p xmlns:a="http://schemas.openxmlformats.org/drawingml/2006/main">
            <a:r>
              <a:t>https://arxiv.org/pdf/2312.10008v2 (synthesis of Sections III–VI).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first gives us ways to represent the surgical scene and estimate what is happening. The gesture and skill papers then examine what the surgeon is doing. Imitation-learning papers such as SUFIA-BC ask how a robot can learn actions from demonstrations. MPD adds structure to the motion those learned actions produce. STAR shows a separate task-level example that combines perception, planning, feedback, and supervision. I would place MPD between learned behavior and physical execution in that narrative. These connections organize the readings; they do not mean the papers implement one combined pipeline. SE(3) remains useful for defining instrument poses and frame transformations, while this paper’s contribution concerns temporal action structure.</a:t>
            </a:r>
          </a:p>
          <a:p xmlns:a="http://schemas.openxmlformats.org/drawingml/2006/main">
            <a:r>
              <a:t/>
            </a:r>
          </a:p>
          <a:p xmlns:a="http://schemas.openxmlformats.org/drawingml/2006/main">
            <a:r>
              <a:t>Sources and figure credits</a:t>
            </a:r>
          </a:p>
          <a:p xmlns:a="http://schemas.openxmlformats.org/drawingml/2006/main">
            <a:r>
              <a:t>Jie Ying Wu, Week 7 lecture slides, slides 10–11, 20 and 49–51.</a:t>
            </a:r>
          </a:p>
          <a:p xmlns:a="http://schemas.openxmlformats.org/drawingml/2006/main">
            <a:r>
              <a:t>https://arxiv.org/pdf/2312.10008v2 (Sections III-A and VI). SUFIA-BC, STAR and SE(3) connections reflect the course readings discussed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are where I would extend the discussion. The first concerns whether the demonstrated motion quality is enough to establish a safe interaction. The second asks how the learning process could include recovery states instead of only successful trajectories. The third asks what feedback should do once the physical object changes in a way the current plan did not anticipate. They connect the paper’s learning result to sensing and supervision. They remain open questions for the group rather than claims that the paper has already solved them.</a:t>
            </a:r>
          </a:p>
          <a:p xmlns:a="http://schemas.openxmlformats.org/drawingml/2006/main">
            <a:r>
              <a:t/>
            </a:r>
          </a:p>
          <a:p xmlns:a="http://schemas.openxmlformats.org/drawingml/2006/main">
            <a:r>
              <a:t>Sources and figure credits</a:t>
            </a:r>
          </a:p>
          <a:p xmlns:a="http://schemas.openxmlformats.org/drawingml/2006/main">
            <a:r>
              <a:t>Presenter questions informed by https://arxiv.org/pdf/2312.10008v2 (Sections V and 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focuses on the 2024 Movement Primitive Diffusion paper by Paul Maria Scheikl and colleagues. Its project page provides the associated code, data, and demonstration video. The movement-primitive and diffusion explanations introduce components used by MPD. The original background works are Chi et al., Diffusion Policy, RSS 2023, and Li et al., ProDMP, IEEE RA-L 8(4), 2325–2332, 2023. The course connections are presenter synthesis based on our readings and the Week 7 and Week 5b lecture material.</a:t>
            </a:r>
          </a:p>
          <a:p xmlns:a="http://schemas.openxmlformats.org/drawingml/2006/main">
            <a:r>
              <a:t/>
            </a:r>
          </a:p>
          <a:p xmlns:a="http://schemas.openxmlformats.org/drawingml/2006/main">
            <a:r>
              <a:t>For the single Neural ODE comparison slide, the supporting background is Chen, Ricky T. Q., et al., Neural Ordinary Differential Equations, Advances in Neural Information Processing Systems 31, 2018. https://papers.neurips.cc/paper_files/paper/2018/hash/69386f6bb1dfed68692a24c8686939b9-Abstract.html. This presentation continues to focus on Scheikl et al.’s MPD method and experiments.</a:t>
            </a:r>
          </a:p>
          <a:p xmlns:a="http://schemas.openxmlformats.org/drawingml/2006/main">
            <a:r>
              <a:t/>
            </a:r>
          </a:p>
          <a:p xmlns:a="http://schemas.openxmlformats.org/drawingml/2006/main">
            <a:r>
              <a:t>Sources and figure credits</a:t>
            </a:r>
          </a:p>
          <a:p xmlns:a="http://schemas.openxmlformats.org/drawingml/2006/main">
            <a:r>
              <a:t>https://arxiv.org/pdf/2312.10008v2</a:t>
            </a:r>
          </a:p>
          <a:p xmlns:a="http://schemas.openxmlformats.org/drawingml/2006/main">
            <a:r>
              <a:t>https://doi.org/10.1109/LRA.2024.3382529</a:t>
            </a:r>
          </a:p>
          <a:p xmlns:a="http://schemas.openxmlformats.org/drawingml/2006/main">
            <a:r>
              <a:t>https://scheiklp.github.io/movement-primitive-diffusion/</a:t>
            </a:r>
          </a:p>
          <a:p xmlns:a="http://schemas.openxmlformats.org/drawingml/2006/main">
            <a:r>
              <a:t>Method background cited by MPD: Chi et al., Diffusion Policy, RSS 2023. Li et al., ProDMP, IEEE RA-L 8(4), 2325–2332,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c160f09f3c4644" /><Relationship Type="http://schemas.openxmlformats.org/officeDocument/2006/relationships/image" Target="/ppt/media/image.png" Id="R9b95f3167ee349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9ada1acc684ee0" /><Relationship Type="http://schemas.openxmlformats.org/officeDocument/2006/relationships/image" Target="/ppt/media/image.png" Id="R91a866cff2ea4dbb" /><Relationship Type="http://schemas.openxmlformats.org/officeDocument/2006/relationships/image" Target="/ppt/media/image.jpeg" Id="Raccd93aea0bb41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28f97e34fd41ec" /><Relationship Type="http://schemas.openxmlformats.org/officeDocument/2006/relationships/image" Target="/ppt/media/image.png" Id="R2ca3b94a456240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0de19feca94106" /><Relationship Type="http://schemas.openxmlformats.org/officeDocument/2006/relationships/image" Target="/ppt/media/image2.png" Id="R687fa4ccda0546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5052de94ad4330" /><Relationship Type="http://schemas.openxmlformats.org/officeDocument/2006/relationships/image" Target="/ppt/media/image3.png" Id="Rfeb1af0c09ec4e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dc89baaa3c45b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9944d35d9e848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b7f457eb18348d9" /><Relationship Type="http://schemas.openxmlformats.org/officeDocument/2006/relationships/image" Target="/ppt/media/image2.png" Id="Rd8a335dc84fe462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2e93eb4f4d74559" /><Relationship Type="http://schemas.openxmlformats.org/officeDocument/2006/relationships/image" Target="/ppt/media/image2.png" Id="R35544e4e52cc4bc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b9f35b83f9a4e34" /><Relationship Type="http://schemas.openxmlformats.org/officeDocument/2006/relationships/image" Target="/ppt/media/image2.png" Id="Rc85e782412e0415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4cf4082bff0472a" /><Relationship Type="http://schemas.openxmlformats.org/officeDocument/2006/relationships/image" Target="/ppt/media/image.svg" Id="R33e30061d8b04d70" /><Relationship Type="http://schemas.openxmlformats.org/officeDocument/2006/relationships/image" Target="/ppt/media/image.jpeg" Id="R274c2a696ff847fd" /><Relationship Type="http://schemas.openxmlformats.org/officeDocument/2006/relationships/image" Target="/ppt/media/image2.png" Id="R6c925dbc96ce4e9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81066b394a24d51" /><Relationship Type="http://schemas.openxmlformats.org/officeDocument/2006/relationships/image" Target="/ppt/media/image2.png" Id="Race51fd5b99a4a4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ca8124c11b740ef" /><Relationship Type="http://schemas.openxmlformats.org/officeDocument/2006/relationships/image" Target="/ppt/media/image2.png" Id="Re40bef76b7424d4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1ed4f9aec1a4165" /><Relationship Type="http://schemas.openxmlformats.org/officeDocument/2006/relationships/image" Target="/ppt/media/image4.png" Id="R79388ee02e20435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9736292a85549c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c84a5b077ba64d50" /><Relationship Type="http://schemas.openxmlformats.org/officeDocument/2006/relationships/image" Target="/ppt/media/image2.png" Id="R762a5af3fe214e8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437190f9ca814d80" /><Relationship Type="http://schemas.openxmlformats.org/officeDocument/2006/relationships/image" Target="/ppt/media/image2.png" Id="Rcdead244bda141a3"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aed171a03a4a48a3" /><Relationship Type="http://schemas.openxmlformats.org/officeDocument/2006/relationships/image" Target="/ppt/media/image2.png" Id="R2fdf78af44914ee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69ee5f1dd4a744d6" /><Relationship Type="http://schemas.openxmlformats.org/officeDocument/2006/relationships/image" Target="/ppt/media/image2.png" Id="Rb5146632b8704d7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fdb79a42533a4aca" /><Relationship Type="http://schemas.openxmlformats.org/officeDocument/2006/relationships/image" Target="/ppt/media/image2.png" Id="R5256e4a88a7143c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ab9709f49bdc4e93" /><Relationship Type="http://schemas.openxmlformats.org/officeDocument/2006/relationships/image" Target="/ppt/media/image2.png" Id="R8b0a955ec95445c8"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ad66cfde4df947f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5f767760444c45da" /></Relationships>
</file>

<file path=ppt/slideLayouts/slideLayout1.xml><?xml version="1.0" encoding="utf-8"?>
<p:sldLayout xmlns:p="http://schemas.openxmlformats.org/presentationml/2006/main" preserve="1" userDrawn="1">
  <p:cSld name="Title Slide 1">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3D5EA3-0D49-4B77-8245-8B83739F3DE6}"/>
              </a:ext>
            </a:extLst>
          </p:cNvPr>
          <p:cNvSpPr>
            <a:spLocks xmlns:a="http://schemas.openxmlformats.org/drawingml/2006/main" noGrp="1"/>
          </p:cNvSpPr>
          <p:nvPr>
            <p:ph type="ctrTitle" idx="0"/>
          </p:nvPr>
        </p:nvSpPr>
        <p:spPr>
          <a:xfrm xmlns:a="http://schemas.openxmlformats.org/drawingml/2006/main">
            <a:off x="630926" y="4227594"/>
            <a:ext cx="8404977" cy="1305500"/>
          </a:xfrm>
        </p:spPr>
        <p:txBody>
          <a:bodyPr xmlns:a="http://schemas.openxmlformats.org/drawingml/2006/main" anchor="b">
            <a:normAutofit/>
          </a:bodyPr>
          <a:lstStyle xmlns:a="http://schemas.openxmlformats.org/drawingml/2006/main">
            <a:lvl1pPr algn="l">
              <a:buNone/>
              <a:defRPr sz="4000" b="0">
                <a:solidFill>
                  <a:schemeClr val="accent5"/>
                </a:solidFill>
                <a:latin typeface="Arial"/>
                <a:ea typeface="Arial"/>
                <a:cs typeface="Aria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D7520DD-1813-4776-97DE-7701EB9FCB48}"/>
              </a:ext>
            </a:extLst>
          </p:cNvPr>
          <p:cNvSpPr>
            <a:spLocks xmlns:a="http://schemas.openxmlformats.org/drawingml/2006/main" noGrp="1"/>
          </p:cNvSpPr>
          <p:nvPr>
            <p:ph type="subTitle" idx="1" hasCustomPrompt="1"/>
          </p:nvPr>
        </p:nvSpPr>
        <p:spPr>
          <a:xfrm xmlns:a="http://schemas.openxmlformats.org/drawingml/2006/main">
            <a:off x="630927" y="5766099"/>
            <a:ext cx="8404976" cy="590251"/>
          </a:xfrm>
        </p:spPr>
        <p:txBody>
          <a:bodyPr xmlns:a="http://schemas.openxmlformats.org/drawingml/2006/main">
            <a:normAutofit/>
          </a:bodyPr>
          <a:lstStyle xmlns:a="http://schemas.openxmlformats.org/drawingml/2006/main">
            <a:lvl1pPr marL="0" indent="0" algn="l">
              <a:buNone/>
              <a:defRPr sz="160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13" name="Picture 12">
            <a:extLst xmlns:a="http://schemas.openxmlformats.org/drawingml/2006/main">
              <a:ext uri="{FF2B5EF4-FFF2-40B4-BE49-F238E27FC236}">
                <a16:creationId xmlns:a16="http://schemas.microsoft.com/office/drawing/2014/main" id="{908645C4-F0DC-4FAD-8AB7-9AD8573D4F14}"/>
              </a:ext>
            </a:extLst>
          </p:cNvPr>
          <p:cNvPicPr>
            <a:picLocks xmlns:a="http://schemas.openxmlformats.org/drawingml/2006/main" noChangeAspect="1"/>
          </p:cNvPicPr>
          <p:nvPr/>
        </p:nvPicPr>
        <p:blipFill>
          <a:blip xmlns:r="http://schemas.openxmlformats.org/officeDocument/2006/relationships" xmlns:a="http://schemas.openxmlformats.org/drawingml/2006/main" r:embed="R9b95f3167ee34922"/>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736FE41B-E7AE-FC43-A4A2-51F8145209E2}"/>
              </a:ext>
            </a:extLst>
          </p:cNvPr>
          <p:cNvSpPr>
            <a:spLocks xmlns:a="http://schemas.openxmlformats.org/drawingml/2006/main" noGrp="1"/>
          </p:cNvSpPr>
          <p:nvPr>
            <p:ph type="dt" idx="10"/>
          </p:nvPr>
        </p:nvSpPr>
        <p:spPr>
          <a:xfrm xmlns:a="http://schemas.openxmlformats.org/drawingml/2006/main">
            <a:off x="10039905" y="417149"/>
            <a:ext cx="1739198" cy="365125"/>
          </a:xfrm>
        </p:spPr>
        <p:txBody>
          <a:bodyPr xmlns:a="http://schemas.openxmlformats.org/drawingml/2006/main"/>
          <a:lstStyle xmlns:a="http://schemas.openxmlformats.org/drawingml/2006/main">
            <a:lvl1pPr algn="r">
              <a:buNone/>
              <a:defRPr>
                <a:solidFill>
                  <a:schemeClr val="accent6"/>
                </a:solidFill>
              </a:defRPr>
            </a:lvl1pPr>
          </a:lstStyle>
          <a:p xmlns:a="http://schemas.openxmlformats.org/drawingml/2006/main">
            <a:fld id="{6C33123A-F54F-2341-AC44-7F40417F38A2}" type="datetime4">
              <a:t>March 22, 2022</a:t>
            </a:fld>
            <a:endParaRPr/>
          </a:p>
        </p:txBody>
      </p:sp>
    </p:spTree>
  </p:cSld>
</p:sldLayout>
</file>

<file path=ppt/slideLayouts/slideLayout2.xml><?xml version="1.0" encoding="utf-8"?>
<p:sldLayout xmlns:p="http://schemas.openxmlformats.org/presentationml/2006/main" preserve="1" userDrawn="1">
  <p:cSld name="Title Slide 2_with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AC91BA-F323-4398-94A4-B493D04FCCDD}"/>
              </a:ext>
            </a:extLst>
          </p:cNvPr>
          <p:cNvSpPr>
            <a:spLocks xmlns:a="http://schemas.openxmlformats.org/drawingml/2006/main" noGrp="1"/>
          </p:cNvSpPr>
          <p:nvPr>
            <p:ph type="ctrTitle" idx="0"/>
          </p:nvPr>
        </p:nvSpPr>
        <p:spPr>
          <a:xfrm xmlns:a="http://schemas.openxmlformats.org/drawingml/2006/main">
            <a:off x="630927" y="4933507"/>
            <a:ext cx="5128022" cy="1305500"/>
          </a:xfrm>
        </p:spPr>
        <p:txBody>
          <a:bodyPr xmlns:a="http://schemas.openxmlformats.org/drawingml/2006/main" anchor="b">
            <a:normAutofit/>
          </a:bodyPr>
          <a:lstStyle xmlns:a="http://schemas.openxmlformats.org/drawingml/2006/main">
            <a:lvl1pPr algn="l">
              <a:buNone/>
              <a:defRPr sz="4000">
                <a:solidFill>
                  <a:schemeClr val="accent5"/>
                </a:solidFill>
              </a:defRPr>
            </a:lvl1pPr>
          </a:lstStyle>
          <a:p xmlns:a="http://schemas.openxmlformats.org/drawingml/2006/main">
            <a:r>
              <a:t>Click to edit Master title style</a:t>
            </a:r>
            <a:endParaRPr/>
          </a:p>
        </p:txBody>
      </p:sp>
      <p:pic>
        <p:nvPicPr>
          <p:cNvPr id="13" name="Picture 12">
            <a:extLst xmlns:a="http://schemas.openxmlformats.org/drawingml/2006/main">
              <a:ext uri="{FF2B5EF4-FFF2-40B4-BE49-F238E27FC236}">
                <a16:creationId xmlns:a16="http://schemas.microsoft.com/office/drawing/2014/main" id="{EF0F7C41-7C8E-456E-AE49-29CAC19373D6}"/>
              </a:ext>
            </a:extLst>
          </p:cNvPr>
          <p:cNvPicPr>
            <a:picLocks xmlns:a="http://schemas.openxmlformats.org/drawingml/2006/main" noChangeAspect="1"/>
          </p:cNvPicPr>
          <p:nvPr/>
        </p:nvPicPr>
        <p:blipFill>
          <a:blip xmlns:r="http://schemas.openxmlformats.org/officeDocument/2006/relationships" xmlns:a="http://schemas.openxmlformats.org/drawingml/2006/main" r:embed="R91a866cff2ea4dbb"/>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10" name="Straight Connector 9">
            <a:extLst xmlns:a="http://schemas.openxmlformats.org/drawingml/2006/main">
              <a:ext uri="{FF2B5EF4-FFF2-40B4-BE49-F238E27FC236}">
                <a16:creationId xmlns:a16="http://schemas.microsoft.com/office/drawing/2014/main" id="{1BE1BD06-0262-4DC5-880C-5C13FDEFAF53}"/>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pic>
        <p:nvPicPr>
          <p:cNvPr id="11" name="Picture 2">
            <a:extLst xmlns:a="http://schemas.openxmlformats.org/drawingml/2006/main">
              <a:ext uri="{FF2B5EF4-FFF2-40B4-BE49-F238E27FC236}">
                <a16:creationId xmlns:a16="http://schemas.microsoft.com/office/drawing/2014/main" id="{B4956669-0EA3-4E09-99F3-4CC80E9AE1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ccd93aea0bb41b6">
            <a:alphaModFix amt="57000"/>
          </a:blip>
          <a:srcRect xmlns:a="http://schemas.openxmlformats.org/drawingml/2006/main" l="33931" t="9698" r="21187" b="0"/>
          <a:stretch xmlns:a="http://schemas.openxmlformats.org/drawingml/2006/main"/>
        </p:blipFill>
        <p:spPr>
          <a:xfrm xmlns:a="http://schemas.openxmlformats.org/drawingml/2006/main">
            <a:off x="6113794" y="-1"/>
            <a:ext cx="6078204" cy="6838819"/>
          </a:xfrm>
          <a:prstGeom xmlns:a="http://schemas.openxmlformats.org/drawingml/2006/main" prst="rect">
            <a:avLst/>
          </a:prstGeom>
        </p:spPr>
      </p:pic>
      <p:sp>
        <p:nvSpPr>
          <p:cNvPr id="12" name="Date Placeholder 3">
            <a:extLst xmlns:a="http://schemas.openxmlformats.org/drawingml/2006/main">
              <a:ext uri="{FF2B5EF4-FFF2-40B4-BE49-F238E27FC236}">
                <a16:creationId xmlns:a16="http://schemas.microsoft.com/office/drawing/2014/main" id="{7439FD51-B1D6-8F4A-803E-396E69AF84E9}"/>
              </a:ext>
            </a:extLst>
          </p:cNvPr>
          <p:cNvSpPr>
            <a:spLocks xmlns:a="http://schemas.openxmlformats.org/drawingml/2006/main" noGrp="1"/>
          </p:cNvSpPr>
          <p:nvPr>
            <p:ph type="dt" idx="10"/>
          </p:nvPr>
        </p:nvSpPr>
        <p:spPr>
          <a:xfrm xmlns:a="http://schemas.openxmlformats.org/drawingml/2006/main">
            <a:off x="626197" y="4567999"/>
            <a:ext cx="1739198" cy="365125"/>
          </a:xfrm>
        </p:spPr>
        <p:txBody>
          <a:bodyPr xmlns:a="http://schemas.openxmlformats.org/drawingml/2006/main"/>
          <a:lstStyle xmlns:a="http://schemas.openxmlformats.org/drawingml/2006/main">
            <a:lvl1pPr>
              <a:buNone/>
              <a:defRPr>
                <a:solidFill>
                  <a:schemeClr val="accent6"/>
                </a:solidFill>
              </a:defRPr>
            </a:lvl1pPr>
          </a:lstStyle>
          <a:p xmlns:a="http://schemas.openxmlformats.org/drawingml/2006/main">
            <a:fld id="{6E3C9BF4-CD7D-8540-B3F3-C4359157ED05}" type="datetime4">
              <a:t>March 22, 2022</a:t>
            </a:fld>
            <a:endParaRPr/>
          </a:p>
        </p:txBody>
      </p:sp>
    </p:spTree>
  </p:cSld>
</p:sldLayout>
</file>

<file path=ppt/slideLayouts/slideLayout3.xml><?xml version="1.0" encoding="utf-8"?>
<p:sldLayout xmlns:p="http://schemas.openxmlformats.org/presentationml/2006/main" preserve="1" userDrawn="1">
  <p:cSld name="Title Slide 2_place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14" name="Picture Placeholder 2">
            <a:extLst xmlns:a="http://schemas.openxmlformats.org/drawingml/2006/main">
              <a:ext uri="{FF2B5EF4-FFF2-40B4-BE49-F238E27FC236}">
                <a16:creationId xmlns:a16="http://schemas.microsoft.com/office/drawing/2014/main" id="{4CED8E1A-BA0A-C041-B60A-D0D46E8B2AA0}"/>
              </a:ext>
            </a:extLst>
          </p:cNvPr>
          <p:cNvSpPr>
            <a:spLocks xmlns:a="http://schemas.openxmlformats.org/drawingml/2006/main" noGrp="1"/>
          </p:cNvSpPr>
          <p:nvPr>
            <p:ph type="pic" idx="13"/>
          </p:nvPr>
        </p:nvSpPr>
        <p:spPr>
          <a:xfrm xmlns:a="http://schemas.openxmlformats.org/drawingml/2006/main">
            <a:off x="6121820" y="0"/>
            <a:ext cx="6070180" cy="6858000"/>
          </a:xfrm>
        </p:spPr>
        <p:txBody>
          <a:bodyPr xmlns:a="http://schemas.openxmlformats.org/drawingml/2006/main" anchor="t">
            <a:normAutofit/>
          </a:bodyPr>
          <a:lstStyle xmlns:a="http://schemas.openxmlformats.org/drawingml/2006/main">
            <a:lvl1pPr marL="0" indent="0" algn="ctr">
              <a:buNone/>
              <a:defRPr sz="2000">
                <a:solidFill>
                  <a:schemeClr val="accent6"/>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5EBD2DFA-854E-40DD-B770-801C0E0D7472}"/>
              </a:ext>
            </a:extLst>
          </p:cNvPr>
          <p:cNvSpPr>
            <a:spLocks xmlns:a="http://schemas.openxmlformats.org/drawingml/2006/main" noGrp="1"/>
          </p:cNvSpPr>
          <p:nvPr>
            <p:ph type="ctrTitle" idx="0"/>
          </p:nvPr>
        </p:nvSpPr>
        <p:spPr>
          <a:xfrm xmlns:a="http://schemas.openxmlformats.org/drawingml/2006/main">
            <a:off x="630927" y="4933507"/>
            <a:ext cx="5128022" cy="1305500"/>
          </a:xfrm>
        </p:spPr>
        <p:txBody>
          <a:bodyPr xmlns:a="http://schemas.openxmlformats.org/drawingml/2006/main" anchor="b">
            <a:normAutofit/>
          </a:bodyPr>
          <a:lstStyle xmlns:a="http://schemas.openxmlformats.org/drawingml/2006/main">
            <a:lvl1pPr algn="l">
              <a:buNone/>
              <a:defRPr sz="4000">
                <a:solidFill>
                  <a:schemeClr val="accent5"/>
                </a:solidFill>
              </a:defRPr>
            </a:lvl1pPr>
          </a:lstStyle>
          <a:p xmlns:a="http://schemas.openxmlformats.org/drawingml/2006/main">
            <a:r>
              <a:t>Click to edit Master title style</a:t>
            </a:r>
            <a:endParaRPr/>
          </a:p>
        </p:txBody>
      </p:sp>
      <p:pic>
        <p:nvPicPr>
          <p:cNvPr id="13" name="Picture 12">
            <a:extLst xmlns:a="http://schemas.openxmlformats.org/drawingml/2006/main">
              <a:ext uri="{FF2B5EF4-FFF2-40B4-BE49-F238E27FC236}">
                <a16:creationId xmlns:a16="http://schemas.microsoft.com/office/drawing/2014/main" id="{49647494-D2F1-43E8-A9E6-352D87EFF96E}"/>
              </a:ext>
            </a:extLst>
          </p:cNvPr>
          <p:cNvPicPr>
            <a:picLocks xmlns:a="http://schemas.openxmlformats.org/drawingml/2006/main" noChangeAspect="1"/>
          </p:cNvPicPr>
          <p:nvPr/>
        </p:nvPicPr>
        <p:blipFill>
          <a:blip xmlns:r="http://schemas.openxmlformats.org/officeDocument/2006/relationships" xmlns:a="http://schemas.openxmlformats.org/drawingml/2006/main" r:embed="R2ca3b94a4562402e"/>
          <a:stretch xmlns:a="http://schemas.openxmlformats.org/drawingml/2006/main">
            <a:fillRect l="0" t="0" r="0" b="0"/>
          </a:stretch>
        </p:blipFill>
        <p:spPr>
          <a:xfrm xmlns:a="http://schemas.openxmlformats.org/drawingml/2006/main">
            <a:off x="630927" y="646847"/>
            <a:ext cx="2410896" cy="523522"/>
          </a:xfrm>
          <a:prstGeom xmlns:a="http://schemas.openxmlformats.org/drawingml/2006/main" prst="rect">
            <a:avLst/>
          </a:prstGeom>
        </p:spPr>
      </p:pic>
      <p:sp>
        <p:nvSpPr>
          <p:cNvPr id="10" name="Straight Connector 9">
            <a:extLst xmlns:a="http://schemas.openxmlformats.org/drawingml/2006/main">
              <a:ext uri="{FF2B5EF4-FFF2-40B4-BE49-F238E27FC236}">
                <a16:creationId xmlns:a16="http://schemas.microsoft.com/office/drawing/2014/main" id="{629C08E7-6324-4A49-9C09-D52C47BF8422}"/>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9062C519-EB37-774F-BD3A-23BD947ABD66}"/>
              </a:ext>
            </a:extLst>
          </p:cNvPr>
          <p:cNvSpPr>
            <a:spLocks xmlns:a="http://schemas.openxmlformats.org/drawingml/2006/main" noGrp="1"/>
          </p:cNvSpPr>
          <p:nvPr>
            <p:ph type="dt" idx="14"/>
          </p:nvPr>
        </p:nvSpPr>
        <p:spPr>
          <a:xfrm xmlns:a="http://schemas.openxmlformats.org/drawingml/2006/main">
            <a:off x="620767" y="4564572"/>
            <a:ext cx="274320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4FA05971-6ECE-3048-89D4-C8CDCDF8108F}" type="datetime4">
              <a:t>March 22, 2022</a:t>
            </a:fld>
            <a:endParaRPr/>
          </a:p>
        </p:txBody>
      </p:sp>
    </p:spTree>
  </p:cSld>
</p:sldLayout>
</file>

<file path=ppt/slideLayouts/slideLayout4.xml><?xml version="1.0" encoding="utf-8"?>
<p:sldLayout xmlns:p="http://schemas.openxmlformats.org/presentationml/2006/main" preserve="1" userDrawn="1">
  <p:cSld name="Title Slide 3_with list">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C457B4-3DB9-4428-B1BD-8AD9E30735EB}"/>
              </a:ext>
            </a:extLst>
          </p:cNvPr>
          <p:cNvSpPr>
            <a:spLocks xmlns:a="http://schemas.openxmlformats.org/drawingml/2006/main" noGrp="1"/>
          </p:cNvSpPr>
          <p:nvPr>
            <p:ph type="ctrTitle" idx="0" hasCustomPrompt="1"/>
          </p:nvPr>
        </p:nvSpPr>
        <p:spPr>
          <a:xfrm xmlns:a="http://schemas.openxmlformats.org/drawingml/2006/main">
            <a:off x="630927" y="670745"/>
            <a:ext cx="5128022" cy="1305500"/>
          </a:xfrm>
        </p:spPr>
        <p:txBody>
          <a:bodyPr xmlns:a="http://schemas.openxmlformats.org/drawingml/2006/main" anchor="t">
            <a:normAutofit/>
          </a:bodyPr>
          <a:lstStyle xmlns:a="http://schemas.openxmlformats.org/drawingml/2006/main">
            <a:lvl1pPr algn="l">
              <a:buNone/>
              <a:defRPr sz="3600">
                <a:solidFill>
                  <a:schemeClr val="accent5"/>
                </a:solidFill>
              </a:defRPr>
            </a:lvl1pPr>
          </a:lstStyle>
          <a:p xmlns:a="http://schemas.openxmlformats.org/drawingml/2006/main">
            <a:r>
              <a:t>Agenda or Title Here</a:t>
            </a:r>
          </a:p>
        </p:txBody>
      </p:sp>
      <p:sp>
        <p:nvSpPr>
          <p:cNvPr id="3" name="Subtitle 2">
            <a:extLst xmlns:a="http://schemas.openxmlformats.org/drawingml/2006/main">
              <a:ext uri="{FF2B5EF4-FFF2-40B4-BE49-F238E27FC236}">
                <a16:creationId xmlns:a16="http://schemas.microsoft.com/office/drawing/2014/main" id="{93086BC3-258E-44C7-B596-674ACB0DB7AA}"/>
              </a:ext>
            </a:extLst>
          </p:cNvPr>
          <p:cNvSpPr>
            <a:spLocks xmlns:a="http://schemas.openxmlformats.org/drawingml/2006/main" noGrp="1"/>
          </p:cNvSpPr>
          <p:nvPr>
            <p:ph type="subTitle" idx="1" hasCustomPrompt="1"/>
          </p:nvPr>
        </p:nvSpPr>
        <p:spPr>
          <a:xfrm xmlns:a="http://schemas.openxmlformats.org/drawingml/2006/main">
            <a:off x="630926" y="3006104"/>
            <a:ext cx="5291403" cy="3181151"/>
          </a:xfrm>
        </p:spPr>
        <p:txBody>
          <a:bodyPr xmlns:a="http://schemas.openxmlformats.org/drawingml/2006/main">
            <a:normAutofit/>
          </a:bodyPr>
          <a:lstStyle xmlns:a="http://schemas.openxmlformats.org/drawingml/2006/main">
            <a:lvl1pPr marL="365760" marR="0" indent="-457200" algn="l" defTabSz="914400">
              <a:lnSpc>
                <a:spcPct val="90000"/>
              </a:lnSpc>
              <a:spcBef>
                <a:spcPts val="1000"/>
              </a:spcBef>
              <a:spcAft>
                <a:spcPts val="0"/>
              </a:spcAft>
              <a:buClr>
                <a:schemeClr val="accent2"/>
              </a:buClr>
              <a:buSzPct val="80000"/>
              <a:buFont typeface="+mj-lt"/>
              <a:buAutoNum type="arabicPeriod"/>
              <a:defRPr sz="2000">
                <a:solidFill>
                  <a:schemeClr val="accent6"/>
                </a:solidFill>
                <a:latin typeface="Times"/>
                <a:ea typeface="Times"/>
                <a:cs typeface="Time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28600" marR="0" lvl="0" indent="-320040" algn="l" defTabSz="914400">
              <a:lnSpc>
                <a:spcPct val="90000"/>
              </a:lnSpc>
              <a:spcBef>
                <a:spcPts val="1000"/>
              </a:spcBef>
              <a:spcAft>
                <a:spcPts val="0"/>
              </a:spcAft>
              <a:buClr>
                <a:schemeClr val="accent2"/>
              </a:buClr>
              <a:buSzPct val="80000"/>
              <a:buFont typeface="+mj-lt"/>
              <a:buAutoNum type="arabicPeriod"/>
            </a:pPr>
            <a:endParaRPr/>
          </a:p>
        </p:txBody>
      </p:sp>
      <p:sp>
        <p:nvSpPr>
          <p:cNvPr id="10" name="Straight Connector 9">
            <a:extLst xmlns:a="http://schemas.openxmlformats.org/drawingml/2006/main">
              <a:ext uri="{FF2B5EF4-FFF2-40B4-BE49-F238E27FC236}">
                <a16:creationId xmlns:a16="http://schemas.microsoft.com/office/drawing/2014/main" id="{9C5B8113-F99F-4D16-A643-41730DDB6027}"/>
              </a:ext>
            </a:extLst>
          </p:cNvPr>
          <p:cNvSpPr>
            <a:spLocks xmlns:a="http://schemas.openxmlformats.org/drawingml/2006/main" noGrp="1"/>
          </p:cNvSpPr>
          <p:nvPr/>
        </p:nvSpPr>
        <p:spPr>
          <a:xfrm xmlns:a="http://schemas.openxmlformats.org/drawingml/2006/main">
            <a:off x="6106160" y="-57543"/>
            <a:ext cx="0" cy="6915543"/>
          </a:xfrm>
          <a:prstGeom xmlns:a="http://schemas.openxmlformats.org/drawingml/2006/main" prst="line">
            <a:avLst/>
          </a:prstGeom>
          <a:ln xmlns:a="http://schemas.openxmlformats.org/drawingml/2006/main">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706814D8-DBEE-4BCE-AF14-EDB6A0C45E98}"/>
              </a:ext>
            </a:extLst>
          </p:cNvPr>
          <p:cNvSpPr>
            <a:spLocks xmlns:a="http://schemas.openxmlformats.org/drawingml/2006/main" noGrp="1"/>
          </p:cNvSpPr>
          <p:nvPr/>
        </p:nvSpPr>
        <p:spPr>
          <a:xfrm xmlns:a="http://schemas.openxmlformats.org/drawingml/2006/main">
            <a:off x="6106160" y="-57543"/>
            <a:ext cx="0" cy="7080135"/>
          </a:xfrm>
          <a:prstGeom xmlns:a="http://schemas.openxmlformats.org/drawingml/2006/main" prst="line">
            <a:avLst/>
          </a:prstGeom>
          <a:ln xmlns:a="http://schemas.openxmlformats.org/drawingml/2006/main" w="63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pic>
        <p:nvPicPr>
          <p:cNvPr id="20" name="Picture 19">
            <a:extLst xmlns:a="http://schemas.openxmlformats.org/drawingml/2006/main">
              <a:ext uri="{FF2B5EF4-FFF2-40B4-BE49-F238E27FC236}">
                <a16:creationId xmlns:a16="http://schemas.microsoft.com/office/drawing/2014/main" id="{FC633225-7004-4CD3-A580-A300FD71EB22}"/>
              </a:ext>
            </a:extLst>
          </p:cNvPr>
          <p:cNvPicPr>
            <a:picLocks xmlns:a="http://schemas.openxmlformats.org/drawingml/2006/main" noChangeAspect="1"/>
          </p:cNvPicPr>
          <p:nvPr/>
        </p:nvPicPr>
        <p:blipFill>
          <a:blip xmlns:r="http://schemas.openxmlformats.org/officeDocument/2006/relationships" xmlns:a="http://schemas.openxmlformats.org/drawingml/2006/main" r:embed="R687fa4ccda05460c"/>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Divider Slide_with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A4351B81-FE14-984B-81F3-C69CA9CF969E}"/>
              </a:ext>
            </a:extLst>
          </p:cNvPr>
          <p:cNvSpPr>
            <a:spLocks xmlns:a="http://schemas.openxmlformats.org/drawingml/2006/main" noGrp="1"/>
          </p:cNvSpPr>
          <p:nvPr>
            <p:ph type="pic" idx="1"/>
          </p:nvPr>
        </p:nvSpPr>
        <p:spPr>
          <a:xfrm xmlns:a="http://schemas.openxmlformats.org/drawingml/2006/main">
            <a:off x="362709" y="384050"/>
            <a:ext cx="11466575" cy="5943600"/>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pic>
        <p:nvPicPr>
          <p:cNvPr id="9" name="Picture 8">
            <a:extLst xmlns:a="http://schemas.openxmlformats.org/drawingml/2006/main">
              <a:ext uri="{FF2B5EF4-FFF2-40B4-BE49-F238E27FC236}">
                <a16:creationId xmlns:a16="http://schemas.microsoft.com/office/drawing/2014/main" id="{BAA6865D-C30E-40D9-BC04-E05F6FF979F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b1af0c09ec4ebf"/>
          <a:srcRect xmlns:a="http://schemas.openxmlformats.org/drawingml/2006/main" l="0" t="9789" r="695" b="11859"/>
          <a:stretch xmlns:a="http://schemas.openxmlformats.org/drawingml/2006/main"/>
        </p:blipFill>
        <p:spPr>
          <a:xfrm xmlns:a="http://schemas.openxmlformats.org/drawingml/2006/main">
            <a:off x="362715" y="384049"/>
            <a:ext cx="11466571" cy="5972301"/>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Divider Slide_place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A4351B81-FE14-984B-81F3-C69CA9CF969E}"/>
              </a:ext>
            </a:extLst>
          </p:cNvPr>
          <p:cNvSpPr>
            <a:spLocks xmlns:a="http://schemas.openxmlformats.org/drawingml/2006/main" noGrp="1"/>
          </p:cNvSpPr>
          <p:nvPr>
            <p:ph type="pic" idx="1"/>
          </p:nvPr>
        </p:nvSpPr>
        <p:spPr>
          <a:xfrm xmlns:a="http://schemas.openxmlformats.org/drawingml/2006/main">
            <a:off x="362709" y="384050"/>
            <a:ext cx="11466575" cy="5972300"/>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Tree>
  </p:cSld>
</p:sldLayout>
</file>

<file path=ppt/slideLayouts/slideLayout7.xml><?xml version="1.0" encoding="utf-8"?>
<p:sldLayout xmlns:p="http://schemas.openxmlformats.org/presentationml/2006/main" preserve="1" userDrawn="1">
  <p:cSld name="Section Header Dark">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144D2869-1122-FD4F-93D1-E6818DABA31D}"/>
              </a:ext>
            </a:extLst>
          </p:cNvPr>
          <p:cNvSpPr>
            <a:spLocks xmlns:a="http://schemas.openxmlformats.org/drawingml/2006/main" noGrp="1"/>
          </p:cNvSpPr>
          <p:nvPr>
            <p:ph type="ctrTitle" idx="0" hasCustomPrompt="1"/>
          </p:nvPr>
        </p:nvSpPr>
        <p:spPr>
          <a:xfrm xmlns:a="http://schemas.openxmlformats.org/drawingml/2006/main">
            <a:off x="967976" y="3134047"/>
            <a:ext cx="10385823" cy="1305500"/>
          </a:xfrm>
        </p:spPr>
        <p:txBody>
          <a:bodyPr xmlns:a="http://schemas.openxmlformats.org/drawingml/2006/main" anchor="t">
            <a:normAutofit/>
          </a:bodyPr>
          <a:lstStyle xmlns:a="http://schemas.openxmlformats.org/drawingml/2006/main">
            <a:lvl1pPr algn="ctr">
              <a:buNone/>
              <a:defRPr sz="4000">
                <a:solidFill>
                  <a:schemeClr val="accent5"/>
                </a:solidFill>
              </a:defRPr>
            </a:lvl1pPr>
          </a:lstStyle>
          <a:p xmlns:a="http://schemas.openxmlformats.org/drawingml/2006/main">
            <a:r>
              <a:t>Section Title Here</a:t>
            </a:r>
          </a:p>
        </p:txBody>
      </p:sp>
      <p:sp>
        <p:nvSpPr>
          <p:cNvPr id="7" name="Rectangle 6">
            <a:extLst xmlns:a="http://schemas.openxmlformats.org/drawingml/2006/main">
              <a:ext uri="{FF2B5EF4-FFF2-40B4-BE49-F238E27FC236}">
                <a16:creationId xmlns:a16="http://schemas.microsoft.com/office/drawing/2014/main" id="{365525A9-A6AD-A44B-801E-7959EE0923FD}"/>
              </a:ext>
            </a:extLst>
          </p:cNvPr>
          <p:cNvSpPr>
            <a:spLocks xmlns:a="http://schemas.openxmlformats.org/drawingml/2006/main" noGrp="1"/>
          </p:cNvSpPr>
          <p:nvPr/>
        </p:nvSpPr>
        <p:spPr>
          <a:xfrm xmlns:a="http://schemas.openxmlformats.org/drawingml/2006/main">
            <a:off x="355600" y="385065"/>
            <a:ext cx="11480800" cy="5971285"/>
          </a:xfrm>
          <a:prstGeom xmlns:a="http://schemas.openxmlformats.org/drawingml/2006/main" prst="rect">
            <a:avLst/>
          </a:prstGeom>
          <a:noFill xmlns:a="http://schemas.openxmlformats.org/drawingml/2006/main"/>
          <a:ln xmlns:a="http://schemas.openxmlformats.org/drawingml/2006/main" w="6350">
            <a:gradFill>
              <a:gsLst>
                <a:gs pos="0">
                  <a:srgbClr val="FEEEB6"/>
                </a:gs>
                <a:gs pos="100000">
                  <a:srgbClr val="B49248"/>
                </a:gs>
              </a:gsLst>
              <a:lin ang="5400000" scaled="1"/>
            </a:gra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Section Header Light">
    <p:bg>
      <p:bgPr>
        <a:solidFill xmlns:a="http://schemas.openxmlformats.org/drawingml/2006/main">
          <a:srgbClr val="F5F3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B8EC31-6646-4B5C-960B-6CA323310247}"/>
              </a:ext>
            </a:extLst>
          </p:cNvPr>
          <p:cNvSpPr>
            <a:spLocks xmlns:a="http://schemas.openxmlformats.org/drawingml/2006/main" noGrp="1"/>
          </p:cNvSpPr>
          <p:nvPr>
            <p:ph type="title" idx="0"/>
          </p:nvPr>
        </p:nvSpPr>
        <p:spPr>
          <a:xfrm xmlns:a="http://schemas.openxmlformats.org/drawingml/2006/main">
            <a:off x="476101" y="3148547"/>
            <a:ext cx="11230346" cy="1434085"/>
          </a:xfrm>
        </p:spPr>
        <p:txBody>
          <a:bodyPr xmlns:a="http://schemas.openxmlformats.org/drawingml/2006/main" anchor="t">
            <a:normAutofit/>
          </a:bodyPr>
          <a:lstStyle xmlns:a="http://schemas.openxmlformats.org/drawingml/2006/main">
            <a:lvl1pPr algn="ctr">
              <a:buNone/>
              <a:defRPr sz="4000"/>
            </a:lvl1pPr>
          </a:lstStyle>
          <a:p xmlns:a="http://schemas.openxmlformats.org/drawingml/2006/main">
            <a:r>
              <a:t>Click to edit Master title style</a:t>
            </a:r>
            <a:endParaRPr/>
          </a:p>
        </p:txBody>
      </p:sp>
      <p:pic>
        <p:nvPicPr>
          <p:cNvPr id="9" name="Picture 8">
            <a:extLst xmlns:a="http://schemas.openxmlformats.org/drawingml/2006/main">
              <a:ext uri="{FF2B5EF4-FFF2-40B4-BE49-F238E27FC236}">
                <a16:creationId xmlns:a16="http://schemas.microsoft.com/office/drawing/2014/main" id="{EECE282C-012A-408A-A16D-6E28E8163EC2}"/>
              </a:ext>
            </a:extLst>
          </p:cNvPr>
          <p:cNvPicPr>
            <a:picLocks xmlns:a="http://schemas.openxmlformats.org/drawingml/2006/main" noChangeAspect="1"/>
          </p:cNvPicPr>
          <p:nvPr/>
        </p:nvPicPr>
        <p:blipFill>
          <a:blip xmlns:r="http://schemas.openxmlformats.org/officeDocument/2006/relationships" xmlns:a="http://schemas.openxmlformats.org/drawingml/2006/main" r:embed="Rd8a335dc84fe462c"/>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76101" y="5114924"/>
            <a:ext cx="5276113" cy="1051959"/>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158DDCAA-666B-BB40-B3E0-9F6817656A50}"/>
              </a:ext>
            </a:extLst>
          </p:cNvPr>
          <p:cNvSpPr>
            <a:spLocks xmlns:a="http://schemas.openxmlformats.org/drawingml/2006/main" noGrp="1"/>
          </p:cNvSpPr>
          <p:nvPr>
            <p:ph type="body" idx="13"/>
          </p:nvPr>
        </p:nvSpPr>
        <p:spPr>
          <a:xfrm xmlns:a="http://schemas.openxmlformats.org/drawingml/2006/main">
            <a:off x="6185784" y="5114924"/>
            <a:ext cx="5276113" cy="1051959"/>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FCB49188-E5FA-E44D-BB8D-3EFB7DD66260}"/>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7" name="Text Placeholder 3">
            <a:extLst xmlns:a="http://schemas.openxmlformats.org/drawingml/2006/main">
              <a:ext uri="{FF2B5EF4-FFF2-40B4-BE49-F238E27FC236}">
                <a16:creationId xmlns:a16="http://schemas.microsoft.com/office/drawing/2014/main" id="{3D94DB9D-64AE-3246-A5A1-033C88981041}"/>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9.xml><?xml version="1.0" encoding="utf-8"?>
<p:sldLayout xmlns:p="http://schemas.openxmlformats.org/presentationml/2006/main" preserve="1" userDrawn="1">
  <p:cSld name="Content Slide Light">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D5AA71C6-F0A2-4515-A326-F93F26A0B071}"/>
              </a:ext>
            </a:extLst>
          </p:cNvPr>
          <p:cNvPicPr>
            <a:picLocks xmlns:a="http://schemas.openxmlformats.org/drawingml/2006/main" noChangeAspect="1"/>
          </p:cNvPicPr>
          <p:nvPr/>
        </p:nvPicPr>
        <p:blipFill>
          <a:blip xmlns:r="http://schemas.openxmlformats.org/officeDocument/2006/relationships" xmlns:a="http://schemas.openxmlformats.org/drawingml/2006/main" r:embed="R35544e4e52cc4bca"/>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76101" y="2463800"/>
            <a:ext cx="8529676" cy="2651125"/>
          </a:xfrm>
        </p:spPr>
        <p:txBody>
          <a:bodyPr xmlns:a="http://schemas.openxmlformats.org/drawingml/2006/main">
            <a:normAutofit/>
          </a:bodyPr>
          <a:lstStyle xmlns:a="http://schemas.openxmlformats.org/drawingml/2006/main">
            <a:lvl1pPr marL="0" indent="0">
              <a:lnSpc>
                <a:spcPts val="3000"/>
              </a:lnSpc>
              <a:spcBef>
                <a:spcPts val="0"/>
              </a:spcBef>
              <a:spcAft>
                <a:spcPts val="1400"/>
              </a:spcAft>
              <a:buNone/>
              <a:defRPr sz="2200" b="0" i="0" baseline="0">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1" name="Text Placeholder 3">
            <a:extLst xmlns:a="http://schemas.openxmlformats.org/drawingml/2006/main">
              <a:ext uri="{FF2B5EF4-FFF2-40B4-BE49-F238E27FC236}">
                <a16:creationId xmlns:a16="http://schemas.microsoft.com/office/drawing/2014/main" id="{21D07B40-2FFE-E84A-8C1D-66AF3BE4D38E}"/>
              </a:ext>
            </a:extLst>
          </p:cNvPr>
          <p:cNvSpPr>
            <a:spLocks xmlns:a="http://schemas.openxmlformats.org/drawingml/2006/main" noGrp="1"/>
          </p:cNvSpPr>
          <p:nvPr>
            <p:ph type="body" idx="16"/>
          </p:nvPr>
        </p:nvSpPr>
        <p:spPr>
          <a:xfrm xmlns:a="http://schemas.openxmlformats.org/drawingml/2006/main">
            <a:off x="476101" y="5209658"/>
            <a:ext cx="5276113" cy="1051959"/>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0D6F4D12-C76D-594A-8366-6BDB7BA91D9E}"/>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5A7115C3-295D-ED43-9822-703965AFF1AC}"/>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0.xml><?xml version="1.0" encoding="utf-8"?>
<p:sldLayout xmlns:p="http://schemas.openxmlformats.org/presentationml/2006/main" preserve="1" userDrawn="1">
  <p:cSld name="Content Slide Dark">
    <p:bg>
      <p:bgPr>
        <a:solidFill xmlns:a="http://schemas.openxmlformats.org/drawingml/2006/main">
          <a:schemeClr val="tx1"/>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2D150A3D-06DA-452E-A938-FA07C929C254}"/>
              </a:ext>
            </a:extLst>
          </p:cNvPr>
          <p:cNvPicPr>
            <a:picLocks xmlns:a="http://schemas.openxmlformats.org/drawingml/2006/main" noChangeAspect="1"/>
          </p:cNvPicPr>
          <p:nvPr/>
        </p:nvPicPr>
        <p:blipFill>
          <a:blip xmlns:r="http://schemas.openxmlformats.org/officeDocument/2006/relationships" xmlns:a="http://schemas.openxmlformats.org/drawingml/2006/main" r:embed="Rc85e782412e0415b"/>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65468" y="2463800"/>
            <a:ext cx="8529676" cy="2651125"/>
          </a:xfrm>
        </p:spPr>
        <p:txBody>
          <a:bodyPr xmlns:a="http://schemas.openxmlformats.org/drawingml/2006/main">
            <a:normAutofit/>
          </a:bodyPr>
          <a:lstStyle xmlns:a="http://schemas.openxmlformats.org/drawingml/2006/main">
            <a:lvl1pPr marL="0" indent="0">
              <a:lnSpc>
                <a:spcPts val="3000"/>
              </a:lnSpc>
              <a:spcBef>
                <a:spcPts val="0"/>
              </a:spcBef>
              <a:spcAft>
                <a:spcPts val="1400"/>
              </a:spcAft>
              <a:buNone/>
              <a:defRPr sz="2200" b="0" i="0" baseline="0">
                <a:solidFill>
                  <a:schemeClr val="accent3"/>
                </a:solidFill>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1" name="Text Placeholder 3">
            <a:extLst xmlns:a="http://schemas.openxmlformats.org/drawingml/2006/main">
              <a:ext uri="{FF2B5EF4-FFF2-40B4-BE49-F238E27FC236}">
                <a16:creationId xmlns:a16="http://schemas.microsoft.com/office/drawing/2014/main" id="{BF94D049-750D-4443-ABB8-2C3A349AFA4B}"/>
              </a:ext>
            </a:extLst>
          </p:cNvPr>
          <p:cNvSpPr>
            <a:spLocks xmlns:a="http://schemas.openxmlformats.org/drawingml/2006/main" noGrp="1"/>
          </p:cNvSpPr>
          <p:nvPr>
            <p:ph type="body" idx="16"/>
          </p:nvPr>
        </p:nvSpPr>
        <p:spPr>
          <a:xfrm xmlns:a="http://schemas.openxmlformats.org/drawingml/2006/main">
            <a:off x="476101" y="5209658"/>
            <a:ext cx="5276113" cy="1051959"/>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solidFill>
                  <a:schemeClr val="accent6"/>
                </a:solidFill>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5721C2F4-C445-134C-AB62-EC44C3AC62A6}"/>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DB0C0F91-4826-AB48-8200-0AA6EBCF9CAB}"/>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1.xml><?xml version="1.0" encoding="utf-8"?>
<p:sldLayout xmlns:p="http://schemas.openxmlformats.org/presentationml/2006/main" preserve="1" userDrawn="1">
  <p:cSld name="Content Slide 2">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13" name="Object 1">
            <a:extLst xmlns:a="http://schemas.openxmlformats.org/drawingml/2006/main">
              <a:ext uri="{FF2B5EF4-FFF2-40B4-BE49-F238E27FC236}">
                <a16:creationId xmlns:a16="http://schemas.microsoft.com/office/drawing/2014/main" id="{82CE2211-09E5-4AF6-A43F-3F3B553EEDA3}"/>
              </a:ext>
            </a:extLst>
          </p:cNvPr>
          <p:cNvPicPr>
            <a:picLocks xmlns:a="http://schemas.openxmlformats.org/drawingml/2006/main" noChangeAspect="1"/>
          </p:cNvPicPr>
          <p:nvPr/>
        </p:nvPicPr>
        <p:blipFill>
          <a:blip xmlns:r="http://schemas.openxmlformats.org/officeDocument/2006/relationships" xmlns:a="http://schemas.openxmlformats.org/drawingml/2006/main" r:embed="R274c2a696ff847fd">
            <a:extLst>
              <a:ext uri="{96DAC541-7B7A-43D3-8B79-37D633B846F1}">
                <asvg:svgBlip xmlns:asvg="http://schemas.microsoft.com/office/drawing/2016/SVG/main" r:embed="R33e30061d8b04d70"/>
              </a:ext>
            </a:extLst>
          </a:blip>
          <a:srcRect xmlns:a="http://schemas.openxmlformats.org/drawingml/2006/main" l="0" t="0" r="0" b="0"/>
          <a:stretch xmlns:a="http://schemas.openxmlformats.org/drawingml/2006/main"/>
        </p:blipFill>
        <p:spPr>
          <a:xfrm xmlns:a="http://schemas.openxmlformats.org/drawingml/2006/main">
            <a:off x="6096000" y="0"/>
            <a:ext cx="6096000" cy="6858000"/>
          </a:xfrm>
          <a:prstGeom xmlns:a="http://schemas.openxmlformats.org/drawingml/2006/main" prst="rect">
            <a:avLst/>
          </a:prstGeom>
        </p:spPr>
      </p:pic>
      <p:sp>
        <p:nvSpPr>
          <p:cNvPr id="20" name="Title 1">
            <a:extLst xmlns:a="http://schemas.openxmlformats.org/drawingml/2006/main">
              <a:ext uri="{FF2B5EF4-FFF2-40B4-BE49-F238E27FC236}">
                <a16:creationId xmlns:a16="http://schemas.microsoft.com/office/drawing/2014/main" id="{DB3474F2-813F-144E-A5E3-9EFB3D5E770E}"/>
              </a:ext>
            </a:extLst>
          </p:cNvPr>
          <p:cNvSpPr>
            <a:spLocks xmlns:a="http://schemas.openxmlformats.org/drawingml/2006/main" noGrp="1"/>
          </p:cNvSpPr>
          <p:nvPr>
            <p:ph type="title" idx="0" hasCustomPrompt="1"/>
          </p:nvPr>
        </p:nvSpPr>
        <p:spPr>
          <a:xfrm xmlns:a="http://schemas.openxmlformats.org/drawingml/2006/main">
            <a:off x="444202" y="452406"/>
            <a:ext cx="5163202" cy="752449"/>
          </a:xfrm>
        </p:spPr>
        <p:txBody>
          <a:bodyPr xmlns:a="http://schemas.openxmlformats.org/drawingml/2006/main" anchor="t">
            <a:normAutofit/>
          </a:bodyPr>
          <a:lstStyle xmlns:a="http://schemas.openxmlformats.org/drawingml/2006/main">
            <a:lvl1pPr>
              <a:buNone/>
              <a:defRPr sz="1300" b="1"/>
            </a:lvl1pPr>
          </a:lstStyle>
          <a:p xmlns:a="http://schemas.openxmlformats.org/drawingml/2006/main">
            <a:r>
              <a:t>Introduction Title</a:t>
            </a:r>
          </a:p>
        </p:txBody>
      </p:sp>
      <p:sp>
        <p:nvSpPr>
          <p:cNvPr id="21" name="Text Placeholder 3">
            <a:extLst xmlns:a="http://schemas.openxmlformats.org/drawingml/2006/main">
              <a:ext uri="{FF2B5EF4-FFF2-40B4-BE49-F238E27FC236}">
                <a16:creationId xmlns:a16="http://schemas.microsoft.com/office/drawing/2014/main" id="{5F95F123-F83C-D74D-B917-9E9D3B4BA756}"/>
              </a:ext>
            </a:extLst>
          </p:cNvPr>
          <p:cNvSpPr>
            <a:spLocks xmlns:a="http://schemas.openxmlformats.org/drawingml/2006/main" noGrp="1"/>
          </p:cNvSpPr>
          <p:nvPr>
            <p:ph type="body" idx="2"/>
          </p:nvPr>
        </p:nvSpPr>
        <p:spPr>
          <a:xfrm xmlns:a="http://schemas.openxmlformats.org/drawingml/2006/main">
            <a:off x="447244" y="1702014"/>
            <a:ext cx="5163202" cy="4255854"/>
          </a:xfrm>
        </p:spPr>
        <p:txBody>
          <a:bodyPr xmlns:a="http://schemas.openxmlformats.org/drawingml/2006/main">
            <a:normAutofit/>
          </a:bodyPr>
          <a:lstStyle xmlns:a="http://schemas.openxmlformats.org/drawingml/2006/main">
            <a:lvl1pPr marL="0" indent="0">
              <a:lnSpc>
                <a:spcPts val="3000"/>
              </a:lnSpc>
              <a:spcBef>
                <a:spcPts val="0"/>
              </a:spcBef>
              <a:spcAft>
                <a:spcPts val="1500"/>
              </a:spcAft>
              <a:buNone/>
              <a:defRPr sz="2200" baseline="0">
                <a:latin typeface="Times New Roman"/>
                <a:ea typeface="Times New Roman"/>
                <a:cs typeface="Times New Roman"/>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pic>
        <p:nvPicPr>
          <p:cNvPr id="24" name="Picture 23">
            <a:extLst xmlns:a="http://schemas.openxmlformats.org/drawingml/2006/main">
              <a:ext uri="{FF2B5EF4-FFF2-40B4-BE49-F238E27FC236}">
                <a16:creationId xmlns:a16="http://schemas.microsoft.com/office/drawing/2014/main" id="{003550B2-1AE2-437A-ABD5-7393CB22909F}"/>
              </a:ext>
            </a:extLst>
          </p:cNvPr>
          <p:cNvPicPr>
            <a:picLocks xmlns:a="http://schemas.openxmlformats.org/drawingml/2006/main" noChangeAspect="1"/>
          </p:cNvPicPr>
          <p:nvPr/>
        </p:nvPicPr>
        <p:blipFill>
          <a:blip xmlns:r="http://schemas.openxmlformats.org/officeDocument/2006/relationships" xmlns:a="http://schemas.openxmlformats.org/drawingml/2006/main" r:embed="R6c925dbc96ce4e95"/>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CF927D43-946C-AB43-B96A-8F8625D7ECAF}"/>
              </a:ext>
            </a:extLst>
          </p:cNvPr>
          <p:cNvSpPr>
            <a:spLocks xmlns:a="http://schemas.openxmlformats.org/drawingml/2006/main" noGrp="1"/>
          </p:cNvSpPr>
          <p:nvPr>
            <p:ph type="body" idx="15" hasCustomPrompt="1"/>
          </p:nvPr>
        </p:nvSpPr>
        <p:spPr>
          <a:xfrm xmlns:a="http://schemas.openxmlformats.org/drawingml/2006/main">
            <a:off x="6566312" y="446161"/>
            <a:ext cx="4394634" cy="758694"/>
          </a:xfrm>
        </p:spPr>
        <p:txBody>
          <a:bodyPr xmlns:a="http://schemas.openxmlformats.org/drawingml/2006/main">
            <a:norm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Subtitle</a:t>
            </a:r>
          </a:p>
        </p:txBody>
      </p:sp>
      <p:sp>
        <p:nvSpPr>
          <p:cNvPr id="18" name="Text Placeholder 3">
            <a:extLst xmlns:a="http://schemas.openxmlformats.org/drawingml/2006/main">
              <a:ext uri="{FF2B5EF4-FFF2-40B4-BE49-F238E27FC236}">
                <a16:creationId xmlns:a16="http://schemas.microsoft.com/office/drawing/2014/main" id="{125F86CE-9BC1-6743-9E0C-DD5B6FB8AB49}"/>
              </a:ext>
            </a:extLst>
          </p:cNvPr>
          <p:cNvSpPr>
            <a:spLocks xmlns:a="http://schemas.openxmlformats.org/drawingml/2006/main" noGrp="1"/>
          </p:cNvSpPr>
          <p:nvPr>
            <p:ph type="body" idx="19"/>
          </p:nvPr>
        </p:nvSpPr>
        <p:spPr>
          <a:xfrm xmlns:a="http://schemas.openxmlformats.org/drawingml/2006/main">
            <a:off x="6545850" y="1702014"/>
            <a:ext cx="5140134" cy="4255854"/>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solidFill>
                  <a:schemeClr val="accent5"/>
                </a:solidFill>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lnSpc>
                <a:spcPts val="2000"/>
              </a:lnSpc>
              <a:spcAft>
                <a:spcPts val="1950"/>
              </a:spcAft>
              <a:buNone/>
            </a:pPr>
            <a:r>
              <a:rPr sz="1300">
                <a:latin typeface="Arial"/>
                <a:ea typeface="Arial"/>
                <a:cs typeface="Arial"/>
              </a:rPr>
              <a:t>Click to edit Master text styles</a:t>
            </a:r>
          </a:p>
        </p:txBody>
      </p:sp>
    </p:spTree>
  </p:cSld>
</p:sldLayout>
</file>

<file path=ppt/slideLayouts/slideLayout12.xml><?xml version="1.0" encoding="utf-8"?>
<p:sldLayout xmlns:p="http://schemas.openxmlformats.org/presentationml/2006/main" preserve="1" userDrawn="1">
  <p:cSld name="Content Slide 3">
    <p:bg>
      <p:bgPr>
        <a:solidFill xmlns:a="http://schemas.openxmlformats.org/drawingml/2006/main">
          <a:srgbClr val="F5F3EF"/>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EBF4C0FA-C667-4E65-8475-2FA9C6B8A623}"/>
              </a:ext>
            </a:extLst>
          </p:cNvPr>
          <p:cNvPicPr>
            <a:picLocks xmlns:a="http://schemas.openxmlformats.org/drawingml/2006/main" noChangeAspect="1"/>
          </p:cNvPicPr>
          <p:nvPr/>
        </p:nvPicPr>
        <p:blipFill>
          <a:blip xmlns:r="http://schemas.openxmlformats.org/officeDocument/2006/relationships" xmlns:a="http://schemas.openxmlformats.org/drawingml/2006/main" r:embed="Race51fd5b99a4a45"/>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44202" y="1308839"/>
            <a:ext cx="6264941" cy="1305221"/>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7" name="Straight Connector 16">
            <a:extLst xmlns:a="http://schemas.openxmlformats.org/drawingml/2006/main">
              <a:ext uri="{FF2B5EF4-FFF2-40B4-BE49-F238E27FC236}">
                <a16:creationId xmlns:a16="http://schemas.microsoft.com/office/drawing/2014/main" id="{A6965DD3-730C-46F8-A7E8-2E8530E37B8D}"/>
              </a:ext>
            </a:extLst>
          </p:cNvPr>
          <p:cNvSpPr>
            <a:spLocks xmlns:a="http://schemas.openxmlformats.org/drawingml/2006/main" noGrp="1"/>
          </p:cNvSpPr>
          <p:nvPr/>
        </p:nvSpPr>
        <p:spPr>
          <a:xfrm xmlns:a="http://schemas.openxmlformats.org/drawingml/2006/main">
            <a:off x="7993530" y="2652595"/>
            <a:ext cx="0" cy="3701068"/>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06077DA2-18B8-4ECB-AEFB-353611E9473B}"/>
              </a:ext>
            </a:extLst>
          </p:cNvPr>
          <p:cNvSpPr>
            <a:spLocks xmlns:a="http://schemas.openxmlformats.org/drawingml/2006/main" noGrp="1"/>
          </p:cNvSpPr>
          <p:nvPr/>
        </p:nvSpPr>
        <p:spPr>
          <a:xfrm xmlns:a="http://schemas.openxmlformats.org/drawingml/2006/main">
            <a:off x="4174297" y="2652595"/>
            <a:ext cx="0" cy="3701068"/>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0A7AAB97-6F45-4A63-86B2-2CB4F2E5F73D}"/>
              </a:ext>
            </a:extLst>
          </p:cNvPr>
          <p:cNvSpPr>
            <a:spLocks xmlns:a="http://schemas.openxmlformats.org/drawingml/2006/main" noGrp="1"/>
          </p:cNvSpPr>
          <p:nvPr/>
        </p:nvSpPr>
        <p:spPr>
          <a:xfrm xmlns:a="http://schemas.openxmlformats.org/drawingml/2006/main" flipH="1">
            <a:off x="0" y="2652595"/>
            <a:ext cx="12192000" cy="0"/>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7" name="Text Placeholder 3">
            <a:extLst xmlns:a="http://schemas.openxmlformats.org/drawingml/2006/main">
              <a:ext uri="{FF2B5EF4-FFF2-40B4-BE49-F238E27FC236}">
                <a16:creationId xmlns:a16="http://schemas.microsoft.com/office/drawing/2014/main" id="{AF57EB42-4981-064D-9CE9-E9DB573814EB}"/>
              </a:ext>
            </a:extLst>
          </p:cNvPr>
          <p:cNvSpPr>
            <a:spLocks xmlns:a="http://schemas.openxmlformats.org/drawingml/2006/main" noGrp="1"/>
          </p:cNvSpPr>
          <p:nvPr>
            <p:ph type="body" idx="19"/>
          </p:nvPr>
        </p:nvSpPr>
        <p:spPr>
          <a:xfrm xmlns:a="http://schemas.openxmlformats.org/drawingml/2006/main">
            <a:off x="8086501"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8" name="Text Placeholder 3">
            <a:extLst xmlns:a="http://schemas.openxmlformats.org/drawingml/2006/main">
              <a:ext uri="{FF2B5EF4-FFF2-40B4-BE49-F238E27FC236}">
                <a16:creationId xmlns:a16="http://schemas.microsoft.com/office/drawing/2014/main" id="{4924E4CC-F6FD-524A-9FED-C626A85DF7FA}"/>
              </a:ext>
            </a:extLst>
          </p:cNvPr>
          <p:cNvSpPr>
            <a:spLocks xmlns:a="http://schemas.openxmlformats.org/drawingml/2006/main" noGrp="1"/>
          </p:cNvSpPr>
          <p:nvPr>
            <p:ph type="body" idx="20"/>
          </p:nvPr>
        </p:nvSpPr>
        <p:spPr>
          <a:xfrm xmlns:a="http://schemas.openxmlformats.org/drawingml/2006/main">
            <a:off x="8086501"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9" name="Text Placeholder 3">
            <a:extLst xmlns:a="http://schemas.openxmlformats.org/drawingml/2006/main">
              <a:ext uri="{FF2B5EF4-FFF2-40B4-BE49-F238E27FC236}">
                <a16:creationId xmlns:a16="http://schemas.microsoft.com/office/drawing/2014/main" id="{466B347D-34B5-7142-B26C-56CEAC99DC7D}"/>
              </a:ext>
            </a:extLst>
          </p:cNvPr>
          <p:cNvSpPr>
            <a:spLocks xmlns:a="http://schemas.openxmlformats.org/drawingml/2006/main" noGrp="1"/>
          </p:cNvSpPr>
          <p:nvPr>
            <p:ph type="body" idx="21"/>
          </p:nvPr>
        </p:nvSpPr>
        <p:spPr>
          <a:xfrm xmlns:a="http://schemas.openxmlformats.org/drawingml/2006/main">
            <a:off x="8086501"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4" name="Text Placeholder 3">
            <a:extLst xmlns:a="http://schemas.openxmlformats.org/drawingml/2006/main">
              <a:ext uri="{FF2B5EF4-FFF2-40B4-BE49-F238E27FC236}">
                <a16:creationId xmlns:a16="http://schemas.microsoft.com/office/drawing/2014/main" id="{48838D29-272F-F149-AD8D-3E5D2AD51AF6}"/>
              </a:ext>
            </a:extLst>
          </p:cNvPr>
          <p:cNvSpPr>
            <a:spLocks xmlns:a="http://schemas.openxmlformats.org/drawingml/2006/main" noGrp="1"/>
          </p:cNvSpPr>
          <p:nvPr>
            <p:ph type="body" idx="27"/>
          </p:nvPr>
        </p:nvSpPr>
        <p:spPr>
          <a:xfrm xmlns:a="http://schemas.openxmlformats.org/drawingml/2006/main">
            <a:off x="444202"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5" name="Text Placeholder 3">
            <a:extLst xmlns:a="http://schemas.openxmlformats.org/drawingml/2006/main">
              <a:ext uri="{FF2B5EF4-FFF2-40B4-BE49-F238E27FC236}">
                <a16:creationId xmlns:a16="http://schemas.microsoft.com/office/drawing/2014/main" id="{4B575BD0-362D-7C47-9EAD-C5F806621E1D}"/>
              </a:ext>
            </a:extLst>
          </p:cNvPr>
          <p:cNvSpPr>
            <a:spLocks xmlns:a="http://schemas.openxmlformats.org/drawingml/2006/main" noGrp="1"/>
          </p:cNvSpPr>
          <p:nvPr>
            <p:ph type="body" idx="28"/>
          </p:nvPr>
        </p:nvSpPr>
        <p:spPr>
          <a:xfrm xmlns:a="http://schemas.openxmlformats.org/drawingml/2006/main">
            <a:off x="444202"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6" name="Text Placeholder 3">
            <a:extLst xmlns:a="http://schemas.openxmlformats.org/drawingml/2006/main">
              <a:ext uri="{FF2B5EF4-FFF2-40B4-BE49-F238E27FC236}">
                <a16:creationId xmlns:a16="http://schemas.microsoft.com/office/drawing/2014/main" id="{8003DD90-3175-F44F-8D72-458530DE4A62}"/>
              </a:ext>
            </a:extLst>
          </p:cNvPr>
          <p:cNvSpPr>
            <a:spLocks xmlns:a="http://schemas.openxmlformats.org/drawingml/2006/main" noGrp="1"/>
          </p:cNvSpPr>
          <p:nvPr>
            <p:ph type="body" idx="29"/>
          </p:nvPr>
        </p:nvSpPr>
        <p:spPr>
          <a:xfrm xmlns:a="http://schemas.openxmlformats.org/drawingml/2006/main">
            <a:off x="444202"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7" name="Text Placeholder 3">
            <a:extLst xmlns:a="http://schemas.openxmlformats.org/drawingml/2006/main">
              <a:ext uri="{FF2B5EF4-FFF2-40B4-BE49-F238E27FC236}">
                <a16:creationId xmlns:a16="http://schemas.microsoft.com/office/drawing/2014/main" id="{54DF355D-6530-1F46-BC1A-E979ADECFB94}"/>
              </a:ext>
            </a:extLst>
          </p:cNvPr>
          <p:cNvSpPr>
            <a:spLocks xmlns:a="http://schemas.openxmlformats.org/drawingml/2006/main" noGrp="1"/>
          </p:cNvSpPr>
          <p:nvPr>
            <p:ph type="body" idx="30"/>
          </p:nvPr>
        </p:nvSpPr>
        <p:spPr>
          <a:xfrm xmlns:a="http://schemas.openxmlformats.org/drawingml/2006/main">
            <a:off x="4260638" y="2723842"/>
            <a:ext cx="3670724"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8" name="Text Placeholder 3">
            <a:extLst xmlns:a="http://schemas.openxmlformats.org/drawingml/2006/main">
              <a:ext uri="{FF2B5EF4-FFF2-40B4-BE49-F238E27FC236}">
                <a16:creationId xmlns:a16="http://schemas.microsoft.com/office/drawing/2014/main" id="{E478E426-63EF-244C-B829-98E2E21E119B}"/>
              </a:ext>
            </a:extLst>
          </p:cNvPr>
          <p:cNvSpPr>
            <a:spLocks xmlns:a="http://schemas.openxmlformats.org/drawingml/2006/main" noGrp="1"/>
          </p:cNvSpPr>
          <p:nvPr>
            <p:ph type="body" idx="31"/>
          </p:nvPr>
        </p:nvSpPr>
        <p:spPr>
          <a:xfrm xmlns:a="http://schemas.openxmlformats.org/drawingml/2006/main">
            <a:off x="4260638" y="3121049"/>
            <a:ext cx="3670718"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9" name="Text Placeholder 3">
            <a:extLst xmlns:a="http://schemas.openxmlformats.org/drawingml/2006/main">
              <a:ext uri="{FF2B5EF4-FFF2-40B4-BE49-F238E27FC236}">
                <a16:creationId xmlns:a16="http://schemas.microsoft.com/office/drawing/2014/main" id="{F89BDC90-F4BA-5D40-A0EF-BD5586AFF4BE}"/>
              </a:ext>
            </a:extLst>
          </p:cNvPr>
          <p:cNvSpPr>
            <a:spLocks xmlns:a="http://schemas.openxmlformats.org/drawingml/2006/main" noGrp="1"/>
          </p:cNvSpPr>
          <p:nvPr>
            <p:ph type="body" idx="32"/>
          </p:nvPr>
        </p:nvSpPr>
        <p:spPr>
          <a:xfrm xmlns:a="http://schemas.openxmlformats.org/drawingml/2006/main">
            <a:off x="4260638" y="3999752"/>
            <a:ext cx="3670705" cy="2353911"/>
          </a:xfrm>
        </p:spPr>
        <p:txBody>
          <a:bodyPr xmlns:a="http://schemas.openxmlformats.org/drawingml/2006/main">
            <a:normAutofit/>
          </a:bodyPr>
          <a:lstStyle xmlns:a="http://schemas.openxmlformats.org/drawingml/2006/main">
            <a:lvl1pPr marL="171450" indent="-171450">
              <a:lnSpc>
                <a:spcPct val="150000"/>
              </a:lnSpc>
              <a:spcBef>
                <a:spcPts val="0"/>
              </a:spcBef>
              <a:spcAft>
                <a:spcPts val="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1" name="Text Placeholder 3">
            <a:extLst xmlns:a="http://schemas.openxmlformats.org/drawingml/2006/main">
              <a:ext uri="{FF2B5EF4-FFF2-40B4-BE49-F238E27FC236}">
                <a16:creationId xmlns:a16="http://schemas.microsoft.com/office/drawing/2014/main" id="{A8765B4F-24D8-2641-9261-F629332413A3}"/>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22" name="Text Placeholder 3">
            <a:extLst xmlns:a="http://schemas.openxmlformats.org/drawingml/2006/main">
              <a:ext uri="{FF2B5EF4-FFF2-40B4-BE49-F238E27FC236}">
                <a16:creationId xmlns:a16="http://schemas.microsoft.com/office/drawing/2014/main" id="{94CD120F-A27D-2143-88BD-66FC0DCC6426}"/>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3.xml><?xml version="1.0" encoding="utf-8"?>
<p:sldLayout xmlns:p="http://schemas.openxmlformats.org/presentationml/2006/main" preserve="1" userDrawn="1">
  <p:cSld name="Content Slide 4">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4685E030-CD96-40B0-9866-D838B3715CD5}"/>
              </a:ext>
            </a:extLst>
          </p:cNvPr>
          <p:cNvPicPr>
            <a:picLocks xmlns:a="http://schemas.openxmlformats.org/drawingml/2006/main" noChangeAspect="1"/>
          </p:cNvPicPr>
          <p:nvPr/>
        </p:nvPicPr>
        <p:blipFill>
          <a:blip xmlns:r="http://schemas.openxmlformats.org/officeDocument/2006/relationships" xmlns:a="http://schemas.openxmlformats.org/drawingml/2006/main" r:embed="Re40bef76b7424d4a"/>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2" name="Text Placeholder 3">
            <a:extLst xmlns:a="http://schemas.openxmlformats.org/drawingml/2006/main">
              <a:ext uri="{FF2B5EF4-FFF2-40B4-BE49-F238E27FC236}">
                <a16:creationId xmlns:a16="http://schemas.microsoft.com/office/drawing/2014/main" id="{10DA1228-7D2D-F747-9CD9-30F83FE96438}"/>
              </a:ext>
            </a:extLst>
          </p:cNvPr>
          <p:cNvSpPr>
            <a:spLocks xmlns:a="http://schemas.openxmlformats.org/drawingml/2006/main" noGrp="1"/>
          </p:cNvSpPr>
          <p:nvPr>
            <p:ph type="body" idx="2"/>
          </p:nvPr>
        </p:nvSpPr>
        <p:spPr>
          <a:xfrm xmlns:a="http://schemas.openxmlformats.org/drawingml/2006/main">
            <a:off x="444202" y="1308839"/>
            <a:ext cx="6264941" cy="1305221"/>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158DDCAA-666B-BB40-B3E0-9F6817656A50}"/>
              </a:ext>
            </a:extLst>
          </p:cNvPr>
          <p:cNvSpPr>
            <a:spLocks xmlns:a="http://schemas.openxmlformats.org/drawingml/2006/main" noGrp="1"/>
          </p:cNvSpPr>
          <p:nvPr>
            <p:ph type="body" idx="13"/>
          </p:nvPr>
        </p:nvSpPr>
        <p:spPr>
          <a:xfrm xmlns:a="http://schemas.openxmlformats.org/drawingml/2006/main">
            <a:off x="425654"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7" name="Straight Connector 16">
            <a:extLst xmlns:a="http://schemas.openxmlformats.org/drawingml/2006/main">
              <a:ext uri="{FF2B5EF4-FFF2-40B4-BE49-F238E27FC236}">
                <a16:creationId xmlns:a16="http://schemas.microsoft.com/office/drawing/2014/main" id="{F5C89C18-840D-4F10-8E88-264CA05FA14F}"/>
              </a:ext>
            </a:extLst>
          </p:cNvPr>
          <p:cNvSpPr>
            <a:spLocks xmlns:a="http://schemas.openxmlformats.org/drawingml/2006/main" noGrp="1"/>
          </p:cNvSpPr>
          <p:nvPr/>
        </p:nvSpPr>
        <p:spPr>
          <a:xfrm xmlns:a="http://schemas.openxmlformats.org/drawingml/2006/main">
            <a:off x="610616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47C1C85F-E8C9-4CCD-9992-FB2277B4A5E6}"/>
              </a:ext>
            </a:extLst>
          </p:cNvPr>
          <p:cNvSpPr>
            <a:spLocks xmlns:a="http://schemas.openxmlformats.org/drawingml/2006/main" noGrp="1"/>
          </p:cNvSpPr>
          <p:nvPr/>
        </p:nvSpPr>
        <p:spPr>
          <a:xfrm xmlns:a="http://schemas.openxmlformats.org/drawingml/2006/main">
            <a:off x="897128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4AD0A0C2-9AFE-4DE7-92EC-C730F6AB79D0}"/>
              </a:ext>
            </a:extLst>
          </p:cNvPr>
          <p:cNvSpPr>
            <a:spLocks xmlns:a="http://schemas.openxmlformats.org/drawingml/2006/main" noGrp="1"/>
          </p:cNvSpPr>
          <p:nvPr/>
        </p:nvSpPr>
        <p:spPr>
          <a:xfrm xmlns:a="http://schemas.openxmlformats.org/drawingml/2006/main">
            <a:off x="3241040" y="2652595"/>
            <a:ext cx="0" cy="3703754"/>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9F5B3572-7092-44C6-B0E6-8EE13A835D6B}"/>
              </a:ext>
            </a:extLst>
          </p:cNvPr>
          <p:cNvSpPr>
            <a:spLocks xmlns:a="http://schemas.openxmlformats.org/drawingml/2006/main" noGrp="1"/>
          </p:cNvSpPr>
          <p:nvPr/>
        </p:nvSpPr>
        <p:spPr>
          <a:xfrm xmlns:a="http://schemas.openxmlformats.org/drawingml/2006/main" flipH="1">
            <a:off x="0" y="2652595"/>
            <a:ext cx="12192000" cy="0"/>
          </a:xfrm>
          <a:prstGeom xmlns:a="http://schemas.openxmlformats.org/drawingml/2006/main" prst="line">
            <a:avLst/>
          </a:prstGeom>
          <a:ln xmlns:a="http://schemas.openxmlformats.org/drawingml/2006/main">
            <a:solidFill>
              <a:srgbClr val="B49248"/>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1" name="Text Placeholder 3">
            <a:extLst xmlns:a="http://schemas.openxmlformats.org/drawingml/2006/main">
              <a:ext uri="{FF2B5EF4-FFF2-40B4-BE49-F238E27FC236}">
                <a16:creationId xmlns:a16="http://schemas.microsoft.com/office/drawing/2014/main" id="{9B08375B-C3F2-524E-910B-D9C21C18B5C6}"/>
              </a:ext>
            </a:extLst>
          </p:cNvPr>
          <p:cNvSpPr>
            <a:spLocks xmlns:a="http://schemas.openxmlformats.org/drawingml/2006/main" noGrp="1"/>
          </p:cNvSpPr>
          <p:nvPr>
            <p:ph type="body" idx="14"/>
          </p:nvPr>
        </p:nvSpPr>
        <p:spPr>
          <a:xfrm xmlns:a="http://schemas.openxmlformats.org/drawingml/2006/main">
            <a:off x="425654"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2" name="Text Placeholder 3">
            <a:extLst xmlns:a="http://schemas.openxmlformats.org/drawingml/2006/main">
              <a:ext uri="{FF2B5EF4-FFF2-40B4-BE49-F238E27FC236}">
                <a16:creationId xmlns:a16="http://schemas.microsoft.com/office/drawing/2014/main" id="{BF44CBEE-7235-1C4B-A2D6-7A398A0159FF}"/>
              </a:ext>
            </a:extLst>
          </p:cNvPr>
          <p:cNvSpPr>
            <a:spLocks xmlns:a="http://schemas.openxmlformats.org/drawingml/2006/main" noGrp="1"/>
          </p:cNvSpPr>
          <p:nvPr>
            <p:ph type="body" idx="15"/>
          </p:nvPr>
        </p:nvSpPr>
        <p:spPr>
          <a:xfrm xmlns:a="http://schemas.openxmlformats.org/drawingml/2006/main">
            <a:off x="425655" y="3999753"/>
            <a:ext cx="2765652" cy="2356598"/>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4" name="Text Placeholder 3">
            <a:extLst xmlns:a="http://schemas.openxmlformats.org/drawingml/2006/main">
              <a:ext uri="{FF2B5EF4-FFF2-40B4-BE49-F238E27FC236}">
                <a16:creationId xmlns:a16="http://schemas.microsoft.com/office/drawing/2014/main" id="{83CCFE16-FD6F-9E4A-BE05-F4B5A69432EC}"/>
              </a:ext>
            </a:extLst>
          </p:cNvPr>
          <p:cNvSpPr>
            <a:spLocks xmlns:a="http://schemas.openxmlformats.org/drawingml/2006/main" noGrp="1"/>
          </p:cNvSpPr>
          <p:nvPr>
            <p:ph type="body" idx="16"/>
          </p:nvPr>
        </p:nvSpPr>
        <p:spPr>
          <a:xfrm xmlns:a="http://schemas.openxmlformats.org/drawingml/2006/main">
            <a:off x="3317709"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5" name="Text Placeholder 3">
            <a:extLst xmlns:a="http://schemas.openxmlformats.org/drawingml/2006/main">
              <a:ext uri="{FF2B5EF4-FFF2-40B4-BE49-F238E27FC236}">
                <a16:creationId xmlns:a16="http://schemas.microsoft.com/office/drawing/2014/main" id="{D93C09BD-8DFF-E148-BDEB-C6CC79B3C224}"/>
              </a:ext>
            </a:extLst>
          </p:cNvPr>
          <p:cNvSpPr>
            <a:spLocks xmlns:a="http://schemas.openxmlformats.org/drawingml/2006/main" noGrp="1"/>
          </p:cNvSpPr>
          <p:nvPr>
            <p:ph type="body" idx="17"/>
          </p:nvPr>
        </p:nvSpPr>
        <p:spPr>
          <a:xfrm xmlns:a="http://schemas.openxmlformats.org/drawingml/2006/main">
            <a:off x="3317709"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6" name="Text Placeholder 3">
            <a:extLst xmlns:a="http://schemas.openxmlformats.org/drawingml/2006/main">
              <a:ext uri="{FF2B5EF4-FFF2-40B4-BE49-F238E27FC236}">
                <a16:creationId xmlns:a16="http://schemas.microsoft.com/office/drawing/2014/main" id="{783DDF49-EF8F-2C4C-8580-0A5DD0BEDF83}"/>
              </a:ext>
            </a:extLst>
          </p:cNvPr>
          <p:cNvSpPr>
            <a:spLocks xmlns:a="http://schemas.openxmlformats.org/drawingml/2006/main" noGrp="1"/>
          </p:cNvSpPr>
          <p:nvPr>
            <p:ph type="body" idx="18"/>
          </p:nvPr>
        </p:nvSpPr>
        <p:spPr>
          <a:xfrm xmlns:a="http://schemas.openxmlformats.org/drawingml/2006/main">
            <a:off x="3317710"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7" name="Text Placeholder 3">
            <a:extLst xmlns:a="http://schemas.openxmlformats.org/drawingml/2006/main">
              <a:ext uri="{FF2B5EF4-FFF2-40B4-BE49-F238E27FC236}">
                <a16:creationId xmlns:a16="http://schemas.microsoft.com/office/drawing/2014/main" id="{AF57EB42-4981-064D-9CE9-E9DB573814EB}"/>
              </a:ext>
            </a:extLst>
          </p:cNvPr>
          <p:cNvSpPr>
            <a:spLocks xmlns:a="http://schemas.openxmlformats.org/drawingml/2006/main" noGrp="1"/>
          </p:cNvSpPr>
          <p:nvPr>
            <p:ph type="body" idx="19"/>
          </p:nvPr>
        </p:nvSpPr>
        <p:spPr>
          <a:xfrm xmlns:a="http://schemas.openxmlformats.org/drawingml/2006/main">
            <a:off x="6199131"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8" name="Text Placeholder 3">
            <a:extLst xmlns:a="http://schemas.openxmlformats.org/drawingml/2006/main">
              <a:ext uri="{FF2B5EF4-FFF2-40B4-BE49-F238E27FC236}">
                <a16:creationId xmlns:a16="http://schemas.microsoft.com/office/drawing/2014/main" id="{4924E4CC-F6FD-524A-9FED-C626A85DF7FA}"/>
              </a:ext>
            </a:extLst>
          </p:cNvPr>
          <p:cNvSpPr>
            <a:spLocks xmlns:a="http://schemas.openxmlformats.org/drawingml/2006/main" noGrp="1"/>
          </p:cNvSpPr>
          <p:nvPr>
            <p:ph type="body" idx="20"/>
          </p:nvPr>
        </p:nvSpPr>
        <p:spPr>
          <a:xfrm xmlns:a="http://schemas.openxmlformats.org/drawingml/2006/main">
            <a:off x="6199131"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9" name="Text Placeholder 3">
            <a:extLst xmlns:a="http://schemas.openxmlformats.org/drawingml/2006/main">
              <a:ext uri="{FF2B5EF4-FFF2-40B4-BE49-F238E27FC236}">
                <a16:creationId xmlns:a16="http://schemas.microsoft.com/office/drawing/2014/main" id="{466B347D-34B5-7142-B26C-56CEAC99DC7D}"/>
              </a:ext>
            </a:extLst>
          </p:cNvPr>
          <p:cNvSpPr>
            <a:spLocks xmlns:a="http://schemas.openxmlformats.org/drawingml/2006/main" noGrp="1"/>
          </p:cNvSpPr>
          <p:nvPr>
            <p:ph type="body" idx="21"/>
          </p:nvPr>
        </p:nvSpPr>
        <p:spPr>
          <a:xfrm xmlns:a="http://schemas.openxmlformats.org/drawingml/2006/main">
            <a:off x="6199132"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0" name="Text Placeholder 3">
            <a:extLst xmlns:a="http://schemas.openxmlformats.org/drawingml/2006/main">
              <a:ext uri="{FF2B5EF4-FFF2-40B4-BE49-F238E27FC236}">
                <a16:creationId xmlns:a16="http://schemas.microsoft.com/office/drawing/2014/main" id="{A6703E58-9291-EE40-8DCB-A241470F951D}"/>
              </a:ext>
            </a:extLst>
          </p:cNvPr>
          <p:cNvSpPr>
            <a:spLocks xmlns:a="http://schemas.openxmlformats.org/drawingml/2006/main" noGrp="1"/>
          </p:cNvSpPr>
          <p:nvPr>
            <p:ph type="body" idx="22"/>
          </p:nvPr>
        </p:nvSpPr>
        <p:spPr>
          <a:xfrm xmlns:a="http://schemas.openxmlformats.org/drawingml/2006/main">
            <a:off x="9091189" y="2723842"/>
            <a:ext cx="2755489" cy="362322"/>
          </a:xfrm>
        </p:spPr>
        <p:txBody>
          <a:bodyPr xmlns:a="http://schemas.openxmlformats.org/drawingml/2006/main">
            <a:normAutofit/>
          </a:bodyPr>
          <a:lstStyle xmlns:a="http://schemas.openxmlformats.org/drawingml/2006/main">
            <a:lvl1pPr marL="0" indent="0">
              <a:lnSpc>
                <a:spcPct val="150000"/>
              </a:lnSpc>
              <a:spcBef>
                <a:spcPts val="0"/>
              </a:spcBef>
              <a:spcAft>
                <a:spcPts val="1000"/>
              </a:spcAft>
              <a:buNone/>
              <a:defRPr sz="1300" b="1"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1" name="Text Placeholder 3">
            <a:extLst xmlns:a="http://schemas.openxmlformats.org/drawingml/2006/main">
              <a:ext uri="{FF2B5EF4-FFF2-40B4-BE49-F238E27FC236}">
                <a16:creationId xmlns:a16="http://schemas.microsoft.com/office/drawing/2014/main" id="{CD451DD1-615B-AE43-9B8E-1BB26CDED94B}"/>
              </a:ext>
            </a:extLst>
          </p:cNvPr>
          <p:cNvSpPr>
            <a:spLocks xmlns:a="http://schemas.openxmlformats.org/drawingml/2006/main" noGrp="1"/>
          </p:cNvSpPr>
          <p:nvPr>
            <p:ph type="body" idx="23"/>
          </p:nvPr>
        </p:nvSpPr>
        <p:spPr>
          <a:xfrm xmlns:a="http://schemas.openxmlformats.org/drawingml/2006/main">
            <a:off x="9091189" y="3121049"/>
            <a:ext cx="2755487" cy="833296"/>
          </a:xfrm>
        </p:spPr>
        <p:txBody>
          <a:bodyPr xmlns:a="http://schemas.openxmlformats.org/drawingml/2006/main">
            <a:normAutofit/>
          </a:bodyPr>
          <a:lstStyle xmlns:a="http://schemas.openxmlformats.org/drawingml/2006/main">
            <a:lvl1pPr marL="0" indent="0">
              <a:lnSpc>
                <a:spcPct val="150000"/>
              </a:lnSpc>
              <a:spcBef>
                <a:spcPts val="0"/>
              </a:spcBef>
              <a:spcAft>
                <a:spcPts val="0"/>
              </a:spcAft>
              <a:buNone/>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2" name="Text Placeholder 3">
            <a:extLst xmlns:a="http://schemas.openxmlformats.org/drawingml/2006/main">
              <a:ext uri="{FF2B5EF4-FFF2-40B4-BE49-F238E27FC236}">
                <a16:creationId xmlns:a16="http://schemas.microsoft.com/office/drawing/2014/main" id="{B5571B90-D179-B34F-95F4-C185A51AB586}"/>
              </a:ext>
            </a:extLst>
          </p:cNvPr>
          <p:cNvSpPr>
            <a:spLocks xmlns:a="http://schemas.openxmlformats.org/drawingml/2006/main" noGrp="1"/>
          </p:cNvSpPr>
          <p:nvPr>
            <p:ph type="body" idx="24"/>
          </p:nvPr>
        </p:nvSpPr>
        <p:spPr>
          <a:xfrm xmlns:a="http://schemas.openxmlformats.org/drawingml/2006/main">
            <a:off x="9091190" y="3999753"/>
            <a:ext cx="2765652" cy="2356596"/>
          </a:xfrm>
        </p:spPr>
        <p:txBody>
          <a:bodyPr xmlns:a="http://schemas.openxmlformats.org/drawingml/2006/main">
            <a:normAutofit/>
          </a:bodyPr>
          <a:lstStyle xmlns:a="http://schemas.openxmlformats.org/drawingml/2006/main">
            <a:lvl1pPr marL="171450" indent="-171450">
              <a:lnSpc>
                <a:spcPct val="150000"/>
              </a:lnSpc>
              <a:spcBef>
                <a:spcPts val="0"/>
              </a:spcBef>
              <a:spcAft>
                <a:spcPts val="1000"/>
              </a:spcAft>
              <a:buClr>
                <a:schemeClr val="accent2"/>
              </a:buClr>
              <a:buFont typeface="Arial"/>
              <a:buChar char="•"/>
              <a:defRPr sz="10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4" name="Text Placeholder 3">
            <a:extLst xmlns:a="http://schemas.openxmlformats.org/drawingml/2006/main">
              <a:ext uri="{FF2B5EF4-FFF2-40B4-BE49-F238E27FC236}">
                <a16:creationId xmlns:a16="http://schemas.microsoft.com/office/drawing/2014/main" id="{7FCF8479-82B0-0840-9B2D-AC5FD4ACD354}"/>
              </a:ext>
            </a:extLst>
          </p:cNvPr>
          <p:cNvSpPr>
            <a:spLocks xmlns:a="http://schemas.openxmlformats.org/drawingml/2006/main" noGrp="1"/>
          </p:cNvSpPr>
          <p:nvPr>
            <p:ph type="body" idx="25"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35" name="Text Placeholder 3">
            <a:extLst xmlns:a="http://schemas.openxmlformats.org/drawingml/2006/main">
              <a:ext uri="{FF2B5EF4-FFF2-40B4-BE49-F238E27FC236}">
                <a16:creationId xmlns:a16="http://schemas.microsoft.com/office/drawing/2014/main" id="{37032ABB-7447-304B-BC64-9369BF7A9356}"/>
              </a:ext>
            </a:extLst>
          </p:cNvPr>
          <p:cNvSpPr>
            <a:spLocks xmlns:a="http://schemas.openxmlformats.org/drawingml/2006/main" noGrp="1"/>
          </p:cNvSpPr>
          <p:nvPr>
            <p:ph type="body" idx="26"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4.xml><?xml version="1.0" encoding="utf-8"?>
<p:sldLayout xmlns:p="http://schemas.openxmlformats.org/presentationml/2006/main" preserve="1" userDrawn="1">
  <p:cSld name="Content Slide_with Image">
    <p:bg>
      <p:bgPr>
        <a:solidFill xmlns:a="http://schemas.openxmlformats.org/drawingml/2006/main">
          <a:schemeClr val="accent4"/>
        </a:solidFill>
      </p:bgPr>
    </p:bg>
    <p:spTree>
      <p:nvGrpSpPr>
        <p:cNvPr id="1" name=""/>
        <p:cNvGrpSpPr/>
        <p:nvPr/>
      </p:nvGrpSpPr>
      <p:grpSpPr>
        <a:xfrm xmlns:a="http://schemas.openxmlformats.org/drawingml/2006/main"/>
      </p:grpSpPr>
      <p:sp>
        <p:nvSpPr>
          <p:cNvPr id="14" name="Text Placeholder 3">
            <a:extLst xmlns:a="http://schemas.openxmlformats.org/drawingml/2006/main">
              <a:ext uri="{FF2B5EF4-FFF2-40B4-BE49-F238E27FC236}">
                <a16:creationId xmlns:a16="http://schemas.microsoft.com/office/drawing/2014/main" id="{43DBC3CC-6FE7-A44B-BF70-8A106D9EA57A}"/>
              </a:ext>
            </a:extLst>
          </p:cNvPr>
          <p:cNvSpPr>
            <a:spLocks xmlns:a="http://schemas.openxmlformats.org/drawingml/2006/main" noGrp="1"/>
          </p:cNvSpPr>
          <p:nvPr>
            <p:ph type="body" idx="14"/>
          </p:nvPr>
        </p:nvSpPr>
        <p:spPr>
          <a:xfrm xmlns:a="http://schemas.openxmlformats.org/drawingml/2006/main">
            <a:off x="444203" y="2125027"/>
            <a:ext cx="5099050" cy="4135260"/>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pic>
        <p:nvPicPr>
          <p:cNvPr id="15" name="Picture 14">
            <a:extLst xmlns:a="http://schemas.openxmlformats.org/drawingml/2006/main">
              <a:ext uri="{FF2B5EF4-FFF2-40B4-BE49-F238E27FC236}">
                <a16:creationId xmlns:a16="http://schemas.microsoft.com/office/drawing/2014/main" id="{48F54E84-6955-4B8B-A524-6D880B6B441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9388ee02e204357"/>
          <a:srcRect xmlns:a="http://schemas.openxmlformats.org/drawingml/2006/main" l="17520" t="6646" r="29386" b="1660"/>
          <a:stretch xmlns:a="http://schemas.openxmlformats.org/drawingml/2006/main"/>
        </p:blipFill>
        <p:spPr>
          <a:xfrm xmlns:a="http://schemas.openxmlformats.org/drawingml/2006/main">
            <a:off x="6095999" y="0"/>
            <a:ext cx="6096001" cy="6858000"/>
          </a:xfrm>
          <a:prstGeom xmlns:a="http://schemas.openxmlformats.org/drawingml/2006/main" prst="rect">
            <a:avLst/>
          </a:prstGeom>
        </p:spPr>
      </p:pic>
      <p:sp>
        <p:nvSpPr>
          <p:cNvPr id="13" name="Text Placeholder 3">
            <a:extLst xmlns:a="http://schemas.openxmlformats.org/drawingml/2006/main">
              <a:ext uri="{FF2B5EF4-FFF2-40B4-BE49-F238E27FC236}">
                <a16:creationId xmlns:a16="http://schemas.microsoft.com/office/drawing/2014/main" id="{9961E201-BA38-4447-A0C1-6213D4ABE431}"/>
              </a:ext>
            </a:extLst>
          </p:cNvPr>
          <p:cNvSpPr>
            <a:spLocks xmlns:a="http://schemas.openxmlformats.org/drawingml/2006/main" noGrp="1"/>
          </p:cNvSpPr>
          <p:nvPr>
            <p:ph type="body" idx="15" hasCustomPrompt="1"/>
          </p:nvPr>
        </p:nvSpPr>
        <p:spPr>
          <a:xfrm xmlns:a="http://schemas.openxmlformats.org/drawingml/2006/main">
            <a:off x="476102" y="241683"/>
            <a:ext cx="5333028"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6" name="Text Placeholder 3">
            <a:extLst xmlns:a="http://schemas.openxmlformats.org/drawingml/2006/main">
              <a:ext uri="{FF2B5EF4-FFF2-40B4-BE49-F238E27FC236}">
                <a16:creationId xmlns:a16="http://schemas.microsoft.com/office/drawing/2014/main" id="{7B363821-E1AE-0E4B-AB14-075EE424E572}"/>
              </a:ext>
            </a:extLst>
          </p:cNvPr>
          <p:cNvSpPr>
            <a:spLocks xmlns:a="http://schemas.openxmlformats.org/drawingml/2006/main" noGrp="1"/>
          </p:cNvSpPr>
          <p:nvPr>
            <p:ph type="body" idx="16" hasCustomPrompt="1"/>
          </p:nvPr>
        </p:nvSpPr>
        <p:spPr>
          <a:xfrm xmlns:a="http://schemas.openxmlformats.org/drawingml/2006/main">
            <a:off x="476100" y="698668"/>
            <a:ext cx="533302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5.xml><?xml version="1.0" encoding="utf-8"?>
<p:sldLayout xmlns:p="http://schemas.openxmlformats.org/presentationml/2006/main" preserve="1" userDrawn="1">
  <p:cSld name="Content Slide_place image">
    <p:bg>
      <p:bgPr>
        <a:solidFill xmlns:a="http://schemas.openxmlformats.org/drawingml/2006/main">
          <a:schemeClr val="accent4"/>
        </a:solidFill>
      </p:bgPr>
    </p:bg>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D1E4FA67-482D-F249-9F64-D3A7846B76E0}"/>
              </a:ext>
            </a:extLst>
          </p:cNvPr>
          <p:cNvSpPr>
            <a:spLocks xmlns:a="http://schemas.openxmlformats.org/drawingml/2006/main" noGrp="1"/>
          </p:cNvSpPr>
          <p:nvPr>
            <p:ph type="pic" idx="15"/>
          </p:nvPr>
        </p:nvSpPr>
        <p:spPr>
          <a:xfrm xmlns:a="http://schemas.openxmlformats.org/drawingml/2006/main">
            <a:off x="6121820" y="0"/>
            <a:ext cx="6070180" cy="6858000"/>
          </a:xfrm>
        </p:spPr>
        <p:txBody>
          <a:bodyPr xmlns:a="http://schemas.openxmlformats.org/drawingml/2006/main" anchor="t">
            <a:normAutofit/>
          </a:bodyPr>
          <a:lstStyle xmlns:a="http://schemas.openxmlformats.org/drawingml/2006/main">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14" name="Text Placeholder 3">
            <a:extLst xmlns:a="http://schemas.openxmlformats.org/drawingml/2006/main">
              <a:ext uri="{FF2B5EF4-FFF2-40B4-BE49-F238E27FC236}">
                <a16:creationId xmlns:a16="http://schemas.microsoft.com/office/drawing/2014/main" id="{43DBC3CC-6FE7-A44B-BF70-8A106D9EA57A}"/>
              </a:ext>
            </a:extLst>
          </p:cNvPr>
          <p:cNvSpPr>
            <a:spLocks xmlns:a="http://schemas.openxmlformats.org/drawingml/2006/main" noGrp="1"/>
          </p:cNvSpPr>
          <p:nvPr>
            <p:ph type="body" idx="14"/>
          </p:nvPr>
        </p:nvSpPr>
        <p:spPr>
          <a:xfrm xmlns:a="http://schemas.openxmlformats.org/drawingml/2006/main">
            <a:off x="444203" y="2125027"/>
            <a:ext cx="5099050" cy="4135260"/>
          </a:xfrm>
        </p:spPr>
        <p:txBody>
          <a:bodyPr xmlns:a="http://schemas.openxmlformats.org/drawingml/2006/main" anchor="b">
            <a:normAutofit/>
          </a:bodyPr>
          <a:lstStyle xmlns:a="http://schemas.openxmlformats.org/drawingml/2006/main">
            <a:lvl1pPr marL="0" indent="0">
              <a:lnSpc>
                <a:spcPct val="150000"/>
              </a:lnSpc>
              <a:spcBef>
                <a:spcPts val="0"/>
              </a:spcBef>
              <a:spcAft>
                <a:spcPts val="1000"/>
              </a:spcAft>
              <a:buNone/>
              <a:defRPr sz="1300" baseline="0">
                <a:latin typeface="Arial"/>
                <a:ea typeface="Arial"/>
                <a:cs typeface="Aria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5" name="Text Placeholder 3">
            <a:extLst xmlns:a="http://schemas.openxmlformats.org/drawingml/2006/main">
              <a:ext uri="{FF2B5EF4-FFF2-40B4-BE49-F238E27FC236}">
                <a16:creationId xmlns:a16="http://schemas.microsoft.com/office/drawing/2014/main" id="{F9F9F3A5-801B-434A-86BB-2BEE7C86970F}"/>
              </a:ext>
            </a:extLst>
          </p:cNvPr>
          <p:cNvSpPr>
            <a:spLocks xmlns:a="http://schemas.openxmlformats.org/drawingml/2006/main" noGrp="1"/>
          </p:cNvSpPr>
          <p:nvPr>
            <p:ph type="body" idx="18" hasCustomPrompt="1"/>
          </p:nvPr>
        </p:nvSpPr>
        <p:spPr>
          <a:xfrm xmlns:a="http://schemas.openxmlformats.org/drawingml/2006/main">
            <a:off x="476101" y="241683"/>
            <a:ext cx="5386817"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6" name="Text Placeholder 3">
            <a:extLst xmlns:a="http://schemas.openxmlformats.org/drawingml/2006/main">
              <a:ext uri="{FF2B5EF4-FFF2-40B4-BE49-F238E27FC236}">
                <a16:creationId xmlns:a16="http://schemas.microsoft.com/office/drawing/2014/main" id="{A8A2491D-CED1-3E4A-83F9-0AEC1BF664CD}"/>
              </a:ext>
            </a:extLst>
          </p:cNvPr>
          <p:cNvSpPr>
            <a:spLocks xmlns:a="http://schemas.openxmlformats.org/drawingml/2006/main" noGrp="1"/>
          </p:cNvSpPr>
          <p:nvPr>
            <p:ph type="body" idx="19" hasCustomPrompt="1"/>
          </p:nvPr>
        </p:nvSpPr>
        <p:spPr>
          <a:xfrm xmlns:a="http://schemas.openxmlformats.org/drawingml/2006/main">
            <a:off x="476101" y="698668"/>
            <a:ext cx="5386818"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6.xml><?xml version="1.0" encoding="utf-8"?>
<p:sldLayout xmlns:p="http://schemas.openxmlformats.org/presentationml/2006/main" preserve="1" userDrawn="1">
  <p:cSld name="Content Slide Dark_with list">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73EA2031-4E46-40AA-A96C-70B797097085}"/>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342900" marR="0" indent="-342900" algn="l" defTabSz="457200">
              <a:lnSpc>
                <a:spcPct val="150000"/>
              </a:lnSpc>
              <a:spcBef>
                <a:spcPts val="0"/>
              </a:spcBef>
              <a:spcAft>
                <a:spcPts val="0"/>
              </a:spcAft>
              <a:buClr>
                <a:srgbClr val="D2B16D"/>
              </a:buClr>
              <a:buSzPct val="70000"/>
              <a:buFont typeface="Arial"/>
              <a:buChar char="•"/>
              <a:defRPr sz="2000" kern="1200">
                <a:solidFill>
                  <a:srgbClr val="E0D5C0"/>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31915613-E1B5-49F7-8FB1-94A883CD9A92}"/>
              </a:ext>
            </a:extLst>
          </p:cNvPr>
          <p:cNvPicPr>
            <a:picLocks xmlns:a="http://schemas.openxmlformats.org/drawingml/2006/main" noChangeAspect="1"/>
          </p:cNvPicPr>
          <p:nvPr/>
        </p:nvPicPr>
        <p:blipFill>
          <a:blip xmlns:r="http://schemas.openxmlformats.org/officeDocument/2006/relationships" xmlns:a="http://schemas.openxmlformats.org/drawingml/2006/main" r:embed="R762a5af3fe214e85"/>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4" name="Text Placeholder 3">
            <a:extLst xmlns:a="http://schemas.openxmlformats.org/drawingml/2006/main">
              <a:ext uri="{FF2B5EF4-FFF2-40B4-BE49-F238E27FC236}">
                <a16:creationId xmlns:a16="http://schemas.microsoft.com/office/drawing/2014/main" id="{B7E7661C-8F47-A84E-B097-83D2887BAAE5}"/>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C9E33F36-CB6A-3845-B322-222BD9B1F419}"/>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7.xml><?xml version="1.0" encoding="utf-8"?>
<p:sldLayout xmlns:p="http://schemas.openxmlformats.org/presentationml/2006/main" preserve="1" userDrawn="1">
  <p:cSld name="Content Slide Dark 2">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0CB8B974-004B-4268-B6CB-5543DC788E47}"/>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0" marR="0" indent="0" algn="l" defTabSz="457200">
              <a:lnSpc>
                <a:spcPct val="150000"/>
              </a:lnSpc>
              <a:spcBef>
                <a:spcPts val="0"/>
              </a:spcBef>
              <a:spcAft>
                <a:spcPts val="0"/>
              </a:spcAft>
              <a:buClr>
                <a:srgbClr val="D2B16D"/>
              </a:buClr>
              <a:buSzPct val="70000"/>
              <a:buFont typeface="Arial"/>
              <a:buNone/>
              <a:defRPr sz="2000" kern="1200">
                <a:solidFill>
                  <a:srgbClr val="E0D5C0"/>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27BEB435-A758-496E-B85D-A006B27B2A0B}"/>
              </a:ext>
            </a:extLst>
          </p:cNvPr>
          <p:cNvPicPr>
            <a:picLocks xmlns:a="http://schemas.openxmlformats.org/drawingml/2006/main" noChangeAspect="1"/>
          </p:cNvPicPr>
          <p:nvPr/>
        </p:nvPicPr>
        <p:blipFill>
          <a:blip xmlns:r="http://schemas.openxmlformats.org/officeDocument/2006/relationships" xmlns:a="http://schemas.openxmlformats.org/drawingml/2006/main" r:embed="Rcdead244bda141a3"/>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4" name="Text Placeholder 3">
            <a:extLst xmlns:a="http://schemas.openxmlformats.org/drawingml/2006/main">
              <a:ext uri="{FF2B5EF4-FFF2-40B4-BE49-F238E27FC236}">
                <a16:creationId xmlns:a16="http://schemas.microsoft.com/office/drawing/2014/main" id="{679ACECD-DD2A-B64F-8E1E-426B640A054C}"/>
              </a:ext>
            </a:extLst>
          </p:cNvPr>
          <p:cNvSpPr>
            <a:spLocks xmlns:a="http://schemas.openxmlformats.org/drawingml/2006/main" noGrp="1"/>
          </p:cNvSpPr>
          <p:nvPr>
            <p:ph type="body" idx="17"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38619EC4-76DA-1644-8D14-0A5DD8E7E339}"/>
              </a:ext>
            </a:extLst>
          </p:cNvPr>
          <p:cNvSpPr>
            <a:spLocks xmlns:a="http://schemas.openxmlformats.org/drawingml/2006/main" noGrp="1"/>
          </p:cNvSpPr>
          <p:nvPr>
            <p:ph type="body" idx="18"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8.xml><?xml version="1.0" encoding="utf-8"?>
<p:sldLayout xmlns:p="http://schemas.openxmlformats.org/presentationml/2006/main" preserve="1" userDrawn="1">
  <p:cSld name="Content Slide Light_with list">
    <p:bg>
      <p:bgPr>
        <a:solidFill xmlns:a="http://schemas.openxmlformats.org/drawingml/2006/main">
          <a:srgbClr val="F5F3EF"/>
        </a:solidFill>
      </p:bgPr>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F9D341D6-DA5F-4B47-BFBB-B966A0928482}"/>
              </a:ext>
            </a:extLst>
          </p:cNvPr>
          <p:cNvPicPr>
            <a:picLocks xmlns:a="http://schemas.openxmlformats.org/drawingml/2006/main" noChangeAspect="1"/>
          </p:cNvPicPr>
          <p:nvPr/>
        </p:nvPicPr>
        <p:blipFill>
          <a:blip xmlns:r="http://schemas.openxmlformats.org/officeDocument/2006/relationships" xmlns:a="http://schemas.openxmlformats.org/drawingml/2006/main" r:embed="R2fdf78af44914ee4"/>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3" name="Subtitle 2">
            <a:extLst xmlns:a="http://schemas.openxmlformats.org/drawingml/2006/main">
              <a:ext uri="{FF2B5EF4-FFF2-40B4-BE49-F238E27FC236}">
                <a16:creationId xmlns:a16="http://schemas.microsoft.com/office/drawing/2014/main" id="{B9925059-DA62-0741-A886-A75ABAED9C3E}"/>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342900" marR="0" indent="-342900" algn="l" defTabSz="457200">
              <a:lnSpc>
                <a:spcPct val="150000"/>
              </a:lnSpc>
              <a:spcBef>
                <a:spcPts val="0"/>
              </a:spcBef>
              <a:spcAft>
                <a:spcPts val="0"/>
              </a:spcAft>
              <a:buClr>
                <a:srgbClr val="D2B16D"/>
              </a:buClr>
              <a:buSzPct val="70000"/>
              <a:buFont typeface="Arial"/>
              <a:buChar char="•"/>
              <a:defRPr sz="2000" kern="1200">
                <a:solidFill>
                  <a:schemeClr val="tx1"/>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sp>
        <p:nvSpPr>
          <p:cNvPr id="14" name="Text Placeholder 3">
            <a:extLst xmlns:a="http://schemas.openxmlformats.org/drawingml/2006/main">
              <a:ext uri="{FF2B5EF4-FFF2-40B4-BE49-F238E27FC236}">
                <a16:creationId xmlns:a16="http://schemas.microsoft.com/office/drawing/2014/main" id="{1764541A-60A7-0341-A51E-F5FF355F6C52}"/>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5" name="Text Placeholder 3">
            <a:extLst xmlns:a="http://schemas.openxmlformats.org/drawingml/2006/main">
              <a:ext uri="{FF2B5EF4-FFF2-40B4-BE49-F238E27FC236}">
                <a16:creationId xmlns:a16="http://schemas.microsoft.com/office/drawing/2014/main" id="{3BDE9E37-ED42-4A4B-B60D-A82312F735AA}"/>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19.xml><?xml version="1.0" encoding="utf-8"?>
<p:sldLayout xmlns:p="http://schemas.openxmlformats.org/presentationml/2006/main" preserve="1" userDrawn="1">
  <p:cSld name="Content Slide Light 2">
    <p:bg>
      <p:bgRef idx="1001">
        <a:schemeClr xmlns:a="http://schemas.openxmlformats.org/drawingml/2006/main" val="bg1"/>
      </p:bgRef>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D38FD27E-E1E6-49CF-908F-999674D8B343}"/>
              </a:ext>
            </a:extLst>
          </p:cNvPr>
          <p:cNvSpPr>
            <a:spLocks xmlns:a="http://schemas.openxmlformats.org/drawingml/2006/main" noGrp="1"/>
          </p:cNvSpPr>
          <p:nvPr>
            <p:ph type="subTitle" idx="1" hasCustomPrompt="1"/>
          </p:nvPr>
        </p:nvSpPr>
        <p:spPr>
          <a:xfrm xmlns:a="http://schemas.openxmlformats.org/drawingml/2006/main">
            <a:off x="508000" y="2283090"/>
            <a:ext cx="9852104" cy="3181151"/>
          </a:xfrm>
        </p:spPr>
        <p:txBody>
          <a:bodyPr xmlns:a="http://schemas.openxmlformats.org/drawingml/2006/main">
            <a:normAutofit/>
          </a:bodyPr>
          <a:lstStyle xmlns:a="http://schemas.openxmlformats.org/drawingml/2006/main">
            <a:lvl1pPr marL="0" marR="0" indent="0" algn="l" defTabSz="457200">
              <a:lnSpc>
                <a:spcPct val="150000"/>
              </a:lnSpc>
              <a:spcBef>
                <a:spcPts val="0"/>
              </a:spcBef>
              <a:spcAft>
                <a:spcPts val="0"/>
              </a:spcAft>
              <a:buClr>
                <a:srgbClr val="D2B16D"/>
              </a:buClr>
              <a:buSzPct val="70000"/>
              <a:buFont typeface="Arial"/>
              <a:buNone/>
              <a:defRPr sz="2000" kern="1200">
                <a:solidFill>
                  <a:schemeClr val="tx1"/>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marL="251460" marR="0" lvl="0" indent="-342900" algn="l" defTabSz="914400">
              <a:lnSpc>
                <a:spcPct val="90000"/>
              </a:lnSpc>
              <a:spcBef>
                <a:spcPts val="1000"/>
              </a:spcBef>
              <a:spcAft>
                <a:spcPts val="0"/>
              </a:spcAft>
              <a:buClr>
                <a:schemeClr val="accent2"/>
              </a:buClr>
              <a:buSzPct val="80000"/>
              <a:buNone/>
            </a:pPr>
            <a:r>
              <a:t>Click to edit Master text styles</a:t>
            </a:r>
          </a:p>
        </p:txBody>
      </p:sp>
      <p:pic>
        <p:nvPicPr>
          <p:cNvPr id="20" name="Picture 19">
            <a:extLst xmlns:a="http://schemas.openxmlformats.org/drawingml/2006/main">
              <a:ext uri="{FF2B5EF4-FFF2-40B4-BE49-F238E27FC236}">
                <a16:creationId xmlns:a16="http://schemas.microsoft.com/office/drawing/2014/main" id="{B8F69DBE-B7B9-498B-973E-3F20F2B45527}"/>
              </a:ext>
            </a:extLst>
          </p:cNvPr>
          <p:cNvPicPr>
            <a:picLocks xmlns:a="http://schemas.openxmlformats.org/drawingml/2006/main" noChangeAspect="1"/>
          </p:cNvPicPr>
          <p:nvPr/>
        </p:nvPicPr>
        <p:blipFill>
          <a:blip xmlns:r="http://schemas.openxmlformats.org/officeDocument/2006/relationships" xmlns:a="http://schemas.openxmlformats.org/drawingml/2006/main" r:embed="Rb5146632b8704d79"/>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13" name="Text Placeholder 3">
            <a:extLst xmlns:a="http://schemas.openxmlformats.org/drawingml/2006/main">
              <a:ext uri="{FF2B5EF4-FFF2-40B4-BE49-F238E27FC236}">
                <a16:creationId xmlns:a16="http://schemas.microsoft.com/office/drawing/2014/main" id="{8C62FF63-C28D-7F40-BAA1-AE019F364092}"/>
              </a:ext>
            </a:extLst>
          </p:cNvPr>
          <p:cNvSpPr>
            <a:spLocks xmlns:a="http://schemas.openxmlformats.org/drawingml/2006/main" noGrp="1"/>
          </p:cNvSpPr>
          <p:nvPr>
            <p:ph type="body" idx="14" hasCustomPrompt="1"/>
          </p:nvPr>
        </p:nvSpPr>
        <p:spPr>
          <a:xfrm xmlns:a="http://schemas.openxmlformats.org/drawingml/2006/main">
            <a:off x="476101" y="241683"/>
            <a:ext cx="5619899" cy="497012"/>
          </a:xfrm>
        </p:spPr>
        <p:txBody>
          <a:bodyPr xmlns:a="http://schemas.openxmlformats.org/drawingml/2006/main" anchor="b">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Presentation Name</a:t>
            </a:r>
          </a:p>
        </p:txBody>
      </p:sp>
      <p:sp>
        <p:nvSpPr>
          <p:cNvPr id="14" name="Text Placeholder 3">
            <a:extLst xmlns:a="http://schemas.openxmlformats.org/drawingml/2006/main">
              <a:ext uri="{FF2B5EF4-FFF2-40B4-BE49-F238E27FC236}">
                <a16:creationId xmlns:a16="http://schemas.microsoft.com/office/drawing/2014/main" id="{586D736A-D0E9-D04E-BD47-9408BA105104}"/>
              </a:ext>
            </a:extLst>
          </p:cNvPr>
          <p:cNvSpPr>
            <a:spLocks xmlns:a="http://schemas.openxmlformats.org/drawingml/2006/main" noGrp="1"/>
          </p:cNvSpPr>
          <p:nvPr>
            <p:ph type="body" idx="15" hasCustomPrompt="1"/>
          </p:nvPr>
        </p:nvSpPr>
        <p:spPr>
          <a:xfrm xmlns:a="http://schemas.openxmlformats.org/drawingml/2006/main">
            <a:off x="476100" y="698668"/>
            <a:ext cx="5619899" cy="581486"/>
          </a:xfrm>
        </p:spPr>
        <p:txBody>
          <a:bodyPr xmlns:a="http://schemas.openxmlformats.org/drawingml/2006/main">
            <a:noAutofit/>
          </a:bodyPr>
          <a:lstStyle xmlns:a="http://schemas.openxmlformats.org/drawingml/2006/main">
            <a:lvl1pPr marL="0" marR="0" indent="0" algn="l" defTabSz="914400">
              <a:lnSpc>
                <a:spcPct val="90000"/>
              </a:lnSpc>
              <a:spcBef>
                <a:spcPts val="1000"/>
              </a:spcBef>
              <a:spcAft>
                <a:spcPts val="0"/>
              </a:spcAft>
              <a:buClrTx/>
              <a:buSzTx/>
              <a:buFont typeface="Arial"/>
              <a:buNone/>
              <a:defRPr sz="13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Subsection</a:t>
            </a:r>
          </a:p>
        </p:txBody>
      </p:sp>
    </p:spTree>
  </p:cSld>
</p:sldLayout>
</file>

<file path=ppt/slideLayouts/slideLayout20.xml><?xml version="1.0" encoding="utf-8"?>
<p:sldLayout xmlns:p="http://schemas.openxmlformats.org/presentationml/2006/main" preserve="1" userDrawn="1">
  <p:cSld name="Grid">
    <p:bg>
      <p:bgRef idx="1001">
        <a:schemeClr xmlns:a="http://schemas.openxmlformats.org/drawingml/2006/main" val="bg1"/>
      </p:bgRef>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35161560-A711-440C-95F9-4872CC2CE390}"/>
              </a:ext>
            </a:extLst>
          </p:cNvPr>
          <p:cNvPicPr>
            <a:picLocks xmlns:a="http://schemas.openxmlformats.org/drawingml/2006/main" noChangeAspect="1"/>
          </p:cNvPicPr>
          <p:nvPr/>
        </p:nvPicPr>
        <p:blipFill>
          <a:blip xmlns:r="http://schemas.openxmlformats.org/officeDocument/2006/relationships" xmlns:a="http://schemas.openxmlformats.org/drawingml/2006/main" r:embed="R5256e4a88a7143c0"/>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8" name="Straight Connector 7">
            <a:extLst xmlns:a="http://schemas.openxmlformats.org/drawingml/2006/main">
              <a:ext uri="{FF2B5EF4-FFF2-40B4-BE49-F238E27FC236}">
                <a16:creationId xmlns:a16="http://schemas.microsoft.com/office/drawing/2014/main" id="{C2EC98CC-F699-4774-B6EA-432ACF3D071A}"/>
              </a:ext>
            </a:extLst>
          </p:cNvPr>
          <p:cNvSpPr>
            <a:spLocks xmlns:a="http://schemas.openxmlformats.org/drawingml/2006/main" noGrp="1"/>
          </p:cNvSpPr>
          <p:nvPr/>
        </p:nvSpPr>
        <p:spPr>
          <a:xfrm xmlns:a="http://schemas.openxmlformats.org/drawingml/2006/main">
            <a:off x="0" y="1030494"/>
            <a:ext cx="12251473" cy="32"/>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B9876A5D-6E77-421B-8567-0E31C2BFA61C}"/>
              </a:ext>
            </a:extLst>
          </p:cNvPr>
          <p:cNvSpPr>
            <a:spLocks xmlns:a="http://schemas.openxmlformats.org/drawingml/2006/main" noGrp="1"/>
          </p:cNvSpPr>
          <p:nvPr/>
        </p:nvSpPr>
        <p:spPr>
          <a:xfrm xmlns:a="http://schemas.openxmlformats.org/drawingml/2006/main">
            <a:off x="0" y="2697284"/>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06E6779F-21B1-4BA0-96D1-2BBA728AFFAE}"/>
              </a:ext>
            </a:extLst>
          </p:cNvPr>
          <p:cNvSpPr>
            <a:spLocks xmlns:a="http://schemas.openxmlformats.org/drawingml/2006/main" noGrp="1"/>
          </p:cNvSpPr>
          <p:nvPr/>
        </p:nvSpPr>
        <p:spPr>
          <a:xfrm xmlns:a="http://schemas.openxmlformats.org/drawingml/2006/main">
            <a:off x="0" y="4243145"/>
            <a:ext cx="12192000"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6D31031B-1CA2-44D1-A334-02A24DCF8884}"/>
              </a:ext>
            </a:extLst>
          </p:cNvPr>
          <p:cNvSpPr>
            <a:spLocks xmlns:a="http://schemas.openxmlformats.org/drawingml/2006/main" noGrp="1"/>
          </p:cNvSpPr>
          <p:nvPr/>
        </p:nvSpPr>
        <p:spPr>
          <a:xfrm xmlns:a="http://schemas.openxmlformats.org/drawingml/2006/main">
            <a:off x="0" y="5845140"/>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9786E477-BDB8-4DD2-BB96-80954BC55DA7}"/>
              </a:ext>
            </a:extLst>
          </p:cNvPr>
          <p:cNvSpPr>
            <a:spLocks xmlns:a="http://schemas.openxmlformats.org/drawingml/2006/main" noGrp="1"/>
          </p:cNvSpPr>
          <p:nvPr/>
        </p:nvSpPr>
        <p:spPr>
          <a:xfrm xmlns:a="http://schemas.openxmlformats.org/drawingml/2006/main">
            <a:off x="8868936"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2D2ACFEE-E690-4A7B-85E0-B2A9FE0548E9}"/>
              </a:ext>
            </a:extLst>
          </p:cNvPr>
          <p:cNvSpPr>
            <a:spLocks xmlns:a="http://schemas.openxmlformats.org/drawingml/2006/main" noGrp="1"/>
          </p:cNvSpPr>
          <p:nvPr/>
        </p:nvSpPr>
        <p:spPr>
          <a:xfrm xmlns:a="http://schemas.openxmlformats.org/drawingml/2006/main">
            <a:off x="6140604"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32480051-FED8-44CF-AE53-423D7BB49E2D}"/>
              </a:ext>
            </a:extLst>
          </p:cNvPr>
          <p:cNvSpPr>
            <a:spLocks xmlns:a="http://schemas.openxmlformats.org/drawingml/2006/main" noGrp="1"/>
          </p:cNvSpPr>
          <p:nvPr/>
        </p:nvSpPr>
        <p:spPr>
          <a:xfrm xmlns:a="http://schemas.openxmlformats.org/drawingml/2006/main">
            <a:off x="3352800"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C192DA09-06C4-466E-963B-BB1759D847CA}"/>
              </a:ext>
            </a:extLst>
          </p:cNvPr>
          <p:cNvSpPr>
            <a:spLocks xmlns:a="http://schemas.openxmlformats.org/drawingml/2006/main" noGrp="1"/>
          </p:cNvSpPr>
          <p:nvPr/>
        </p:nvSpPr>
        <p:spPr>
          <a:xfrm xmlns:a="http://schemas.openxmlformats.org/drawingml/2006/main">
            <a:off x="624468"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0D5A9A55-903F-40D3-9536-2C137D0FDEA8}"/>
              </a:ext>
            </a:extLst>
          </p:cNvPr>
          <p:cNvSpPr>
            <a:spLocks xmlns:a="http://schemas.openxmlformats.org/drawingml/2006/main" noGrp="1"/>
          </p:cNvSpPr>
          <p:nvPr/>
        </p:nvSpPr>
        <p:spPr>
          <a:xfrm xmlns:a="http://schemas.openxmlformats.org/drawingml/2006/main">
            <a:off x="11567532"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3" name="Text Placeholder 2">
            <a:extLst xmlns:a="http://schemas.openxmlformats.org/drawingml/2006/main">
              <a:ext uri="{FF2B5EF4-FFF2-40B4-BE49-F238E27FC236}">
                <a16:creationId xmlns:a16="http://schemas.microsoft.com/office/drawing/2014/main" id="{2D1F7955-5E89-D74C-9EF1-CE55C691D135}"/>
              </a:ext>
            </a:extLst>
          </p:cNvPr>
          <p:cNvSpPr>
            <a:spLocks xmlns:a="http://schemas.openxmlformats.org/drawingml/2006/main" noGrp="1"/>
          </p:cNvSpPr>
          <p:nvPr>
            <p:ph type="body" idx="13" hasCustomPrompt="1"/>
          </p:nvPr>
        </p:nvSpPr>
        <p:spPr>
          <a:xfrm xmlns:a="http://schemas.openxmlformats.org/drawingml/2006/main">
            <a:off x="928243" y="1893134"/>
            <a:ext cx="2272154"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4" name="Text Placeholder 2">
            <a:extLst xmlns:a="http://schemas.openxmlformats.org/drawingml/2006/main">
              <a:ext uri="{FF2B5EF4-FFF2-40B4-BE49-F238E27FC236}">
                <a16:creationId xmlns:a16="http://schemas.microsoft.com/office/drawing/2014/main" id="{586102F4-C2D7-4949-BBD7-069B15E2BE03}"/>
              </a:ext>
            </a:extLst>
          </p:cNvPr>
          <p:cNvSpPr>
            <a:spLocks xmlns:a="http://schemas.openxmlformats.org/drawingml/2006/main" noGrp="1"/>
          </p:cNvSpPr>
          <p:nvPr>
            <p:ph type="body" idx="14" hasCustomPrompt="1"/>
          </p:nvPr>
        </p:nvSpPr>
        <p:spPr>
          <a:xfrm xmlns:a="http://schemas.openxmlformats.org/drawingml/2006/main">
            <a:off x="3711239" y="1902234"/>
            <a:ext cx="2276961"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5" name="Text Placeholder 2">
            <a:extLst xmlns:a="http://schemas.openxmlformats.org/drawingml/2006/main">
              <a:ext uri="{FF2B5EF4-FFF2-40B4-BE49-F238E27FC236}">
                <a16:creationId xmlns:a16="http://schemas.microsoft.com/office/drawing/2014/main" id="{0EFD0E42-6CF3-3B45-8418-50EFC964397D}"/>
              </a:ext>
            </a:extLst>
          </p:cNvPr>
          <p:cNvSpPr>
            <a:spLocks xmlns:a="http://schemas.openxmlformats.org/drawingml/2006/main" noGrp="1"/>
          </p:cNvSpPr>
          <p:nvPr>
            <p:ph type="body" idx="15" hasCustomPrompt="1"/>
          </p:nvPr>
        </p:nvSpPr>
        <p:spPr>
          <a:xfrm xmlns:a="http://schemas.openxmlformats.org/drawingml/2006/main">
            <a:off x="6442660" y="1890542"/>
            <a:ext cx="227387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6" name="Text Placeholder 2">
            <a:extLst xmlns:a="http://schemas.openxmlformats.org/drawingml/2006/main">
              <a:ext uri="{FF2B5EF4-FFF2-40B4-BE49-F238E27FC236}">
                <a16:creationId xmlns:a16="http://schemas.microsoft.com/office/drawing/2014/main" id="{E3411B4C-A7FB-C84C-A916-88C5CFEDAED2}"/>
              </a:ext>
            </a:extLst>
          </p:cNvPr>
          <p:cNvSpPr>
            <a:spLocks xmlns:a="http://schemas.openxmlformats.org/drawingml/2006/main" noGrp="1"/>
          </p:cNvSpPr>
          <p:nvPr>
            <p:ph type="body" idx="16" hasCustomPrompt="1"/>
          </p:nvPr>
        </p:nvSpPr>
        <p:spPr>
          <a:xfrm xmlns:a="http://schemas.openxmlformats.org/drawingml/2006/main">
            <a:off x="3711239" y="3498093"/>
            <a:ext cx="2276958"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7" name="Text Placeholder 2">
            <a:extLst xmlns:a="http://schemas.openxmlformats.org/drawingml/2006/main">
              <a:ext uri="{FF2B5EF4-FFF2-40B4-BE49-F238E27FC236}">
                <a16:creationId xmlns:a16="http://schemas.microsoft.com/office/drawing/2014/main" id="{A7D50877-D419-A647-A938-AC0D343DB4DD}"/>
              </a:ext>
            </a:extLst>
          </p:cNvPr>
          <p:cNvSpPr>
            <a:spLocks xmlns:a="http://schemas.openxmlformats.org/drawingml/2006/main" noGrp="1"/>
          </p:cNvSpPr>
          <p:nvPr>
            <p:ph type="body" idx="17" hasCustomPrompt="1"/>
          </p:nvPr>
        </p:nvSpPr>
        <p:spPr>
          <a:xfrm xmlns:a="http://schemas.openxmlformats.org/drawingml/2006/main">
            <a:off x="3706007" y="5027896"/>
            <a:ext cx="228219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8" name="Text Placeholder 2">
            <a:extLst xmlns:a="http://schemas.openxmlformats.org/drawingml/2006/main">
              <a:ext uri="{FF2B5EF4-FFF2-40B4-BE49-F238E27FC236}">
                <a16:creationId xmlns:a16="http://schemas.microsoft.com/office/drawing/2014/main" id="{C749A1C5-832F-3641-9E2E-346ED2ADA143}"/>
              </a:ext>
            </a:extLst>
          </p:cNvPr>
          <p:cNvSpPr>
            <a:spLocks xmlns:a="http://schemas.openxmlformats.org/drawingml/2006/main" noGrp="1"/>
          </p:cNvSpPr>
          <p:nvPr>
            <p:ph type="body" idx="18" hasCustomPrompt="1"/>
          </p:nvPr>
        </p:nvSpPr>
        <p:spPr>
          <a:xfrm xmlns:a="http://schemas.openxmlformats.org/drawingml/2006/main">
            <a:off x="6442660" y="3499339"/>
            <a:ext cx="2273868"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39" name="Text Placeholder 2">
            <a:extLst xmlns:a="http://schemas.openxmlformats.org/drawingml/2006/main">
              <a:ext uri="{FF2B5EF4-FFF2-40B4-BE49-F238E27FC236}">
                <a16:creationId xmlns:a16="http://schemas.microsoft.com/office/drawing/2014/main" id="{363CAA6B-5FB2-BE46-98FE-5279349B8F4E}"/>
              </a:ext>
            </a:extLst>
          </p:cNvPr>
          <p:cNvSpPr>
            <a:spLocks xmlns:a="http://schemas.openxmlformats.org/drawingml/2006/main" noGrp="1"/>
          </p:cNvSpPr>
          <p:nvPr>
            <p:ph type="body" idx="19" hasCustomPrompt="1"/>
          </p:nvPr>
        </p:nvSpPr>
        <p:spPr>
          <a:xfrm xmlns:a="http://schemas.openxmlformats.org/drawingml/2006/main">
            <a:off x="9141914" y="1890541"/>
            <a:ext cx="2273210"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0" name="Text Placeholder 2">
            <a:extLst xmlns:a="http://schemas.openxmlformats.org/drawingml/2006/main">
              <a:ext uri="{FF2B5EF4-FFF2-40B4-BE49-F238E27FC236}">
                <a16:creationId xmlns:a16="http://schemas.microsoft.com/office/drawing/2014/main" id="{2F950F76-DB7E-EB40-8326-ED06CCFE62E3}"/>
              </a:ext>
            </a:extLst>
          </p:cNvPr>
          <p:cNvSpPr>
            <a:spLocks xmlns:a="http://schemas.openxmlformats.org/drawingml/2006/main" noGrp="1"/>
          </p:cNvSpPr>
          <p:nvPr>
            <p:ph type="body" idx="20" hasCustomPrompt="1"/>
          </p:nvPr>
        </p:nvSpPr>
        <p:spPr>
          <a:xfrm xmlns:a="http://schemas.openxmlformats.org/drawingml/2006/main">
            <a:off x="928242" y="3493305"/>
            <a:ext cx="2272154"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1" name="Text Placeholder 2">
            <a:extLst xmlns:a="http://schemas.openxmlformats.org/drawingml/2006/main">
              <a:ext uri="{FF2B5EF4-FFF2-40B4-BE49-F238E27FC236}">
                <a16:creationId xmlns:a16="http://schemas.microsoft.com/office/drawing/2014/main" id="{D4229E0C-62C8-3644-BA3B-504280DC795E}"/>
              </a:ext>
            </a:extLst>
          </p:cNvPr>
          <p:cNvSpPr>
            <a:spLocks xmlns:a="http://schemas.openxmlformats.org/drawingml/2006/main" noGrp="1"/>
          </p:cNvSpPr>
          <p:nvPr>
            <p:ph type="body" idx="21" hasCustomPrompt="1"/>
          </p:nvPr>
        </p:nvSpPr>
        <p:spPr>
          <a:xfrm xmlns:a="http://schemas.openxmlformats.org/drawingml/2006/main">
            <a:off x="926323" y="5027895"/>
            <a:ext cx="2274071"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2" name="Text Placeholder 2">
            <a:extLst xmlns:a="http://schemas.openxmlformats.org/drawingml/2006/main">
              <a:ext uri="{FF2B5EF4-FFF2-40B4-BE49-F238E27FC236}">
                <a16:creationId xmlns:a16="http://schemas.microsoft.com/office/drawing/2014/main" id="{8C169B54-58A1-214E-AD85-F41C9E05972B}"/>
              </a:ext>
            </a:extLst>
          </p:cNvPr>
          <p:cNvSpPr>
            <a:spLocks xmlns:a="http://schemas.openxmlformats.org/drawingml/2006/main" noGrp="1"/>
          </p:cNvSpPr>
          <p:nvPr>
            <p:ph type="body" idx="22" hasCustomPrompt="1"/>
          </p:nvPr>
        </p:nvSpPr>
        <p:spPr>
          <a:xfrm xmlns:a="http://schemas.openxmlformats.org/drawingml/2006/main">
            <a:off x="6443521" y="5027894"/>
            <a:ext cx="2273005"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3" name="Text Placeholder 2">
            <a:extLst xmlns:a="http://schemas.openxmlformats.org/drawingml/2006/main">
              <a:ext uri="{FF2B5EF4-FFF2-40B4-BE49-F238E27FC236}">
                <a16:creationId xmlns:a16="http://schemas.microsoft.com/office/drawing/2014/main" id="{910A2D85-31D3-7E4E-9E1E-004FBB157EE6}"/>
              </a:ext>
            </a:extLst>
          </p:cNvPr>
          <p:cNvSpPr>
            <a:spLocks xmlns:a="http://schemas.openxmlformats.org/drawingml/2006/main" noGrp="1"/>
          </p:cNvSpPr>
          <p:nvPr>
            <p:ph type="body" idx="23" hasCustomPrompt="1"/>
          </p:nvPr>
        </p:nvSpPr>
        <p:spPr>
          <a:xfrm xmlns:a="http://schemas.openxmlformats.org/drawingml/2006/main">
            <a:off x="9141914" y="3499339"/>
            <a:ext cx="2259195"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
        <p:nvSpPr>
          <p:cNvPr id="44" name="Text Placeholder 2">
            <a:extLst xmlns:a="http://schemas.openxmlformats.org/drawingml/2006/main">
              <a:ext uri="{FF2B5EF4-FFF2-40B4-BE49-F238E27FC236}">
                <a16:creationId xmlns:a16="http://schemas.microsoft.com/office/drawing/2014/main" id="{C72B8D38-17CE-6549-B165-F0E689696EA7}"/>
              </a:ext>
            </a:extLst>
          </p:cNvPr>
          <p:cNvSpPr>
            <a:spLocks xmlns:a="http://schemas.openxmlformats.org/drawingml/2006/main" noGrp="1"/>
          </p:cNvSpPr>
          <p:nvPr>
            <p:ph type="body" idx="24" hasCustomPrompt="1"/>
          </p:nvPr>
        </p:nvSpPr>
        <p:spPr>
          <a:xfrm xmlns:a="http://schemas.openxmlformats.org/drawingml/2006/main">
            <a:off x="9141913" y="5027893"/>
            <a:ext cx="2302943" cy="545815"/>
          </a:xfrm>
        </p:spPr>
        <p:txBody>
          <a:bodyPr xmlns:a="http://schemas.openxmlformats.org/drawingml/2006/main" anchor="b">
            <a:normAutofit/>
          </a:bodyPr>
          <a:lstStyle xmlns:a="http://schemas.openxmlformats.org/drawingml/2006/main">
            <a:lvl1pPr marL="0" indent="0">
              <a:buNone/>
              <a:defRPr sz="1400" b="1"/>
            </a:lvl1pPr>
          </a:lstStyle>
          <a:p xmlns:a="http://schemas.openxmlformats.org/drawingml/2006/main">
            <a:pPr lvl="0">
              <a:buNone/>
            </a:pPr>
            <a:r>
              <a:t>Insert Text Here</a:t>
            </a:r>
          </a:p>
        </p:txBody>
      </p:sp>
    </p:spTree>
  </p:cSld>
</p:sldLayout>
</file>

<file path=ppt/slideLayouts/slideLayout21.xml><?xml version="1.0" encoding="utf-8"?>
<p:sldLayout xmlns:p="http://schemas.openxmlformats.org/presentationml/2006/main" preserve="1" userDrawn="1">
  <p:cSld name="Custom_10 Schools">
    <p:bg>
      <p:bgRef idx="1001">
        <a:schemeClr xmlns:a="http://schemas.openxmlformats.org/drawingml/2006/main" val="bg1"/>
      </p:bgRef>
    </p:bg>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70B0EE0F-706F-483A-AC62-2D7DC580C9AE}"/>
              </a:ext>
            </a:extLst>
          </p:cNvPr>
          <p:cNvPicPr>
            <a:picLocks xmlns:a="http://schemas.openxmlformats.org/drawingml/2006/main" noChangeAspect="1"/>
          </p:cNvPicPr>
          <p:nvPr/>
        </p:nvPicPr>
        <p:blipFill>
          <a:blip xmlns:r="http://schemas.openxmlformats.org/officeDocument/2006/relationships" xmlns:a="http://schemas.openxmlformats.org/drawingml/2006/main" r:embed="R8b0a955ec95445c8"/>
          <a:stretch xmlns:a="http://schemas.openxmlformats.org/drawingml/2006/main">
            <a:fillRect l="0" t="0" r="0" b="0"/>
          </a:stretch>
        </p:blipFill>
        <p:spPr>
          <a:xfrm xmlns:a="http://schemas.openxmlformats.org/drawingml/2006/main">
            <a:off x="11307510" y="396775"/>
            <a:ext cx="537926" cy="381031"/>
          </a:xfrm>
          <a:prstGeom xmlns:a="http://schemas.openxmlformats.org/drawingml/2006/main" prst="rect">
            <a:avLst/>
          </a:prstGeom>
        </p:spPr>
      </p:pic>
      <p:sp>
        <p:nvSpPr>
          <p:cNvPr id="8" name="Straight Connector 7">
            <a:extLst xmlns:a="http://schemas.openxmlformats.org/drawingml/2006/main">
              <a:ext uri="{FF2B5EF4-FFF2-40B4-BE49-F238E27FC236}">
                <a16:creationId xmlns:a16="http://schemas.microsoft.com/office/drawing/2014/main" id="{D54B1DF2-39FE-4DED-B5F4-D4A790B2A37D}"/>
              </a:ext>
            </a:extLst>
          </p:cNvPr>
          <p:cNvSpPr>
            <a:spLocks xmlns:a="http://schemas.openxmlformats.org/drawingml/2006/main" noGrp="1"/>
          </p:cNvSpPr>
          <p:nvPr/>
        </p:nvSpPr>
        <p:spPr>
          <a:xfrm xmlns:a="http://schemas.openxmlformats.org/drawingml/2006/main">
            <a:off x="0" y="1030494"/>
            <a:ext cx="12251473" cy="32"/>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CC880983-2506-481F-8F5D-BD6A4E1BE0A6}"/>
              </a:ext>
            </a:extLst>
          </p:cNvPr>
          <p:cNvSpPr>
            <a:spLocks xmlns:a="http://schemas.openxmlformats.org/drawingml/2006/main" noGrp="1"/>
          </p:cNvSpPr>
          <p:nvPr/>
        </p:nvSpPr>
        <p:spPr>
          <a:xfrm xmlns:a="http://schemas.openxmlformats.org/drawingml/2006/main">
            <a:off x="0" y="2697284"/>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BA17DFC1-3461-4E14-95B4-0518F94633D9}"/>
              </a:ext>
            </a:extLst>
          </p:cNvPr>
          <p:cNvSpPr>
            <a:spLocks xmlns:a="http://schemas.openxmlformats.org/drawingml/2006/main" noGrp="1"/>
          </p:cNvSpPr>
          <p:nvPr/>
        </p:nvSpPr>
        <p:spPr>
          <a:xfrm xmlns:a="http://schemas.openxmlformats.org/drawingml/2006/main">
            <a:off x="0" y="4243145"/>
            <a:ext cx="12192000"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674DD282-486F-488D-B89F-7B56649E3F00}"/>
              </a:ext>
            </a:extLst>
          </p:cNvPr>
          <p:cNvSpPr>
            <a:spLocks xmlns:a="http://schemas.openxmlformats.org/drawingml/2006/main" noGrp="1"/>
          </p:cNvSpPr>
          <p:nvPr/>
        </p:nvSpPr>
        <p:spPr>
          <a:xfrm xmlns:a="http://schemas.openxmlformats.org/drawingml/2006/main">
            <a:off x="0" y="5845140"/>
            <a:ext cx="12251473" cy="0"/>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508A21BA-D99E-42E2-9C9D-6049C81B2D4A}"/>
              </a:ext>
            </a:extLst>
          </p:cNvPr>
          <p:cNvSpPr>
            <a:spLocks xmlns:a="http://schemas.openxmlformats.org/drawingml/2006/main" noGrp="1"/>
          </p:cNvSpPr>
          <p:nvPr/>
        </p:nvSpPr>
        <p:spPr>
          <a:xfrm xmlns:a="http://schemas.openxmlformats.org/drawingml/2006/main">
            <a:off x="8868936"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C1BA126C-9BFF-410A-B8E1-052A7DB5E969}"/>
              </a:ext>
            </a:extLst>
          </p:cNvPr>
          <p:cNvSpPr>
            <a:spLocks xmlns:a="http://schemas.openxmlformats.org/drawingml/2006/main" noGrp="1"/>
          </p:cNvSpPr>
          <p:nvPr/>
        </p:nvSpPr>
        <p:spPr>
          <a:xfrm xmlns:a="http://schemas.openxmlformats.org/drawingml/2006/main">
            <a:off x="6140604"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F68723F8-37BC-4C29-BAA8-650C987A8E47}"/>
              </a:ext>
            </a:extLst>
          </p:cNvPr>
          <p:cNvSpPr>
            <a:spLocks xmlns:a="http://schemas.openxmlformats.org/drawingml/2006/main" noGrp="1"/>
          </p:cNvSpPr>
          <p:nvPr/>
        </p:nvSpPr>
        <p:spPr>
          <a:xfrm xmlns:a="http://schemas.openxmlformats.org/drawingml/2006/main">
            <a:off x="3352800"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2AA186F1-E3B2-4509-8348-B5EE3F8C9B01}"/>
              </a:ext>
            </a:extLst>
          </p:cNvPr>
          <p:cNvSpPr>
            <a:spLocks xmlns:a="http://schemas.openxmlformats.org/drawingml/2006/main" noGrp="1"/>
          </p:cNvSpPr>
          <p:nvPr/>
        </p:nvSpPr>
        <p:spPr>
          <a:xfrm xmlns:a="http://schemas.openxmlformats.org/drawingml/2006/main">
            <a:off x="624468"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3CEE1612-E1C1-41EC-BABF-1400546F693A}"/>
              </a:ext>
            </a:extLst>
          </p:cNvPr>
          <p:cNvSpPr>
            <a:spLocks xmlns:a="http://schemas.openxmlformats.org/drawingml/2006/main" noGrp="1"/>
          </p:cNvSpPr>
          <p:nvPr/>
        </p:nvSpPr>
        <p:spPr>
          <a:xfrm xmlns:a="http://schemas.openxmlformats.org/drawingml/2006/main">
            <a:off x="11567532" y="1030494"/>
            <a:ext cx="0" cy="4814646"/>
          </a:xfrm>
          <a:prstGeom xmlns:a="http://schemas.openxmlformats.org/drawingml/2006/main" prst="line">
            <a:avLst/>
          </a:prstGeom>
          <a:ln xmlns:a="http://schemas.openxmlformats.org/drawingml/2006/main">
            <a:solidFill>
              <a:srgbClr val="D2B16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B956BB7B-5CE5-F441-B889-0A1C038B2A36}"/>
              </a:ext>
            </a:extLst>
          </p:cNvPr>
          <p:cNvSpPr>
            <a:spLocks xmlns:a="http://schemas.openxmlformats.org/drawingml/2006/main" noGrp="1"/>
          </p:cNvSpPr>
          <p:nvPr/>
        </p:nvSpPr>
        <p:spPr>
          <a:xfrm xmlns:a="http://schemas.openxmlformats.org/drawingml/2006/main">
            <a:off x="982613" y="2108577"/>
            <a:ext cx="1957170"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Blair School of Music</a:t>
            </a:r>
            <a:endParaRPr sz="1400">
              <a:solidFill>
                <a:srgbClr val="1A1A1A"/>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AE70D162-17AA-414A-B172-551F4ED73BFD}"/>
              </a:ext>
            </a:extLst>
          </p:cNvPr>
          <p:cNvSpPr>
            <a:spLocks xmlns:a="http://schemas.openxmlformats.org/drawingml/2006/main" noGrp="1"/>
          </p:cNvSpPr>
          <p:nvPr/>
        </p:nvSpPr>
        <p:spPr>
          <a:xfrm xmlns:a="http://schemas.openxmlformats.org/drawingml/2006/main">
            <a:off x="3746432" y="189313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College of Arts</a:t>
            </a:r>
            <a:br>
              <a:rPr sz="1400">
                <a:solidFill>
                  <a:srgbClr val="1A1A1A"/>
                </a:solidFill>
                <a:latin typeface="Arial"/>
                <a:ea typeface="Arial"/>
                <a:cs typeface="Arial"/>
              </a:rPr>
            </a:br>
            <a:r>
              <a:rPr sz="1400" b="1">
                <a:solidFill>
                  <a:srgbClr val="1A1A1A"/>
                </a:solidFill>
                <a:latin typeface="Arial"/>
                <a:ea typeface="Arial"/>
                <a:cs typeface="Arial"/>
              </a:rPr>
              <a:t>and Sciences</a:t>
            </a:r>
          </a:p>
        </p:txBody>
      </p:sp>
      <p:sp>
        <p:nvSpPr>
          <p:cNvPr id="22" name="TextBox 21">
            <a:extLst xmlns:a="http://schemas.openxmlformats.org/drawingml/2006/main">
              <a:ext uri="{FF2B5EF4-FFF2-40B4-BE49-F238E27FC236}">
                <a16:creationId xmlns:a16="http://schemas.microsoft.com/office/drawing/2014/main" id="{1140AECC-2852-3B48-B51A-80B5E7CDBCC7}"/>
              </a:ext>
            </a:extLst>
          </p:cNvPr>
          <p:cNvSpPr>
            <a:spLocks xmlns:a="http://schemas.openxmlformats.org/drawingml/2006/main" noGrp="1"/>
          </p:cNvSpPr>
          <p:nvPr/>
        </p:nvSpPr>
        <p:spPr>
          <a:xfrm xmlns:a="http://schemas.openxmlformats.org/drawingml/2006/main">
            <a:off x="6500009" y="21085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Divinity School</a:t>
            </a:r>
            <a:endParaRPr sz="1400">
              <a:solidFill>
                <a:srgbClr val="1A1A1A"/>
              </a:solidFill>
              <a:latin typeface="Arial"/>
              <a:ea typeface="Arial"/>
              <a:cs typeface="Arial"/>
            </a:endParaRPr>
          </a:p>
        </p:txBody>
      </p:sp>
      <p:sp>
        <p:nvSpPr>
          <p:cNvPr id="23" name="TextBox 22">
            <a:extLst xmlns:a="http://schemas.openxmlformats.org/drawingml/2006/main">
              <a:ext uri="{FF2B5EF4-FFF2-40B4-BE49-F238E27FC236}">
                <a16:creationId xmlns:a16="http://schemas.microsoft.com/office/drawing/2014/main" id="{905663EA-250A-A24A-BF53-0FA1A5EE3B7A}"/>
              </a:ext>
            </a:extLst>
          </p:cNvPr>
          <p:cNvSpPr>
            <a:spLocks xmlns:a="http://schemas.openxmlformats.org/drawingml/2006/main" noGrp="1"/>
          </p:cNvSpPr>
          <p:nvPr/>
        </p:nvSpPr>
        <p:spPr>
          <a:xfrm xmlns:a="http://schemas.openxmlformats.org/drawingml/2006/main">
            <a:off x="9281954" y="2108577"/>
            <a:ext cx="1785072"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Graduate School</a:t>
            </a:r>
            <a:endParaRPr sz="1400">
              <a:solidFill>
                <a:srgbClr val="1A1A1A"/>
              </a:solidFill>
              <a:latin typeface="Arial"/>
              <a:ea typeface="Arial"/>
              <a:cs typeface="Arial"/>
            </a:endParaRPr>
          </a:p>
        </p:txBody>
      </p:sp>
      <p:sp>
        <p:nvSpPr>
          <p:cNvPr id="24" name="TextBox 23">
            <a:extLst xmlns:a="http://schemas.openxmlformats.org/drawingml/2006/main">
              <a:ext uri="{FF2B5EF4-FFF2-40B4-BE49-F238E27FC236}">
                <a16:creationId xmlns:a16="http://schemas.microsoft.com/office/drawing/2014/main" id="{DFC1B1C5-3349-4846-A0F1-D6E86F5762A6}"/>
              </a:ext>
            </a:extLst>
          </p:cNvPr>
          <p:cNvSpPr>
            <a:spLocks xmlns:a="http://schemas.openxmlformats.org/drawingml/2006/main" noGrp="1"/>
          </p:cNvSpPr>
          <p:nvPr/>
        </p:nvSpPr>
        <p:spPr>
          <a:xfrm xmlns:a="http://schemas.openxmlformats.org/drawingml/2006/main">
            <a:off x="982613" y="37373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Law School</a:t>
            </a:r>
            <a:endParaRPr sz="1400">
              <a:solidFill>
                <a:srgbClr val="1A1A1A"/>
              </a:solidFill>
              <a:latin typeface="Arial"/>
              <a:ea typeface="Arial"/>
              <a:cs typeface="Arial"/>
            </a:endParaRPr>
          </a:p>
        </p:txBody>
      </p:sp>
      <p:sp>
        <p:nvSpPr>
          <p:cNvPr id="25" name="TextBox 24">
            <a:extLst xmlns:a="http://schemas.openxmlformats.org/drawingml/2006/main">
              <a:ext uri="{FF2B5EF4-FFF2-40B4-BE49-F238E27FC236}">
                <a16:creationId xmlns:a16="http://schemas.microsoft.com/office/drawing/2014/main" id="{CBF4D32B-9B34-A64E-9C72-44B90CF4B7E1}"/>
              </a:ext>
            </a:extLst>
          </p:cNvPr>
          <p:cNvSpPr>
            <a:spLocks xmlns:a="http://schemas.openxmlformats.org/drawingml/2006/main" noGrp="1"/>
          </p:cNvSpPr>
          <p:nvPr/>
        </p:nvSpPr>
        <p:spPr>
          <a:xfrm xmlns:a="http://schemas.openxmlformats.org/drawingml/2006/main">
            <a:off x="3746432" y="3306490"/>
            <a:ext cx="1676317" cy="738664"/>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Owen Graduate School of Management</a:t>
            </a:r>
            <a:endParaRPr sz="1400">
              <a:solidFill>
                <a:srgbClr val="1A1A1A"/>
              </a:solidFill>
              <a:latin typeface="Arial"/>
              <a:ea typeface="Arial"/>
              <a:cs typeface="Arial"/>
            </a:endParaRPr>
          </a:p>
        </p:txBody>
      </p:sp>
      <p:sp>
        <p:nvSpPr>
          <p:cNvPr id="26" name="TextBox 25">
            <a:extLst xmlns:a="http://schemas.openxmlformats.org/drawingml/2006/main">
              <a:ext uri="{FF2B5EF4-FFF2-40B4-BE49-F238E27FC236}">
                <a16:creationId xmlns:a16="http://schemas.microsoft.com/office/drawing/2014/main" id="{D2DAF53A-0296-F842-B971-2C80F878B028}"/>
              </a:ext>
            </a:extLst>
          </p:cNvPr>
          <p:cNvSpPr>
            <a:spLocks xmlns:a="http://schemas.openxmlformats.org/drawingml/2006/main" noGrp="1"/>
          </p:cNvSpPr>
          <p:nvPr/>
        </p:nvSpPr>
        <p:spPr>
          <a:xfrm xmlns:a="http://schemas.openxmlformats.org/drawingml/2006/main">
            <a:off x="6500009" y="3737377"/>
            <a:ext cx="1676317" cy="307777"/>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Peabody College</a:t>
            </a:r>
            <a:endParaRPr sz="1400">
              <a:solidFill>
                <a:srgbClr val="1A1A1A"/>
              </a:solidFill>
              <a:latin typeface="Arial"/>
              <a:ea typeface="Arial"/>
              <a:cs typeface="Arial"/>
            </a:endParaRPr>
          </a:p>
        </p:txBody>
      </p:sp>
      <p:sp>
        <p:nvSpPr>
          <p:cNvPr id="27" name="TextBox 26">
            <a:extLst xmlns:a="http://schemas.openxmlformats.org/drawingml/2006/main">
              <a:ext uri="{FF2B5EF4-FFF2-40B4-BE49-F238E27FC236}">
                <a16:creationId xmlns:a16="http://schemas.microsoft.com/office/drawing/2014/main" id="{0FF441D9-7B8A-7643-B64A-BA688EDCF850}"/>
              </a:ext>
            </a:extLst>
          </p:cNvPr>
          <p:cNvSpPr>
            <a:spLocks xmlns:a="http://schemas.openxmlformats.org/drawingml/2006/main" noGrp="1"/>
          </p:cNvSpPr>
          <p:nvPr/>
        </p:nvSpPr>
        <p:spPr>
          <a:xfrm xmlns:a="http://schemas.openxmlformats.org/drawingml/2006/main">
            <a:off x="9281954" y="3521934"/>
            <a:ext cx="1785072"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Engineering</a:t>
            </a:r>
            <a:endParaRPr sz="1400">
              <a:solidFill>
                <a:srgbClr val="1A1A1A"/>
              </a:solidFill>
              <a:latin typeface="Arial"/>
              <a:ea typeface="Arial"/>
              <a:cs typeface="Arial"/>
            </a:endParaRPr>
          </a:p>
        </p:txBody>
      </p:sp>
      <p:sp>
        <p:nvSpPr>
          <p:cNvPr id="28" name="TextBox 27">
            <a:extLst xmlns:a="http://schemas.openxmlformats.org/drawingml/2006/main">
              <a:ext uri="{FF2B5EF4-FFF2-40B4-BE49-F238E27FC236}">
                <a16:creationId xmlns:a16="http://schemas.microsoft.com/office/drawing/2014/main" id="{96856156-5CE2-B74F-8659-51D32F182E20}"/>
              </a:ext>
            </a:extLst>
          </p:cNvPr>
          <p:cNvSpPr>
            <a:spLocks xmlns:a="http://schemas.openxmlformats.org/drawingml/2006/main" noGrp="1"/>
          </p:cNvSpPr>
          <p:nvPr/>
        </p:nvSpPr>
        <p:spPr>
          <a:xfrm xmlns:a="http://schemas.openxmlformats.org/drawingml/2006/main">
            <a:off x="982613" y="506779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a:t>
            </a:r>
            <a:br>
              <a:rPr sz="1400" b="1">
                <a:solidFill>
                  <a:srgbClr val="1A1A1A"/>
                </a:solidFill>
                <a:latin typeface="Arial"/>
                <a:ea typeface="Arial"/>
                <a:cs typeface="Arial"/>
              </a:rPr>
            </a:br>
            <a:r>
              <a:rPr sz="1400" b="1">
                <a:solidFill>
                  <a:srgbClr val="1A1A1A"/>
                </a:solidFill>
                <a:latin typeface="Arial"/>
                <a:ea typeface="Arial"/>
                <a:cs typeface="Arial"/>
              </a:rPr>
              <a:t>Medicine</a:t>
            </a:r>
            <a:endParaRPr sz="1400">
              <a:solidFill>
                <a:srgbClr val="1A1A1A"/>
              </a:solidFill>
              <a:latin typeface="Arial"/>
              <a:ea typeface="Arial"/>
              <a:cs typeface="Arial"/>
            </a:endParaRPr>
          </a:p>
        </p:txBody>
      </p:sp>
      <p:sp>
        <p:nvSpPr>
          <p:cNvPr id="29" name="TextBox 28">
            <a:extLst xmlns:a="http://schemas.openxmlformats.org/drawingml/2006/main">
              <a:ext uri="{FF2B5EF4-FFF2-40B4-BE49-F238E27FC236}">
                <a16:creationId xmlns:a16="http://schemas.microsoft.com/office/drawing/2014/main" id="{C8223F9C-2080-5545-8CEE-1BE489720355}"/>
              </a:ext>
            </a:extLst>
          </p:cNvPr>
          <p:cNvSpPr>
            <a:spLocks xmlns:a="http://schemas.openxmlformats.org/drawingml/2006/main" noGrp="1"/>
          </p:cNvSpPr>
          <p:nvPr/>
        </p:nvSpPr>
        <p:spPr>
          <a:xfrm xmlns:a="http://schemas.openxmlformats.org/drawingml/2006/main">
            <a:off x="3746432" y="5067794"/>
            <a:ext cx="1676317" cy="523220"/>
          </a:xfrm>
          <a:prstGeom xmlns:a="http://schemas.openxmlformats.org/drawingml/2006/main" prst="rect">
            <a:avLst/>
          </a:prstGeom>
          <a:noFill xmlns:a="http://schemas.openxmlformats.org/drawingml/2006/main"/>
        </p:spPr>
        <p:txBody>
          <a:bodyPr xmlns:a="http://schemas.openxmlformats.org/drawingml/2006/main" wrap="square" lIns="0">
            <a:spAutoFit/>
          </a:bodyPr>
          <a:lstStyle xmlns:a="http://schemas.openxmlformats.org/drawingml/2006/main"/>
          <a:p xmlns:a="http://schemas.openxmlformats.org/drawingml/2006/main">
            <a:pPr>
              <a:buClr>
                <a:schemeClr val="accent6"/>
              </a:buClr>
              <a:buNone/>
            </a:pPr>
            <a:r>
              <a:rPr sz="1400" b="1">
                <a:solidFill>
                  <a:srgbClr val="1A1A1A"/>
                </a:solidFill>
                <a:latin typeface="Arial"/>
                <a:ea typeface="Arial"/>
                <a:cs typeface="Arial"/>
              </a:rPr>
              <a:t>School of </a:t>
            </a:r>
            <a:br>
              <a:rPr sz="1400" b="1">
                <a:solidFill>
                  <a:srgbClr val="1A1A1A"/>
                </a:solidFill>
                <a:latin typeface="Arial"/>
                <a:ea typeface="Arial"/>
                <a:cs typeface="Arial"/>
              </a:rPr>
            </a:br>
            <a:r>
              <a:rPr sz="1400" b="1">
                <a:solidFill>
                  <a:srgbClr val="1A1A1A"/>
                </a:solidFill>
                <a:latin typeface="Arial"/>
                <a:ea typeface="Arial"/>
                <a:cs typeface="Arial"/>
              </a:rPr>
              <a:t>Nursing</a:t>
            </a:r>
            <a:endParaRPr sz="1400">
              <a:solidFill>
                <a:srgbClr val="1A1A1A"/>
              </a:solidFill>
              <a:latin typeface="Arial"/>
              <a:ea typeface="Arial"/>
              <a:cs typeface="Arial"/>
            </a:endParaRPr>
          </a:p>
        </p:txBody>
      </p:sp>
    </p:spTree>
  </p:cSld>
</p:sldLayout>
</file>

<file path=ppt/slideLayouts/slideLayout22.xml><?xml version="1.0" encoding="utf-8"?>
<p:sldLayout xmlns:p="http://schemas.openxmlformats.org/presentationml/2006/main" type="blank" preserve="1">
  <p:cSld name="GUIDE01">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6F56C623-889A-D64C-A80F-1588AA9E6D62}"/>
              </a:ext>
            </a:extLst>
          </p:cNvPr>
          <p:cNvSpPr>
            <a:spLocks xmlns:a="http://schemas.openxmlformats.org/drawingml/2006/main" noGrp="1"/>
          </p:cNvSpPr>
          <p:nvPr/>
        </p:nvSpPr>
        <p:spPr>
          <a:xfrm xmlns:a="http://schemas.openxmlformats.org/drawingml/2006/main">
            <a:off x="545695" y="6044910"/>
            <a:ext cx="2508886" cy="3552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300">
                <a:latin typeface="Arial"/>
                <a:ea typeface="Arial"/>
                <a:cs typeface="Arial"/>
              </a:rPr>
              <a:t>Arial Sans Body Copy, 13 </a:t>
            </a:r>
            <a:r>
              <a:rPr sz="1300">
                <a:latin typeface="Arial"/>
                <a:ea typeface="Arial"/>
                <a:cs typeface="Arial"/>
              </a:rPr>
              <a:t>pt</a:t>
            </a:r>
            <a:endParaRPr sz="1300">
              <a:latin typeface="Arial"/>
              <a:ea typeface="Arial"/>
              <a:cs typeface="Arial"/>
            </a:endParaRPr>
          </a:p>
        </p:txBody>
      </p:sp>
      <p:sp>
        <p:nvSpPr>
          <p:cNvPr id="6" name="TextBox 5">
            <a:extLst xmlns:a="http://schemas.openxmlformats.org/drawingml/2006/main">
              <a:ext uri="{FF2B5EF4-FFF2-40B4-BE49-F238E27FC236}">
                <a16:creationId xmlns:a16="http://schemas.microsoft.com/office/drawing/2014/main" id="{FF62E11D-4718-EA46-8CE2-BE431E7B0D1F}"/>
              </a:ext>
            </a:extLst>
          </p:cNvPr>
          <p:cNvSpPr>
            <a:spLocks xmlns:a="http://schemas.openxmlformats.org/drawingml/2006/main" noGrp="1"/>
          </p:cNvSpPr>
          <p:nvPr/>
        </p:nvSpPr>
        <p:spPr>
          <a:xfrm xmlns:a="http://schemas.openxmlformats.org/drawingml/2006/main">
            <a:off x="521841" y="1849167"/>
            <a:ext cx="5113378" cy="70788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4000">
                <a:latin typeface="Arial"/>
                <a:ea typeface="Arial"/>
                <a:cs typeface="Arial"/>
              </a:rPr>
              <a:t>Headings, Arial 40 </a:t>
            </a:r>
            <a:r>
              <a:rPr sz="4000">
                <a:latin typeface="Arial"/>
                <a:ea typeface="Arial"/>
                <a:cs typeface="Arial"/>
              </a:rPr>
              <a:t>pt</a:t>
            </a:r>
            <a:endParaRPr sz="4000">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2BA0A615-42F9-534F-B3B0-CB12ECF809A5}"/>
              </a:ext>
            </a:extLst>
          </p:cNvPr>
          <p:cNvSpPr>
            <a:spLocks xmlns:a="http://schemas.openxmlformats.org/drawingml/2006/main" noGrp="1"/>
          </p:cNvSpPr>
          <p:nvPr/>
        </p:nvSpPr>
        <p:spPr>
          <a:xfrm xmlns:a="http://schemas.openxmlformats.org/drawingml/2006/main">
            <a:off x="8807508" y="4998767"/>
            <a:ext cx="1361440" cy="65018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4D6BD72B-AD4A-E547-8043-5A7B2C3EC93F}"/>
              </a:ext>
            </a:extLst>
          </p:cNvPr>
          <p:cNvSpPr>
            <a:spLocks xmlns:a="http://schemas.openxmlformats.org/drawingml/2006/main" noGrp="1"/>
          </p:cNvSpPr>
          <p:nvPr/>
        </p:nvSpPr>
        <p:spPr>
          <a:xfrm xmlns:a="http://schemas.openxmlformats.org/drawingml/2006/main">
            <a:off x="7120948" y="1849167"/>
            <a:ext cx="1361440" cy="130042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1747E4A-BD1B-6E4C-849D-12970E8D205D}"/>
              </a:ext>
            </a:extLst>
          </p:cNvPr>
          <p:cNvSpPr>
            <a:spLocks xmlns:a="http://schemas.openxmlformats.org/drawingml/2006/main" noGrp="1"/>
          </p:cNvSpPr>
          <p:nvPr/>
        </p:nvSpPr>
        <p:spPr>
          <a:xfrm xmlns:a="http://schemas.openxmlformats.org/drawingml/2006/main">
            <a:off x="8807508" y="3418827"/>
            <a:ext cx="1361440" cy="1300420"/>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773FC237-D8C5-C840-9451-D7B5FB58F94B}"/>
              </a:ext>
            </a:extLst>
          </p:cNvPr>
          <p:cNvSpPr>
            <a:spLocks xmlns:a="http://schemas.openxmlformats.org/drawingml/2006/main" noGrp="1"/>
          </p:cNvSpPr>
          <p:nvPr/>
        </p:nvSpPr>
        <p:spPr>
          <a:xfrm xmlns:a="http://schemas.openxmlformats.org/drawingml/2006/main">
            <a:off x="7106490" y="3418827"/>
            <a:ext cx="1361440" cy="130042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116289AF-EC1A-4A4A-8E7D-3E57AC20108D}"/>
              </a:ext>
            </a:extLst>
          </p:cNvPr>
          <p:cNvSpPr>
            <a:spLocks xmlns:a="http://schemas.openxmlformats.org/drawingml/2006/main" noGrp="1"/>
          </p:cNvSpPr>
          <p:nvPr/>
        </p:nvSpPr>
        <p:spPr>
          <a:xfrm xmlns:a="http://schemas.openxmlformats.org/drawingml/2006/main">
            <a:off x="8807508" y="5648947"/>
            <a:ext cx="1361440" cy="60446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BDF88104-CA0B-734C-BBE7-F868FED1D742}"/>
              </a:ext>
            </a:extLst>
          </p:cNvPr>
          <p:cNvSpPr>
            <a:spLocks xmlns:a="http://schemas.openxmlformats.org/drawingml/2006/main" noGrp="1"/>
          </p:cNvSpPr>
          <p:nvPr/>
        </p:nvSpPr>
        <p:spPr>
          <a:xfrm xmlns:a="http://schemas.openxmlformats.org/drawingml/2006/main">
            <a:off x="8807508" y="1849167"/>
            <a:ext cx="1361440" cy="1300420"/>
          </a:xfrm>
          <a:prstGeom xmlns:a="http://schemas.openxmlformats.org/drawingml/2006/main" prst="rect">
            <a:avLst/>
          </a:prstGeom>
          <a:solidFill xmlns:a="http://schemas.openxmlformats.org/drawingml/2006/main">
            <a:schemeClr val="bg1"/>
          </a:solidFill>
          <a:ln xmlns:a="http://schemas.openxmlformats.org/drawingml/2006/main" w="6350">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Straight Connector 12">
            <a:extLst xmlns:a="http://schemas.openxmlformats.org/drawingml/2006/main">
              <a:ext uri="{FF2B5EF4-FFF2-40B4-BE49-F238E27FC236}">
                <a16:creationId xmlns:a16="http://schemas.microsoft.com/office/drawing/2014/main" id="{7E0421E2-68A4-46DF-9DA4-59B9B375934D}"/>
              </a:ext>
            </a:extLst>
          </p:cNvPr>
          <p:cNvSpPr>
            <a:spLocks xmlns:a="http://schemas.openxmlformats.org/drawingml/2006/main" noGrp="1"/>
          </p:cNvSpPr>
          <p:nvPr/>
        </p:nvSpPr>
        <p:spPr>
          <a:xfrm xmlns:a="http://schemas.openxmlformats.org/drawingml/2006/main">
            <a:off x="8447610" y="1849167"/>
            <a:ext cx="0" cy="1300420"/>
          </a:xfrm>
          <a:prstGeom xmlns:a="http://schemas.openxmlformats.org/drawingml/2006/main" prst="line">
            <a:avLst/>
          </a:prstGeom>
          <a:ln xmlns:a="http://schemas.openxmlformats.org/drawingml/2006/main" w="825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6455F1E7-E645-FB45-A6BA-04684AACD01C}"/>
              </a:ext>
            </a:extLst>
          </p:cNvPr>
          <p:cNvSpPr>
            <a:spLocks xmlns:a="http://schemas.openxmlformats.org/drawingml/2006/main" noGrp="1"/>
          </p:cNvSpPr>
          <p:nvPr/>
        </p:nvSpPr>
        <p:spPr>
          <a:xfrm xmlns:a="http://schemas.openxmlformats.org/drawingml/2006/main">
            <a:off x="7120948" y="1849167"/>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Black</a:t>
            </a:r>
            <a:br>
              <a:rPr sz="1000">
                <a:solidFill>
                  <a:schemeClr val="bg1"/>
                </a:solidFill>
                <a:latin typeface="Arial"/>
                <a:ea typeface="Arial"/>
                <a:cs typeface="Arial"/>
              </a:rPr>
            </a:br>
            <a:r>
              <a:rPr sz="1000">
                <a:solidFill>
                  <a:schemeClr val="bg1"/>
                </a:solidFill>
                <a:latin typeface="Arial"/>
                <a:ea typeface="Arial"/>
                <a:cs typeface="Arial"/>
              </a:rPr>
              <a:t>1c1c1c</a:t>
            </a:r>
          </a:p>
        </p:txBody>
      </p:sp>
      <p:sp>
        <p:nvSpPr>
          <p:cNvPr id="15" name="TextBox 14">
            <a:extLst xmlns:a="http://schemas.openxmlformats.org/drawingml/2006/main">
              <a:ext uri="{FF2B5EF4-FFF2-40B4-BE49-F238E27FC236}">
                <a16:creationId xmlns:a16="http://schemas.microsoft.com/office/drawing/2014/main" id="{E302AE29-8ADA-C046-9599-92EF9A546173}"/>
              </a:ext>
            </a:extLst>
          </p:cNvPr>
          <p:cNvSpPr>
            <a:spLocks xmlns:a="http://schemas.openxmlformats.org/drawingml/2006/main" noGrp="1"/>
          </p:cNvSpPr>
          <p:nvPr/>
        </p:nvSpPr>
        <p:spPr>
          <a:xfrm xmlns:a="http://schemas.openxmlformats.org/drawingml/2006/main">
            <a:off x="8807508" y="1849167"/>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White</a:t>
            </a:r>
          </a:p>
          <a:p xmlns:a="http://schemas.openxmlformats.org/drawingml/2006/main">
            <a:pPr>
              <a:lnSpc>
                <a:spcPct val="150000"/>
              </a:lnSpc>
              <a:buClr>
                <a:srgbClr val="D2B16D"/>
              </a:buClr>
              <a:buSzPct val="70000"/>
              <a:buNone/>
            </a:pPr>
            <a:r>
              <a:rPr sz="1000">
                <a:latin typeface="Arial"/>
                <a:ea typeface="Arial"/>
                <a:cs typeface="Arial"/>
              </a:rPr>
              <a:t>FFFFFF</a:t>
            </a:r>
          </a:p>
        </p:txBody>
      </p:sp>
      <p:sp>
        <p:nvSpPr>
          <p:cNvPr id="16" name="TextBox 15">
            <a:extLst xmlns:a="http://schemas.openxmlformats.org/drawingml/2006/main">
              <a:ext uri="{FF2B5EF4-FFF2-40B4-BE49-F238E27FC236}">
                <a16:creationId xmlns:a16="http://schemas.microsoft.com/office/drawing/2014/main" id="{83E73C1E-53A4-D84D-A178-5B5A617F78BC}"/>
              </a:ext>
            </a:extLst>
          </p:cNvPr>
          <p:cNvSpPr>
            <a:spLocks xmlns:a="http://schemas.openxmlformats.org/drawingml/2006/main" noGrp="1"/>
          </p:cNvSpPr>
          <p:nvPr/>
        </p:nvSpPr>
        <p:spPr>
          <a:xfrm xmlns:a="http://schemas.openxmlformats.org/drawingml/2006/main">
            <a:off x="7120948" y="34138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Light Grey</a:t>
            </a:r>
            <a:br>
              <a:rPr sz="1000">
                <a:latin typeface="Arial"/>
                <a:ea typeface="Arial"/>
                <a:cs typeface="Arial"/>
              </a:rPr>
            </a:br>
            <a:r>
              <a:rPr sz="1000"/>
              <a:t>E4E4E4</a:t>
            </a:r>
            <a:endParaRPr sz="1000">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11ED535D-A10D-514B-9F9F-0844839B3629}"/>
              </a:ext>
            </a:extLst>
          </p:cNvPr>
          <p:cNvSpPr>
            <a:spLocks xmlns:a="http://schemas.openxmlformats.org/drawingml/2006/main" noGrp="1"/>
          </p:cNvSpPr>
          <p:nvPr/>
        </p:nvSpPr>
        <p:spPr>
          <a:xfrm xmlns:a="http://schemas.openxmlformats.org/drawingml/2006/main">
            <a:off x="7106490" y="4998737"/>
            <a:ext cx="1361440" cy="130042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809E39-741B-D44A-8266-1421FF133A91}"/>
              </a:ext>
            </a:extLst>
          </p:cNvPr>
          <p:cNvSpPr>
            <a:spLocks xmlns:a="http://schemas.openxmlformats.org/drawingml/2006/main" noGrp="1"/>
          </p:cNvSpPr>
          <p:nvPr/>
        </p:nvSpPr>
        <p:spPr>
          <a:xfrm xmlns:a="http://schemas.openxmlformats.org/drawingml/2006/main">
            <a:off x="7141268" y="5017661"/>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Dark Grey</a:t>
            </a:r>
            <a:br>
              <a:rPr sz="1000">
                <a:solidFill>
                  <a:schemeClr val="bg1"/>
                </a:solidFill>
                <a:latin typeface="Arial"/>
                <a:ea typeface="Arial"/>
                <a:cs typeface="Arial"/>
              </a:rPr>
            </a:br>
            <a:r>
              <a:rPr sz="1000">
                <a:solidFill>
                  <a:schemeClr val="bg1"/>
                </a:solidFill>
              </a:rPr>
              <a:t>777777</a:t>
            </a:r>
            <a:endParaRPr sz="1000">
              <a:solidFill>
                <a:schemeClr val="bg1"/>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13FDDBAB-FE01-2341-BA73-05964EA44299}"/>
              </a:ext>
            </a:extLst>
          </p:cNvPr>
          <p:cNvSpPr>
            <a:spLocks xmlns:a="http://schemas.openxmlformats.org/drawingml/2006/main" noGrp="1"/>
          </p:cNvSpPr>
          <p:nvPr/>
        </p:nvSpPr>
        <p:spPr>
          <a:xfrm xmlns:a="http://schemas.openxmlformats.org/drawingml/2006/main">
            <a:off x="8807508" y="34138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Sand</a:t>
            </a:r>
          </a:p>
          <a:p xmlns:a="http://schemas.openxmlformats.org/drawingml/2006/main">
            <a:pPr>
              <a:lnSpc>
                <a:spcPct val="150000"/>
              </a:lnSpc>
              <a:buClr>
                <a:srgbClr val="D2B16D"/>
              </a:buClr>
              <a:buSzPct val="70000"/>
              <a:buNone/>
            </a:pPr>
            <a:r>
              <a:rPr sz="1000"/>
              <a:t>E0D5C0</a:t>
            </a:r>
            <a:endParaRPr sz="1000">
              <a:latin typeface="Arial"/>
              <a:ea typeface="Arial"/>
              <a:cs typeface="Arial"/>
            </a:endParaRPr>
          </a:p>
        </p:txBody>
      </p:sp>
      <p:sp>
        <p:nvSpPr>
          <p:cNvPr id="20" name="TextBox 19">
            <a:extLst xmlns:a="http://schemas.openxmlformats.org/drawingml/2006/main">
              <a:ext uri="{FF2B5EF4-FFF2-40B4-BE49-F238E27FC236}">
                <a16:creationId xmlns:a16="http://schemas.microsoft.com/office/drawing/2014/main" id="{03737DFF-CC88-6842-A062-F7997C8B4514}"/>
              </a:ext>
            </a:extLst>
          </p:cNvPr>
          <p:cNvSpPr>
            <a:spLocks xmlns:a="http://schemas.openxmlformats.org/drawingml/2006/main" noGrp="1"/>
          </p:cNvSpPr>
          <p:nvPr/>
        </p:nvSpPr>
        <p:spPr>
          <a:xfrm xmlns:a="http://schemas.openxmlformats.org/drawingml/2006/main">
            <a:off x="8807508" y="499876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Highlight</a:t>
            </a:r>
            <a:br>
              <a:rPr sz="1000"/>
            </a:br>
            <a:r>
              <a:rPr sz="1000"/>
              <a:t>ECB748</a:t>
            </a:r>
            <a:endParaRPr sz="1000">
              <a:latin typeface="Arial"/>
              <a:ea typeface="Arial"/>
              <a:cs typeface="Arial"/>
            </a:endParaRPr>
          </a:p>
        </p:txBody>
      </p:sp>
      <p:sp>
        <p:nvSpPr>
          <p:cNvPr id="21" name="TextBox 20">
            <a:extLst xmlns:a="http://schemas.openxmlformats.org/drawingml/2006/main">
              <a:ext uri="{FF2B5EF4-FFF2-40B4-BE49-F238E27FC236}">
                <a16:creationId xmlns:a16="http://schemas.microsoft.com/office/drawing/2014/main" id="{BEE7D320-ED07-994F-8D89-6E0937B549A5}"/>
              </a:ext>
            </a:extLst>
          </p:cNvPr>
          <p:cNvSpPr>
            <a:spLocks xmlns:a="http://schemas.openxmlformats.org/drawingml/2006/main" noGrp="1"/>
          </p:cNvSpPr>
          <p:nvPr/>
        </p:nvSpPr>
        <p:spPr>
          <a:xfrm xmlns:a="http://schemas.openxmlformats.org/drawingml/2006/main">
            <a:off x="8807508" y="5649007"/>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Sky</a:t>
            </a:r>
            <a:br>
              <a:rPr sz="1000"/>
            </a:br>
            <a:r>
              <a:rPr sz="1000"/>
              <a:t>B3C9CD</a:t>
            </a:r>
            <a:endParaRPr sz="1000">
              <a:latin typeface="Arial"/>
              <a:ea typeface="Arial"/>
              <a:cs typeface="Arial"/>
            </a:endParaRPr>
          </a:p>
        </p:txBody>
      </p:sp>
      <p:sp>
        <p:nvSpPr>
          <p:cNvPr id="22" name="TextBox 21">
            <a:extLst xmlns:a="http://schemas.openxmlformats.org/drawingml/2006/main">
              <a:ext uri="{FF2B5EF4-FFF2-40B4-BE49-F238E27FC236}">
                <a16:creationId xmlns:a16="http://schemas.microsoft.com/office/drawing/2014/main" id="{B86ED116-782C-3A44-A5B2-3C1ED2B9CCBE}"/>
              </a:ext>
            </a:extLst>
          </p:cNvPr>
          <p:cNvSpPr>
            <a:spLocks xmlns:a="http://schemas.openxmlformats.org/drawingml/2006/main" noGrp="1"/>
          </p:cNvSpPr>
          <p:nvPr/>
        </p:nvSpPr>
        <p:spPr>
          <a:xfrm xmlns:a="http://schemas.openxmlformats.org/drawingml/2006/main">
            <a:off x="629505" y="4405634"/>
            <a:ext cx="4898050" cy="4969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nSpc>
                <a:spcPct val="150000"/>
              </a:lnSpc>
              <a:buClr>
                <a:srgbClr val="D2B16D"/>
              </a:buClr>
              <a:buSzPct val="70000"/>
              <a:buFont typeface="Arial"/>
              <a:buChar char="•"/>
            </a:pPr>
            <a:r>
              <a:rPr sz="2000">
                <a:latin typeface="Arial"/>
                <a:ea typeface="Arial"/>
                <a:cs typeface="Arial"/>
              </a:rPr>
              <a:t>Large Bullets, Arial, 20 </a:t>
            </a:r>
            <a:r>
              <a:rPr sz="2000">
                <a:latin typeface="Arial"/>
                <a:ea typeface="Arial"/>
                <a:cs typeface="Arial"/>
              </a:rPr>
              <a:t>pt</a:t>
            </a:r>
            <a:endParaRPr sz="2000">
              <a:latin typeface="Arial"/>
              <a:ea typeface="Arial"/>
              <a:cs typeface="Arial"/>
            </a:endParaRPr>
          </a:p>
        </p:txBody>
      </p:sp>
      <p:sp>
        <p:nvSpPr>
          <p:cNvPr id="23" name="TextBox 22">
            <a:extLst xmlns:a="http://schemas.openxmlformats.org/drawingml/2006/main">
              <a:ext uri="{FF2B5EF4-FFF2-40B4-BE49-F238E27FC236}">
                <a16:creationId xmlns:a16="http://schemas.microsoft.com/office/drawing/2014/main" id="{6D86519E-0EA4-AB4F-BDE2-EB72A52F437E}"/>
              </a:ext>
            </a:extLst>
          </p:cNvPr>
          <p:cNvSpPr>
            <a:spLocks xmlns:a="http://schemas.openxmlformats.org/drawingml/2006/main" noGrp="1"/>
          </p:cNvSpPr>
          <p:nvPr/>
        </p:nvSpPr>
        <p:spPr>
          <a:xfrm xmlns:a="http://schemas.openxmlformats.org/drawingml/2006/main">
            <a:off x="545695" y="5538301"/>
            <a:ext cx="2508886" cy="41601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600">
                <a:latin typeface="Arial"/>
                <a:ea typeface="Arial"/>
                <a:cs typeface="Arial"/>
              </a:rPr>
              <a:t>Arial Subhead,16 </a:t>
            </a:r>
            <a:r>
              <a:rPr sz="1600">
                <a:latin typeface="Arial"/>
                <a:ea typeface="Arial"/>
                <a:cs typeface="Arial"/>
              </a:rPr>
              <a:t>pt</a:t>
            </a:r>
            <a:endParaRPr sz="1600">
              <a:latin typeface="Arial"/>
              <a:ea typeface="Arial"/>
              <a:cs typeface="Arial"/>
            </a:endParaRPr>
          </a:p>
        </p:txBody>
      </p:sp>
      <p:sp>
        <p:nvSpPr>
          <p:cNvPr id="24" name="Object13">
            <a:extLst xmlns:a="http://schemas.openxmlformats.org/drawingml/2006/main">
              <a:ext uri="{FF2B5EF4-FFF2-40B4-BE49-F238E27FC236}">
                <a16:creationId xmlns:a16="http://schemas.microsoft.com/office/drawing/2014/main" id="{4A489953-6FB5-F741-9FA2-46C088632D1F}"/>
              </a:ext>
            </a:extLst>
          </p:cNvPr>
          <p:cNvSpPr>
            <a:spLocks xmlns:a="http://schemas.openxmlformats.org/drawingml/2006/main" noGrp="1"/>
          </p:cNvSpPr>
          <p:nvPr/>
        </p:nvSpPr>
        <p:spPr>
          <a:xfrm xmlns:a="http://schemas.openxmlformats.org/drawingml/2006/main">
            <a:off x="1052495" y="5017781"/>
            <a:ext cx="1900486" cy="2741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1450" indent="-171450">
              <a:lnSpc>
                <a:spcPct val="150000"/>
              </a:lnSpc>
              <a:buClr>
                <a:schemeClr val="accent2"/>
              </a:buClr>
              <a:buFont typeface="Arial"/>
              <a:buChar char="•"/>
            </a:pPr>
            <a:r>
              <a:rPr sz="1000">
                <a:solidFill>
                  <a:schemeClr val="tx2"/>
                </a:solidFill>
                <a:latin typeface="Arial"/>
                <a:ea typeface="Arial"/>
                <a:cs typeface="Arial"/>
              </a:rPr>
              <a:t>Small Bullets, Arial, 10 </a:t>
            </a:r>
            <a:r>
              <a:rPr sz="1000">
                <a:solidFill>
                  <a:schemeClr val="tx2"/>
                </a:solidFill>
                <a:latin typeface="Arial"/>
                <a:ea typeface="Arial"/>
                <a:cs typeface="Arial"/>
              </a:rPr>
              <a:t>pt</a:t>
            </a:r>
            <a:endParaRPr sz="1000">
              <a:solidFill>
                <a:schemeClr val="tx2"/>
              </a:solidFill>
              <a:latin typeface="Arial"/>
              <a:ea typeface="Arial"/>
              <a:cs typeface="Arial"/>
            </a:endParaRPr>
          </a:p>
        </p:txBody>
      </p:sp>
      <p:sp>
        <p:nvSpPr>
          <p:cNvPr id="25" name="Object4">
            <a:extLst xmlns:a="http://schemas.openxmlformats.org/drawingml/2006/main">
              <a:ext uri="{FF2B5EF4-FFF2-40B4-BE49-F238E27FC236}">
                <a16:creationId xmlns:a16="http://schemas.microsoft.com/office/drawing/2014/main" id="{7B7B9E91-D001-2C4B-8006-89E16166AD20}"/>
              </a:ext>
            </a:extLst>
          </p:cNvPr>
          <p:cNvSpPr>
            <a:spLocks xmlns:a="http://schemas.openxmlformats.org/drawingml/2006/main" noGrp="1"/>
          </p:cNvSpPr>
          <p:nvPr/>
        </p:nvSpPr>
        <p:spPr>
          <a:xfrm xmlns:a="http://schemas.openxmlformats.org/drawingml/2006/main">
            <a:off x="629505" y="3577594"/>
            <a:ext cx="3677920" cy="828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nSpc>
                <a:spcPts val="3037"/>
              </a:lnSpc>
              <a:spcAft>
                <a:spcPts val="1450"/>
              </a:spcAft>
              <a:buNone/>
            </a:pPr>
            <a:r>
              <a:rPr sz="2200">
                <a:latin typeface="Times New Roman"/>
                <a:ea typeface="Times New Roman"/>
                <a:cs typeface="Times New Roman"/>
              </a:rPr>
              <a:t>Large Statement, Times, 22 </a:t>
            </a:r>
            <a:r>
              <a:rPr sz="2200">
                <a:latin typeface="Times New Roman"/>
                <a:ea typeface="Times New Roman"/>
                <a:cs typeface="Times New Roman"/>
              </a:rPr>
              <a:t>pt</a:t>
            </a:r>
            <a:endParaRPr sz="2200">
              <a:latin typeface="Times New Roman"/>
              <a:ea typeface="Times New Roman"/>
              <a:cs typeface="Times New Roman"/>
            </a:endParaRPr>
          </a:p>
        </p:txBody>
      </p:sp>
      <p:sp>
        <p:nvSpPr>
          <p:cNvPr id="26" name="TextBox 25">
            <a:extLst xmlns:a="http://schemas.openxmlformats.org/drawingml/2006/main">
              <a:ext uri="{FF2B5EF4-FFF2-40B4-BE49-F238E27FC236}">
                <a16:creationId xmlns:a16="http://schemas.microsoft.com/office/drawing/2014/main" id="{0244110B-E6AC-0E4F-86A9-410524E79ED7}"/>
              </a:ext>
            </a:extLst>
          </p:cNvPr>
          <p:cNvSpPr>
            <a:spLocks xmlns:a="http://schemas.openxmlformats.org/drawingml/2006/main" noGrp="1"/>
          </p:cNvSpPr>
          <p:nvPr/>
        </p:nvSpPr>
        <p:spPr>
          <a:xfrm xmlns:a="http://schemas.openxmlformats.org/drawingml/2006/main">
            <a:off x="521841" y="2696674"/>
            <a:ext cx="4694509"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a:latin typeface="Arial"/>
                <a:ea typeface="Arial"/>
                <a:cs typeface="Arial"/>
              </a:rPr>
              <a:t>Subtitles, Arial, 36 </a:t>
            </a:r>
            <a:r>
              <a:rPr sz="3600">
                <a:latin typeface="Arial"/>
                <a:ea typeface="Arial"/>
                <a:cs typeface="Arial"/>
              </a:rPr>
              <a:t>pt</a:t>
            </a:r>
            <a:endParaRPr sz="3600">
              <a:latin typeface="Arial"/>
              <a:ea typeface="Arial"/>
              <a:cs typeface="Arial"/>
            </a:endParaRPr>
          </a:p>
        </p:txBody>
      </p:sp>
      <p:sp>
        <p:nvSpPr>
          <p:cNvPr id="27" name="Rectangle 26">
            <a:extLst xmlns:a="http://schemas.openxmlformats.org/drawingml/2006/main">
              <a:ext uri="{FF2B5EF4-FFF2-40B4-BE49-F238E27FC236}">
                <a16:creationId xmlns:a16="http://schemas.microsoft.com/office/drawing/2014/main" id="{922664CB-322A-E34F-8539-B80BDF759C0F}"/>
              </a:ext>
            </a:extLst>
          </p:cNvPr>
          <p:cNvSpPr>
            <a:spLocks xmlns:a="http://schemas.openxmlformats.org/drawingml/2006/main" noGrp="1"/>
          </p:cNvSpPr>
          <p:nvPr/>
        </p:nvSpPr>
        <p:spPr>
          <a:xfrm xmlns:a="http://schemas.openxmlformats.org/drawingml/2006/main">
            <a:off x="8807508" y="2476435"/>
            <a:ext cx="1361440" cy="673152"/>
          </a:xfrm>
          <a:prstGeom xmlns:a="http://schemas.openxmlformats.org/drawingml/2006/main" prst="rect">
            <a:avLst/>
          </a:prstGeom>
          <a:solidFill xmlns:a="http://schemas.openxmlformats.org/drawingml/2006/main">
            <a:srgbClr val="F5F3E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850362D7-CE1B-2949-89F1-84E55779FEE7}"/>
              </a:ext>
            </a:extLst>
          </p:cNvPr>
          <p:cNvSpPr>
            <a:spLocks xmlns:a="http://schemas.openxmlformats.org/drawingml/2006/main" noGrp="1"/>
          </p:cNvSpPr>
          <p:nvPr/>
        </p:nvSpPr>
        <p:spPr>
          <a:xfrm xmlns:a="http://schemas.openxmlformats.org/drawingml/2006/main">
            <a:off x="8807508" y="2492980"/>
            <a:ext cx="812334"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Cream</a:t>
            </a:r>
          </a:p>
          <a:p xmlns:a="http://schemas.openxmlformats.org/drawingml/2006/main">
            <a:pPr>
              <a:lnSpc>
                <a:spcPct val="150000"/>
              </a:lnSpc>
              <a:buClr>
                <a:srgbClr val="D2B16D"/>
              </a:buClr>
              <a:buSzPct val="70000"/>
              <a:buNone/>
            </a:pPr>
            <a:r>
              <a:rPr sz="1000">
                <a:latin typeface="Arial"/>
                <a:ea typeface="Arial"/>
                <a:cs typeface="Arial"/>
              </a:rPr>
              <a:t>F5F3EF</a:t>
            </a:r>
          </a:p>
        </p:txBody>
      </p:sp>
      <p:sp>
        <p:nvSpPr>
          <p:cNvPr id="29" name="Straight Connector 28">
            <a:extLst xmlns:a="http://schemas.openxmlformats.org/drawingml/2006/main">
              <a:ext uri="{FF2B5EF4-FFF2-40B4-BE49-F238E27FC236}">
                <a16:creationId xmlns:a16="http://schemas.microsoft.com/office/drawing/2014/main" id="{A1BADA06-9DE0-4F98-9D8B-7BCBEF88620C}"/>
              </a:ext>
            </a:extLst>
          </p:cNvPr>
          <p:cNvSpPr>
            <a:spLocks xmlns:a="http://schemas.openxmlformats.org/drawingml/2006/main" noGrp="1"/>
          </p:cNvSpPr>
          <p:nvPr/>
        </p:nvSpPr>
        <p:spPr>
          <a:xfrm xmlns:a="http://schemas.openxmlformats.org/drawingml/2006/main">
            <a:off x="593012" y="1017632"/>
            <a:ext cx="10842775"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TextBox 29">
            <a:extLst xmlns:a="http://schemas.openxmlformats.org/drawingml/2006/main">
              <a:ext uri="{FF2B5EF4-FFF2-40B4-BE49-F238E27FC236}">
                <a16:creationId xmlns:a16="http://schemas.microsoft.com/office/drawing/2014/main" id="{52836242-D62C-1942-AD70-BD64D3073DC7}"/>
              </a:ext>
            </a:extLst>
          </p:cNvPr>
          <p:cNvSpPr>
            <a:spLocks xmlns:a="http://schemas.openxmlformats.org/drawingml/2006/main" noGrp="1"/>
          </p:cNvSpPr>
          <p:nvPr/>
        </p:nvSpPr>
        <p:spPr>
          <a:xfrm xmlns:a="http://schemas.openxmlformats.org/drawingml/2006/main">
            <a:off x="472917" y="343881"/>
            <a:ext cx="10962869" cy="6001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buNone/>
            </a:pPr>
            <a:r>
              <a:rPr sz="3300" b="1" i="0" spc="300">
                <a:latin typeface="Arial"/>
                <a:ea typeface="Arial"/>
                <a:cs typeface="Arial"/>
              </a:rPr>
              <a:t>THEME FONTS AND COLORS</a:t>
            </a:r>
            <a:endParaRPr sz="3300" b="1" i="0" spc="300" baseline="0">
              <a:latin typeface="Arial"/>
              <a:ea typeface="Arial"/>
              <a:cs typeface="Arial"/>
            </a:endParaRPr>
          </a:p>
        </p:txBody>
      </p:sp>
      <p:sp>
        <p:nvSpPr>
          <p:cNvPr id="31" name="TextBox 30">
            <a:extLst xmlns:a="http://schemas.openxmlformats.org/drawingml/2006/main">
              <a:ext uri="{FF2B5EF4-FFF2-40B4-BE49-F238E27FC236}">
                <a16:creationId xmlns:a16="http://schemas.microsoft.com/office/drawing/2014/main" id="{865D6674-7026-FC4D-BE16-17F37B89C66A}"/>
              </a:ext>
            </a:extLst>
          </p:cNvPr>
          <p:cNvSpPr>
            <a:spLocks xmlns:a="http://schemas.openxmlformats.org/drawingml/2006/main" noGrp="1"/>
          </p:cNvSpPr>
          <p:nvPr/>
        </p:nvSpPr>
        <p:spPr>
          <a:xfrm xmlns:a="http://schemas.openxmlformats.org/drawingml/2006/main">
            <a:off x="500412" y="1238057"/>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FONTS</a:t>
            </a:r>
          </a:p>
        </p:txBody>
      </p:sp>
      <p:sp>
        <p:nvSpPr>
          <p:cNvPr id="32" name="Straight Connector 31">
            <a:extLst xmlns:a="http://schemas.openxmlformats.org/drawingml/2006/main">
              <a:ext uri="{FF2B5EF4-FFF2-40B4-BE49-F238E27FC236}">
                <a16:creationId xmlns:a16="http://schemas.microsoft.com/office/drawing/2014/main" id="{0E2FECD8-8875-4C89-8FF7-950D2326AB9A}"/>
              </a:ext>
            </a:extLst>
          </p:cNvPr>
          <p:cNvSpPr>
            <a:spLocks xmlns:a="http://schemas.openxmlformats.org/drawingml/2006/main" noGrp="1"/>
          </p:cNvSpPr>
          <p:nvPr/>
        </p:nvSpPr>
        <p:spPr>
          <a:xfrm xmlns:a="http://schemas.openxmlformats.org/drawingml/2006/main">
            <a:off x="593012" y="1683345"/>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A0350948-03D5-4443-BEDD-B8A5A62130C7}"/>
              </a:ext>
            </a:extLst>
          </p:cNvPr>
          <p:cNvSpPr>
            <a:spLocks xmlns:a="http://schemas.openxmlformats.org/drawingml/2006/main" noGrp="1"/>
          </p:cNvSpPr>
          <p:nvPr/>
        </p:nvSpPr>
        <p:spPr>
          <a:xfrm xmlns:a="http://schemas.openxmlformats.org/drawingml/2006/main">
            <a:off x="6975652" y="1238057"/>
            <a:ext cx="49994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COLORS</a:t>
            </a:r>
          </a:p>
        </p:txBody>
      </p:sp>
      <p:sp>
        <p:nvSpPr>
          <p:cNvPr id="34" name="Straight Connector 33">
            <a:extLst xmlns:a="http://schemas.openxmlformats.org/drawingml/2006/main">
              <a:ext uri="{FF2B5EF4-FFF2-40B4-BE49-F238E27FC236}">
                <a16:creationId xmlns:a16="http://schemas.microsoft.com/office/drawing/2014/main" id="{FF39AFD4-D026-49D5-9199-EB90369038F0}"/>
              </a:ext>
            </a:extLst>
          </p:cNvPr>
          <p:cNvSpPr>
            <a:spLocks xmlns:a="http://schemas.openxmlformats.org/drawingml/2006/main" noGrp="1"/>
          </p:cNvSpPr>
          <p:nvPr/>
        </p:nvSpPr>
        <p:spPr>
          <a:xfrm xmlns:a="http://schemas.openxmlformats.org/drawingml/2006/main">
            <a:off x="7068252" y="1683345"/>
            <a:ext cx="423447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3.xml><?xml version="1.0" encoding="utf-8"?>
<p:sldLayout xmlns:p="http://schemas.openxmlformats.org/presentationml/2006/main" type="blank" preserve="1">
  <p:cSld name="GUIDE02">
    <p:spTree>
      <p:nvGrpSpPr>
        <p:cNvPr id="1" name=""/>
        <p:cNvGrpSpPr/>
        <p:nvPr/>
      </p:nvGrpSpPr>
      <p:grpSpPr>
        <a:xfrm xmlns:a="http://schemas.openxmlformats.org/drawingml/2006/main"/>
      </p:grpSpPr>
      <p:sp>
        <p:nvSpPr>
          <p:cNvPr id="29" name="Straight Connector 28">
            <a:extLst xmlns:a="http://schemas.openxmlformats.org/drawingml/2006/main">
              <a:ext uri="{FF2B5EF4-FFF2-40B4-BE49-F238E27FC236}">
                <a16:creationId xmlns:a16="http://schemas.microsoft.com/office/drawing/2014/main" id="{03B2A029-5966-4E82-85B3-3A0A7EC6B84D}"/>
              </a:ext>
            </a:extLst>
          </p:cNvPr>
          <p:cNvSpPr>
            <a:spLocks xmlns:a="http://schemas.openxmlformats.org/drawingml/2006/main" noGrp="1"/>
          </p:cNvSpPr>
          <p:nvPr/>
        </p:nvSpPr>
        <p:spPr>
          <a:xfrm xmlns:a="http://schemas.openxmlformats.org/drawingml/2006/main">
            <a:off x="593012" y="1017632"/>
            <a:ext cx="10842775"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TextBox 29">
            <a:extLst xmlns:a="http://schemas.openxmlformats.org/drawingml/2006/main">
              <a:ext uri="{FF2B5EF4-FFF2-40B4-BE49-F238E27FC236}">
                <a16:creationId xmlns:a16="http://schemas.microsoft.com/office/drawing/2014/main" id="{F272C731-1402-D34C-B7DD-4065D53CE563}"/>
              </a:ext>
            </a:extLst>
          </p:cNvPr>
          <p:cNvSpPr>
            <a:spLocks xmlns:a="http://schemas.openxmlformats.org/drawingml/2006/main" noGrp="1"/>
          </p:cNvSpPr>
          <p:nvPr/>
        </p:nvSpPr>
        <p:spPr>
          <a:xfrm xmlns:a="http://schemas.openxmlformats.org/drawingml/2006/main">
            <a:off x="472918" y="343881"/>
            <a:ext cx="5981125" cy="60016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lnSpc>
                <a:spcPct val="100000"/>
              </a:lnSpc>
              <a:buNone/>
            </a:pPr>
            <a:r>
              <a:rPr sz="3300" b="1" i="0" spc="300">
                <a:latin typeface="Arial"/>
                <a:ea typeface="Arial"/>
                <a:cs typeface="Arial"/>
              </a:rPr>
              <a:t>TEMPLATE GUIDELINES</a:t>
            </a:r>
            <a:endParaRPr sz="3300" b="1" i="0" spc="300" baseline="0">
              <a:latin typeface="Arial"/>
              <a:ea typeface="Arial"/>
              <a:cs typeface="Arial"/>
            </a:endParaRPr>
          </a:p>
        </p:txBody>
      </p:sp>
      <p:sp>
        <p:nvSpPr>
          <p:cNvPr id="31" name="TextBox 30">
            <a:extLst xmlns:a="http://schemas.openxmlformats.org/drawingml/2006/main">
              <a:ext uri="{FF2B5EF4-FFF2-40B4-BE49-F238E27FC236}">
                <a16:creationId xmlns:a16="http://schemas.microsoft.com/office/drawing/2014/main" id="{A3FFBCD6-4509-E545-897B-13343F0A4AA2}"/>
              </a:ext>
            </a:extLst>
          </p:cNvPr>
          <p:cNvSpPr>
            <a:spLocks xmlns:a="http://schemas.openxmlformats.org/drawingml/2006/main" noGrp="1"/>
          </p:cNvSpPr>
          <p:nvPr/>
        </p:nvSpPr>
        <p:spPr>
          <a:xfrm xmlns:a="http://schemas.openxmlformats.org/drawingml/2006/main">
            <a:off x="500412" y="1238057"/>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USING SLIDE LAYOUTS</a:t>
            </a:r>
          </a:p>
        </p:txBody>
      </p:sp>
      <p:sp>
        <p:nvSpPr>
          <p:cNvPr id="32" name="Straight Connector 31">
            <a:extLst xmlns:a="http://schemas.openxmlformats.org/drawingml/2006/main">
              <a:ext uri="{FF2B5EF4-FFF2-40B4-BE49-F238E27FC236}">
                <a16:creationId xmlns:a16="http://schemas.microsoft.com/office/drawing/2014/main" id="{6E03501A-A038-4805-9346-01C5101981EC}"/>
              </a:ext>
            </a:extLst>
          </p:cNvPr>
          <p:cNvSpPr>
            <a:spLocks xmlns:a="http://schemas.openxmlformats.org/drawingml/2006/main" noGrp="1"/>
          </p:cNvSpPr>
          <p:nvPr/>
        </p:nvSpPr>
        <p:spPr>
          <a:xfrm xmlns:a="http://schemas.openxmlformats.org/drawingml/2006/main">
            <a:off x="593012" y="1683345"/>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179A14FE-18BE-6142-B636-9CCED47D817E}"/>
              </a:ext>
            </a:extLst>
          </p:cNvPr>
          <p:cNvSpPr>
            <a:spLocks xmlns:a="http://schemas.openxmlformats.org/drawingml/2006/main" noGrp="1"/>
          </p:cNvSpPr>
          <p:nvPr/>
        </p:nvSpPr>
        <p:spPr>
          <a:xfrm xmlns:a="http://schemas.openxmlformats.org/drawingml/2006/main">
            <a:off x="520121" y="1883971"/>
            <a:ext cx="2933258" cy="3460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To insert a new slide:</a:t>
            </a:r>
          </a:p>
        </p:txBody>
      </p:sp>
      <p:sp>
        <p:nvSpPr>
          <p:cNvPr id="34" name="TextBox 33">
            <a:extLst xmlns:a="http://schemas.openxmlformats.org/drawingml/2006/main">
              <a:ext uri="{FF2B5EF4-FFF2-40B4-BE49-F238E27FC236}">
                <a16:creationId xmlns:a16="http://schemas.microsoft.com/office/drawing/2014/main" id="{E08843B7-205D-3946-ABAE-B1BDBD70F068}"/>
              </a:ext>
            </a:extLst>
          </p:cNvPr>
          <p:cNvSpPr>
            <a:spLocks xmlns:a="http://schemas.openxmlformats.org/drawingml/2006/main" noGrp="1"/>
          </p:cNvSpPr>
          <p:nvPr/>
        </p:nvSpPr>
        <p:spPr>
          <a:xfrm xmlns:a="http://schemas.openxmlformats.org/drawingml/2006/main">
            <a:off x="520120" y="2285462"/>
            <a:ext cx="4872151" cy="14396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the arrow on the right slide of the </a:t>
            </a:r>
            <a:br>
              <a:rPr sz="1200" b="0" i="0" spc="150" baseline="0">
                <a:latin typeface="Arial"/>
                <a:ea typeface="Arial"/>
                <a:cs typeface="Arial"/>
              </a:rPr>
            </a:br>
            <a:r>
              <a:rPr sz="1200" b="0" i="0" spc="150" baseline="0">
                <a:latin typeface="Arial"/>
                <a:ea typeface="Arial"/>
                <a:cs typeface="Arial"/>
              </a:rPr>
              <a:t>New Slide button</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Choose an appropriate layout from</a:t>
            </a:r>
            <a:br>
              <a:rPr sz="1200" b="0" i="0" spc="150" baseline="0">
                <a:latin typeface="Arial"/>
                <a:ea typeface="Arial"/>
                <a:cs typeface="Arial"/>
              </a:rPr>
            </a:br>
            <a:r>
              <a:rPr sz="1200" b="0" i="0" spc="150" baseline="0">
                <a:latin typeface="Arial"/>
                <a:ea typeface="Arial"/>
                <a:cs typeface="Arial"/>
              </a:rPr>
              <a:t>the gallery</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Edit as needed, following the guidelines</a:t>
            </a:r>
          </a:p>
        </p:txBody>
      </p:sp>
      <p:sp>
        <p:nvSpPr>
          <p:cNvPr id="35" name="TextBox 34">
            <a:extLst xmlns:a="http://schemas.openxmlformats.org/drawingml/2006/main">
              <a:ext uri="{FF2B5EF4-FFF2-40B4-BE49-F238E27FC236}">
                <a16:creationId xmlns:a16="http://schemas.microsoft.com/office/drawing/2014/main" id="{02ECCC39-BB65-AC40-AD18-8F381A0C05D3}"/>
              </a:ext>
            </a:extLst>
          </p:cNvPr>
          <p:cNvSpPr>
            <a:spLocks xmlns:a="http://schemas.openxmlformats.org/drawingml/2006/main" noGrp="1"/>
          </p:cNvSpPr>
          <p:nvPr/>
        </p:nvSpPr>
        <p:spPr>
          <a:xfrm xmlns:a="http://schemas.openxmlformats.org/drawingml/2006/main">
            <a:off x="5785109" y="1238057"/>
            <a:ext cx="49994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CHANGING SLIDE LAYOUTS</a:t>
            </a:r>
          </a:p>
        </p:txBody>
      </p:sp>
      <p:sp>
        <p:nvSpPr>
          <p:cNvPr id="36" name="Straight Connector 35">
            <a:extLst xmlns:a="http://schemas.openxmlformats.org/drawingml/2006/main">
              <a:ext uri="{FF2B5EF4-FFF2-40B4-BE49-F238E27FC236}">
                <a16:creationId xmlns:a16="http://schemas.microsoft.com/office/drawing/2014/main" id="{C11437DE-58AB-461C-825E-F2581EC81A9A}"/>
              </a:ext>
            </a:extLst>
          </p:cNvPr>
          <p:cNvSpPr>
            <a:spLocks xmlns:a="http://schemas.openxmlformats.org/drawingml/2006/main" noGrp="1"/>
          </p:cNvSpPr>
          <p:nvPr/>
        </p:nvSpPr>
        <p:spPr>
          <a:xfrm xmlns:a="http://schemas.openxmlformats.org/drawingml/2006/main">
            <a:off x="5877709" y="1683345"/>
            <a:ext cx="423447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TextBox 36">
            <a:extLst xmlns:a="http://schemas.openxmlformats.org/drawingml/2006/main">
              <a:ext uri="{FF2B5EF4-FFF2-40B4-BE49-F238E27FC236}">
                <a16:creationId xmlns:a16="http://schemas.microsoft.com/office/drawing/2014/main" id="{5D3EE09A-33B1-9548-B0A8-602C83122867}"/>
              </a:ext>
            </a:extLst>
          </p:cNvPr>
          <p:cNvSpPr>
            <a:spLocks xmlns:a="http://schemas.openxmlformats.org/drawingml/2006/main" noGrp="1"/>
          </p:cNvSpPr>
          <p:nvPr/>
        </p:nvSpPr>
        <p:spPr>
          <a:xfrm xmlns:a="http://schemas.openxmlformats.org/drawingml/2006/main">
            <a:off x="5804817" y="1883971"/>
            <a:ext cx="5630970" cy="62690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If you wish to use a different layout for your existing slide, there is no need to insert a new one. Simply:</a:t>
            </a:r>
          </a:p>
        </p:txBody>
      </p:sp>
      <p:sp>
        <p:nvSpPr>
          <p:cNvPr id="38" name="TextBox 37">
            <a:extLst xmlns:a="http://schemas.openxmlformats.org/drawingml/2006/main">
              <a:ext uri="{FF2B5EF4-FFF2-40B4-BE49-F238E27FC236}">
                <a16:creationId xmlns:a16="http://schemas.microsoft.com/office/drawing/2014/main" id="{031C6390-568E-664C-ACF3-B99CCB8654EF}"/>
              </a:ext>
            </a:extLst>
          </p:cNvPr>
          <p:cNvSpPr>
            <a:spLocks xmlns:a="http://schemas.openxmlformats.org/drawingml/2006/main" noGrp="1"/>
          </p:cNvSpPr>
          <p:nvPr/>
        </p:nvSpPr>
        <p:spPr>
          <a:xfrm xmlns:a="http://schemas.openxmlformats.org/drawingml/2006/main">
            <a:off x="5794963" y="2880710"/>
            <a:ext cx="4979724" cy="6086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With your slide selected, click in the Layout button</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Choose a new layout from the gallery</a:t>
            </a:r>
          </a:p>
        </p:txBody>
      </p:sp>
      <p:sp>
        <p:nvSpPr>
          <p:cNvPr id="39" name="TextBox 38">
            <a:extLst xmlns:a="http://schemas.openxmlformats.org/drawingml/2006/main">
              <a:ext uri="{FF2B5EF4-FFF2-40B4-BE49-F238E27FC236}">
                <a16:creationId xmlns:a16="http://schemas.microsoft.com/office/drawing/2014/main" id="{29F05F79-EC1D-A349-A6B8-A12B4B8D0A25}"/>
              </a:ext>
            </a:extLst>
          </p:cNvPr>
          <p:cNvSpPr>
            <a:spLocks xmlns:a="http://schemas.openxmlformats.org/drawingml/2006/main" noGrp="1"/>
          </p:cNvSpPr>
          <p:nvPr/>
        </p:nvSpPr>
        <p:spPr>
          <a:xfrm xmlns:a="http://schemas.openxmlformats.org/drawingml/2006/main">
            <a:off x="500412" y="4204094"/>
            <a:ext cx="3816094"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000" b="0" i="0" spc="300" baseline="0">
                <a:solidFill>
                  <a:schemeClr val="tx2"/>
                </a:solidFill>
                <a:latin typeface="Arial"/>
                <a:ea typeface="Arial"/>
                <a:cs typeface="Arial"/>
              </a:rPr>
              <a:t>ADDING PHOTOS</a:t>
            </a:r>
          </a:p>
        </p:txBody>
      </p:sp>
      <p:sp>
        <p:nvSpPr>
          <p:cNvPr id="40" name="Straight Connector 39">
            <a:extLst xmlns:a="http://schemas.openxmlformats.org/drawingml/2006/main">
              <a:ext uri="{FF2B5EF4-FFF2-40B4-BE49-F238E27FC236}">
                <a16:creationId xmlns:a16="http://schemas.microsoft.com/office/drawing/2014/main" id="{A2C82AFA-DDBF-4ACF-AC5B-938A5FF0261F}"/>
              </a:ext>
            </a:extLst>
          </p:cNvPr>
          <p:cNvSpPr>
            <a:spLocks xmlns:a="http://schemas.openxmlformats.org/drawingml/2006/main" noGrp="1"/>
          </p:cNvSpPr>
          <p:nvPr/>
        </p:nvSpPr>
        <p:spPr>
          <a:xfrm xmlns:a="http://schemas.openxmlformats.org/drawingml/2006/main">
            <a:off x="593012" y="4649382"/>
            <a:ext cx="3562129"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TextBox 40">
            <a:extLst xmlns:a="http://schemas.openxmlformats.org/drawingml/2006/main">
              <a:ext uri="{FF2B5EF4-FFF2-40B4-BE49-F238E27FC236}">
                <a16:creationId xmlns:a16="http://schemas.microsoft.com/office/drawing/2014/main" id="{3EFD4B2C-D8ED-6B48-AE76-57FC0651AA54}"/>
              </a:ext>
            </a:extLst>
          </p:cNvPr>
          <p:cNvSpPr>
            <a:spLocks xmlns:a="http://schemas.openxmlformats.org/drawingml/2006/main" noGrp="1"/>
          </p:cNvSpPr>
          <p:nvPr/>
        </p:nvSpPr>
        <p:spPr>
          <a:xfrm xmlns:a="http://schemas.openxmlformats.org/drawingml/2006/main">
            <a:off x="520120" y="4819272"/>
            <a:ext cx="2933258" cy="3460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nSpc>
                <a:spcPts val="2200"/>
              </a:lnSpc>
              <a:buNone/>
            </a:pPr>
            <a:r>
              <a:rPr sz="1400" b="1" i="0" spc="150" baseline="0">
                <a:latin typeface="Arial"/>
                <a:ea typeface="Arial"/>
                <a:cs typeface="Arial"/>
              </a:rPr>
              <a:t>To add photos:</a:t>
            </a:r>
          </a:p>
        </p:txBody>
      </p:sp>
      <p:sp>
        <p:nvSpPr>
          <p:cNvPr id="55" name="TextBox 54">
            <a:extLst xmlns:a="http://schemas.openxmlformats.org/drawingml/2006/main">
              <a:ext uri="{FF2B5EF4-FFF2-40B4-BE49-F238E27FC236}">
                <a16:creationId xmlns:a16="http://schemas.microsoft.com/office/drawing/2014/main" id="{5414F1C2-5923-6443-8748-E242306AC19E}"/>
              </a:ext>
            </a:extLst>
          </p:cNvPr>
          <p:cNvSpPr>
            <a:spLocks xmlns:a="http://schemas.openxmlformats.org/drawingml/2006/main" noGrp="1"/>
          </p:cNvSpPr>
          <p:nvPr/>
        </p:nvSpPr>
        <p:spPr>
          <a:xfrm xmlns:a="http://schemas.openxmlformats.org/drawingml/2006/main">
            <a:off x="520120" y="5236131"/>
            <a:ext cx="7532747" cy="116955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on the placeholder icon and upload desired image</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Once uploaded choose “Picture Format” in the top ribbon menu</a:t>
            </a:r>
          </a:p>
          <a:p xmlns:a="http://schemas.openxmlformats.org/drawingml/2006/main">
            <a:pPr marL="342900" lvl="0" indent="-342900">
              <a:lnSpc>
                <a:spcPct val="150000"/>
              </a:lnSpc>
              <a:buFont typeface="+mj-lt"/>
              <a:buAutoNum type="arabicPeriod"/>
            </a:pPr>
            <a:r>
              <a:rPr sz="1200" b="0" i="0" spc="150" baseline="0">
                <a:latin typeface="Arial"/>
                <a:ea typeface="Arial"/>
                <a:cs typeface="Arial"/>
              </a:rPr>
              <a:t>Click on the “Crop” dropdown and choose “Fill” then drag image to reframe</a:t>
            </a:r>
          </a:p>
          <a:p xmlns:a="http://schemas.openxmlformats.org/drawingml/2006/main">
            <a:pPr marL="0" lvl="0" indent="0">
              <a:lnSpc>
                <a:spcPct val="100000"/>
              </a:lnSpc>
              <a:buFont typeface="+mj-lt"/>
              <a:buNone/>
            </a:pPr>
            <a:endParaRPr sz="1600" b="0" i="0" spc="150" baseline="0">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17688931a34778" /><Relationship Type="http://schemas.openxmlformats.org/officeDocument/2006/relationships/slideLayout" Target="/ppt/slideLayouts/slideLayout1.xml" Id="R8f66b343a98340f8" /><Relationship Type="http://schemas.openxmlformats.org/officeDocument/2006/relationships/slideLayout" Target="/ppt/slideLayouts/slideLayout2.xml" Id="Rfa2bbcfb09b94882" /><Relationship Type="http://schemas.openxmlformats.org/officeDocument/2006/relationships/slideLayout" Target="/ppt/slideLayouts/slideLayout3.xml" Id="Rdd9a2f88cfa14ad7" /><Relationship Type="http://schemas.openxmlformats.org/officeDocument/2006/relationships/slideLayout" Target="/ppt/slideLayouts/slideLayout4.xml" Id="R8eb9ecc960a142bc" /><Relationship Type="http://schemas.openxmlformats.org/officeDocument/2006/relationships/slideLayout" Target="/ppt/slideLayouts/slideLayout5.xml" Id="R4f852eed04f94b07" /><Relationship Type="http://schemas.openxmlformats.org/officeDocument/2006/relationships/slideLayout" Target="/ppt/slideLayouts/slideLayout6.xml" Id="R1cc7e4053e0e4979" /><Relationship Type="http://schemas.openxmlformats.org/officeDocument/2006/relationships/slideLayout" Target="/ppt/slideLayouts/slideLayout7.xml" Id="Rc3d98a4ea3504f20" /><Relationship Type="http://schemas.openxmlformats.org/officeDocument/2006/relationships/slideLayout" Target="/ppt/slideLayouts/slideLayout8.xml" Id="R1b4fa0d7356c4a14" /><Relationship Type="http://schemas.openxmlformats.org/officeDocument/2006/relationships/slideLayout" Target="/ppt/slideLayouts/slideLayout9.xml" Id="R5f9feaccd7394cb3" /><Relationship Type="http://schemas.openxmlformats.org/officeDocument/2006/relationships/slideLayout" Target="/ppt/slideLayouts/slideLayout10.xml" Id="R7557456c7a1d41b2" /><Relationship Type="http://schemas.openxmlformats.org/officeDocument/2006/relationships/slideLayout" Target="/ppt/slideLayouts/slideLayout11.xml" Id="Ra645f873c9a042d3" /><Relationship Type="http://schemas.openxmlformats.org/officeDocument/2006/relationships/slideLayout" Target="/ppt/slideLayouts/slideLayout12.xml" Id="Rccead071d5964f0c" /><Relationship Type="http://schemas.openxmlformats.org/officeDocument/2006/relationships/slideLayout" Target="/ppt/slideLayouts/slideLayout13.xml" Id="R9053d587554c4c93" /><Relationship Type="http://schemas.openxmlformats.org/officeDocument/2006/relationships/slideLayout" Target="/ppt/slideLayouts/slideLayout14.xml" Id="Rd08770517ed34a5e" /><Relationship Type="http://schemas.openxmlformats.org/officeDocument/2006/relationships/slideLayout" Target="/ppt/slideLayouts/slideLayout15.xml" Id="Rab4f8ad5e4de4b64" /><Relationship Type="http://schemas.openxmlformats.org/officeDocument/2006/relationships/slideLayout" Target="/ppt/slideLayouts/slideLayout16.xml" Id="Re43bba5ffea04c9d" /><Relationship Type="http://schemas.openxmlformats.org/officeDocument/2006/relationships/slideLayout" Target="/ppt/slideLayouts/slideLayout17.xml" Id="R2ebeea356a0540e3" /><Relationship Type="http://schemas.openxmlformats.org/officeDocument/2006/relationships/slideLayout" Target="/ppt/slideLayouts/slideLayout18.xml" Id="R27ce8565f53247b2" /><Relationship Type="http://schemas.openxmlformats.org/officeDocument/2006/relationships/slideLayout" Target="/ppt/slideLayouts/slideLayout19.xml" Id="R89bb2202e7344fc5" /><Relationship Type="http://schemas.openxmlformats.org/officeDocument/2006/relationships/slideLayout" Target="/ppt/slideLayouts/slideLayout20.xml" Id="R3cd4100500f748c9" /><Relationship Type="http://schemas.openxmlformats.org/officeDocument/2006/relationships/slideLayout" Target="/ppt/slideLayouts/slideLayout21.xml" Id="Rd3769517cf9b46c8" /><Relationship Type="http://schemas.openxmlformats.org/officeDocument/2006/relationships/slideLayout" Target="/ppt/slideLayouts/slideLayout22.xml" Id="R9aac1e285f1245be" /><Relationship Type="http://schemas.openxmlformats.org/officeDocument/2006/relationships/slideLayout" Target="/ppt/slideLayouts/slideLayout23.xml" Id="Rb92c3d6662d948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1ECE450-DFD0-4B81-819E-96E47BE06CB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06AF18A-4E82-4E1E-B3DA-BFD1492F6C40}"/>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5277FEB-88C2-49B2-B6BF-0544EF9FF33A}"/>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latin typeface="Arial"/>
                <a:ea typeface="Arial"/>
                <a:cs typeface="Arial"/>
              </a:defRPr>
            </a:lvl1pPr>
          </a:lstStyle>
          <a:p xmlns:a="http://schemas.openxmlformats.org/drawingml/2006/main">
            <a:fld id="{4FA05971-6ECE-3048-89D4-C8CDCDF8108F}" type="datetime4">
              <a:t>March 22, 2022</a:t>
            </a:fld>
            <a:endParaRPr/>
          </a:p>
        </p:txBody>
      </p:sp>
      <p:sp>
        <p:nvSpPr>
          <p:cNvPr id="5" name="Footer Placeholder 4">
            <a:extLst xmlns:a="http://schemas.openxmlformats.org/drawingml/2006/main">
              <a:ext uri="{FF2B5EF4-FFF2-40B4-BE49-F238E27FC236}">
                <a16:creationId xmlns:a16="http://schemas.microsoft.com/office/drawing/2014/main" id="{532E6EED-5504-491C-BD02-CCA3FA801B5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latin typeface="Arial"/>
                <a:ea typeface="Arial"/>
                <a:cs typeface="Aria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B11B98-8115-4964-AEA0-3827D8403D3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latin typeface="Arial"/>
                <a:ea typeface="Arial"/>
                <a:cs typeface="Arial"/>
              </a:defRPr>
            </a:lvl1pPr>
          </a:lstStyle>
          <a:p xmlns:a="http://schemas.openxmlformats.org/drawingml/2006/main">
            <a:fld id="{5F19FF4C-6E22-8645-B7ED-109F1958085F}" type="slidenum">
              <a:t>‹#›</a:t>
            </a:fld>
            <a:endParaRPr/>
          </a:p>
        </p:txBody>
      </p:sp>
      <p:sp>
        <p:nvSpPr>
          <p:cNvPr id="7" name="Rectangle 6">
            <a:extLst xmlns:a="http://schemas.openxmlformats.org/drawingml/2006/main">
              <a:ext uri="{FF2B5EF4-FFF2-40B4-BE49-F238E27FC236}">
                <a16:creationId xmlns:a16="http://schemas.microsoft.com/office/drawing/2014/main" id="{F1471D03-3865-D34B-8E7F-4D9212E48FF0}"/>
              </a:ext>
            </a:extLst>
          </p:cNvPr>
          <p:cNvSpPr>
            <a:spLocks xmlns:a="http://schemas.openxmlformats.org/drawingml/2006/main" noGrp="1"/>
          </p:cNvSpPr>
          <p:nvPr/>
        </p:nvSpPr>
        <p:spPr>
          <a:xfrm xmlns:a="http://schemas.openxmlformats.org/drawingml/2006/main">
            <a:off x="-1336363" y="4289458"/>
            <a:ext cx="1143775" cy="6044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CEBC954E-AAA1-BD40-A56D-98BAB934B2A6}"/>
              </a:ext>
            </a:extLst>
          </p:cNvPr>
          <p:cNvSpPr>
            <a:spLocks xmlns:a="http://schemas.openxmlformats.org/drawingml/2006/main" noGrp="1"/>
          </p:cNvSpPr>
          <p:nvPr/>
        </p:nvSpPr>
        <p:spPr>
          <a:xfrm xmlns:a="http://schemas.openxmlformats.org/drawingml/2006/main">
            <a:off x="-1321905" y="276999"/>
            <a:ext cx="1129317" cy="599123"/>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F1131E6-79A8-1248-9C11-D19D84E4070A}"/>
              </a:ext>
            </a:extLst>
          </p:cNvPr>
          <p:cNvSpPr>
            <a:spLocks xmlns:a="http://schemas.openxmlformats.org/drawingml/2006/main" noGrp="1"/>
          </p:cNvSpPr>
          <p:nvPr/>
        </p:nvSpPr>
        <p:spPr>
          <a:xfrm xmlns:a="http://schemas.openxmlformats.org/drawingml/2006/main">
            <a:off x="-1336363" y="3593426"/>
            <a:ext cx="1143775" cy="606777"/>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676EED77-DA3A-C246-8826-3C95DA6290B2}"/>
              </a:ext>
            </a:extLst>
          </p:cNvPr>
          <p:cNvSpPr>
            <a:spLocks xmlns:a="http://schemas.openxmlformats.org/drawingml/2006/main" noGrp="1"/>
          </p:cNvSpPr>
          <p:nvPr/>
        </p:nvSpPr>
        <p:spPr>
          <a:xfrm xmlns:a="http://schemas.openxmlformats.org/drawingml/2006/main">
            <a:off x="-1336362" y="941894"/>
            <a:ext cx="1129316" cy="599123"/>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A5926DDE-1973-9249-8B67-79F28A67A5CC}"/>
              </a:ext>
            </a:extLst>
          </p:cNvPr>
          <p:cNvSpPr>
            <a:spLocks xmlns:a="http://schemas.openxmlformats.org/drawingml/2006/main" noGrp="1"/>
          </p:cNvSpPr>
          <p:nvPr/>
        </p:nvSpPr>
        <p:spPr>
          <a:xfrm xmlns:a="http://schemas.openxmlformats.org/drawingml/2006/main">
            <a:off x="-1336363" y="4983173"/>
            <a:ext cx="1129315" cy="60446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782ADD5C-05AF-2849-808E-5A5329FE307B}"/>
              </a:ext>
            </a:extLst>
          </p:cNvPr>
          <p:cNvSpPr>
            <a:spLocks xmlns:a="http://schemas.openxmlformats.org/drawingml/2006/main" noGrp="1"/>
          </p:cNvSpPr>
          <p:nvPr/>
        </p:nvSpPr>
        <p:spPr>
          <a:xfrm xmlns:a="http://schemas.openxmlformats.org/drawingml/2006/main">
            <a:off x="-1336363" y="2268952"/>
            <a:ext cx="1129315" cy="583865"/>
          </a:xfrm>
          <a:prstGeom xmlns:a="http://schemas.openxmlformats.org/drawingml/2006/main" prst="rect">
            <a:avLst/>
          </a:prstGeom>
          <a:solidFill xmlns:a="http://schemas.openxmlformats.org/drawingml/2006/main">
            <a:schemeClr val="bg1"/>
          </a:solidFill>
          <a:ln xmlns:a="http://schemas.openxmlformats.org/drawingml/2006/main" w="6350">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Straight Connector 12">
            <a:extLst xmlns:a="http://schemas.openxmlformats.org/drawingml/2006/main">
              <a:ext uri="{FF2B5EF4-FFF2-40B4-BE49-F238E27FC236}">
                <a16:creationId xmlns:a16="http://schemas.microsoft.com/office/drawing/2014/main" id="{D211CC68-806B-4A27-8274-0F1B1EA15218}"/>
              </a:ext>
            </a:extLst>
          </p:cNvPr>
          <p:cNvSpPr>
            <a:spLocks xmlns:a="http://schemas.openxmlformats.org/drawingml/2006/main" noGrp="1"/>
          </p:cNvSpPr>
          <p:nvPr/>
        </p:nvSpPr>
        <p:spPr>
          <a:xfrm xmlns:a="http://schemas.openxmlformats.org/drawingml/2006/main">
            <a:off x="-229369" y="276999"/>
            <a:ext cx="0" cy="599123"/>
          </a:xfrm>
          <a:prstGeom xmlns:a="http://schemas.openxmlformats.org/drawingml/2006/main" prst="line">
            <a:avLst/>
          </a:prstGeom>
          <a:ln xmlns:a="http://schemas.openxmlformats.org/drawingml/2006/main" w="82550">
            <a:gradFill flip="none" rotWithShape="1">
              <a:gsLst>
                <a:gs pos="0">
                  <a:srgbClr val="FEEEB6"/>
                </a:gs>
                <a:gs pos="100000">
                  <a:srgbClr val="B49248"/>
                </a:gs>
              </a:gsLst>
              <a:lin ang="2700000" scaled="0"/>
              <a:tileRect/>
            </a:gra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A7181A33-7A78-A745-B85F-272ACD897C6A}"/>
              </a:ext>
            </a:extLst>
          </p:cNvPr>
          <p:cNvSpPr>
            <a:spLocks xmlns:a="http://schemas.openxmlformats.org/drawingml/2006/main" noGrp="1"/>
          </p:cNvSpPr>
          <p:nvPr/>
        </p:nvSpPr>
        <p:spPr>
          <a:xfrm xmlns:a="http://schemas.openxmlformats.org/drawingml/2006/main">
            <a:off x="-1321904" y="276999"/>
            <a:ext cx="671342"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Black</a:t>
            </a:r>
            <a:br>
              <a:rPr sz="1000">
                <a:solidFill>
                  <a:schemeClr val="bg1"/>
                </a:solidFill>
                <a:latin typeface="Arial"/>
                <a:ea typeface="Arial"/>
                <a:cs typeface="Arial"/>
              </a:rPr>
            </a:br>
            <a:r>
              <a:rPr sz="1000">
                <a:solidFill>
                  <a:schemeClr val="bg1"/>
                </a:solidFill>
                <a:latin typeface="Arial"/>
                <a:ea typeface="Arial"/>
                <a:cs typeface="Arial"/>
              </a:rPr>
              <a:t>1c1c1c</a:t>
            </a:r>
          </a:p>
        </p:txBody>
      </p:sp>
      <p:sp>
        <p:nvSpPr>
          <p:cNvPr id="15" name="TextBox 14">
            <a:extLst xmlns:a="http://schemas.openxmlformats.org/drawingml/2006/main">
              <a:ext uri="{FF2B5EF4-FFF2-40B4-BE49-F238E27FC236}">
                <a16:creationId xmlns:a16="http://schemas.microsoft.com/office/drawing/2014/main" id="{4CFE2321-9A11-C64F-94E7-483770247088}"/>
              </a:ext>
            </a:extLst>
          </p:cNvPr>
          <p:cNvSpPr>
            <a:spLocks xmlns:a="http://schemas.openxmlformats.org/drawingml/2006/main" noGrp="1"/>
          </p:cNvSpPr>
          <p:nvPr/>
        </p:nvSpPr>
        <p:spPr>
          <a:xfrm xmlns:a="http://schemas.openxmlformats.org/drawingml/2006/main">
            <a:off x="-1336363" y="2268952"/>
            <a:ext cx="685801"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White</a:t>
            </a:r>
          </a:p>
          <a:p xmlns:a="http://schemas.openxmlformats.org/drawingml/2006/main">
            <a:pPr>
              <a:lnSpc>
                <a:spcPct val="150000"/>
              </a:lnSpc>
              <a:buClr>
                <a:srgbClr val="D2B16D"/>
              </a:buClr>
              <a:buSzPct val="70000"/>
              <a:buNone/>
            </a:pPr>
            <a:r>
              <a:rPr sz="1000">
                <a:latin typeface="Arial"/>
                <a:ea typeface="Arial"/>
                <a:cs typeface="Arial"/>
              </a:rPr>
              <a:t>FFFFFF</a:t>
            </a:r>
          </a:p>
        </p:txBody>
      </p:sp>
      <p:sp>
        <p:nvSpPr>
          <p:cNvPr id="16" name="TextBox 15">
            <a:extLst xmlns:a="http://schemas.openxmlformats.org/drawingml/2006/main">
              <a:ext uri="{FF2B5EF4-FFF2-40B4-BE49-F238E27FC236}">
                <a16:creationId xmlns:a16="http://schemas.microsoft.com/office/drawing/2014/main" id="{AD7381ED-C72B-874C-B467-99E2F441CCAD}"/>
              </a:ext>
            </a:extLst>
          </p:cNvPr>
          <p:cNvSpPr>
            <a:spLocks xmlns:a="http://schemas.openxmlformats.org/drawingml/2006/main" noGrp="1"/>
          </p:cNvSpPr>
          <p:nvPr/>
        </p:nvSpPr>
        <p:spPr>
          <a:xfrm xmlns:a="http://schemas.openxmlformats.org/drawingml/2006/main">
            <a:off x="-1321904" y="936874"/>
            <a:ext cx="81233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Light Grey</a:t>
            </a:r>
            <a:br>
              <a:rPr sz="1000">
                <a:latin typeface="Arial"/>
                <a:ea typeface="Arial"/>
                <a:cs typeface="Arial"/>
              </a:rPr>
            </a:br>
            <a:r>
              <a:rPr sz="1000"/>
              <a:t>E4E4E4</a:t>
            </a:r>
            <a:endParaRPr sz="1000">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D8FF914F-CFCB-D848-ADFF-6E9476EB121C}"/>
              </a:ext>
            </a:extLst>
          </p:cNvPr>
          <p:cNvSpPr>
            <a:spLocks xmlns:a="http://schemas.openxmlformats.org/drawingml/2006/main" noGrp="1"/>
          </p:cNvSpPr>
          <p:nvPr/>
        </p:nvSpPr>
        <p:spPr>
          <a:xfrm xmlns:a="http://schemas.openxmlformats.org/drawingml/2006/main">
            <a:off x="-1336363" y="1605423"/>
            <a:ext cx="1129315" cy="599123"/>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23FD0814-E463-9D45-AEB0-1B8834E02DA1}"/>
              </a:ext>
            </a:extLst>
          </p:cNvPr>
          <p:cNvSpPr>
            <a:spLocks xmlns:a="http://schemas.openxmlformats.org/drawingml/2006/main" noGrp="1"/>
          </p:cNvSpPr>
          <p:nvPr/>
        </p:nvSpPr>
        <p:spPr>
          <a:xfrm xmlns:a="http://schemas.openxmlformats.org/drawingml/2006/main">
            <a:off x="-1301584" y="1624347"/>
            <a:ext cx="792014"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solidFill>
                  <a:schemeClr val="bg1"/>
                </a:solidFill>
                <a:latin typeface="Arial"/>
                <a:ea typeface="Arial"/>
                <a:cs typeface="Arial"/>
              </a:rPr>
              <a:t>Dark Grey</a:t>
            </a:r>
            <a:br>
              <a:rPr sz="1000">
                <a:solidFill>
                  <a:schemeClr val="bg1"/>
                </a:solidFill>
                <a:latin typeface="Arial"/>
                <a:ea typeface="Arial"/>
                <a:cs typeface="Arial"/>
              </a:rPr>
            </a:br>
            <a:r>
              <a:rPr sz="1000">
                <a:solidFill>
                  <a:schemeClr val="bg1"/>
                </a:solidFill>
              </a:rPr>
              <a:t>777777</a:t>
            </a:r>
            <a:endParaRPr sz="1000">
              <a:solidFill>
                <a:schemeClr val="bg1"/>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DC5062F4-50A3-5F4D-97CC-2E68DAC9E8D1}"/>
              </a:ext>
            </a:extLst>
          </p:cNvPr>
          <p:cNvSpPr>
            <a:spLocks xmlns:a="http://schemas.openxmlformats.org/drawingml/2006/main" noGrp="1"/>
          </p:cNvSpPr>
          <p:nvPr/>
        </p:nvSpPr>
        <p:spPr>
          <a:xfrm xmlns:a="http://schemas.openxmlformats.org/drawingml/2006/main">
            <a:off x="-1336363" y="3588406"/>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Sand</a:t>
            </a:r>
          </a:p>
          <a:p xmlns:a="http://schemas.openxmlformats.org/drawingml/2006/main">
            <a:pPr>
              <a:lnSpc>
                <a:spcPct val="150000"/>
              </a:lnSpc>
              <a:buClr>
                <a:srgbClr val="D2B16D"/>
              </a:buClr>
              <a:buSzPct val="70000"/>
              <a:buNone/>
            </a:pPr>
            <a:r>
              <a:rPr sz="1000"/>
              <a:t>E0D5C0</a:t>
            </a:r>
            <a:endParaRPr sz="1000">
              <a:latin typeface="Arial"/>
              <a:ea typeface="Arial"/>
              <a:cs typeface="Arial"/>
            </a:endParaRPr>
          </a:p>
        </p:txBody>
      </p:sp>
      <p:sp>
        <p:nvSpPr>
          <p:cNvPr id="20" name="TextBox 19">
            <a:extLst xmlns:a="http://schemas.openxmlformats.org/drawingml/2006/main">
              <a:ext uri="{FF2B5EF4-FFF2-40B4-BE49-F238E27FC236}">
                <a16:creationId xmlns:a16="http://schemas.microsoft.com/office/drawing/2014/main" id="{8DF9139F-AB33-C942-A4C9-2A932C16E874}"/>
              </a:ext>
            </a:extLst>
          </p:cNvPr>
          <p:cNvSpPr>
            <a:spLocks xmlns:a="http://schemas.openxmlformats.org/drawingml/2006/main" noGrp="1"/>
          </p:cNvSpPr>
          <p:nvPr/>
        </p:nvSpPr>
        <p:spPr>
          <a:xfrm xmlns:a="http://schemas.openxmlformats.org/drawingml/2006/main">
            <a:off x="-1336363" y="4289458"/>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Highlight</a:t>
            </a:r>
            <a:br>
              <a:rPr sz="1000"/>
            </a:br>
            <a:r>
              <a:rPr sz="1000"/>
              <a:t>ECB748</a:t>
            </a:r>
            <a:endParaRPr sz="1000">
              <a:latin typeface="Arial"/>
              <a:ea typeface="Arial"/>
              <a:cs typeface="Arial"/>
            </a:endParaRPr>
          </a:p>
        </p:txBody>
      </p:sp>
      <p:sp>
        <p:nvSpPr>
          <p:cNvPr id="21" name="TextBox 20">
            <a:extLst xmlns:a="http://schemas.openxmlformats.org/drawingml/2006/main">
              <a:ext uri="{FF2B5EF4-FFF2-40B4-BE49-F238E27FC236}">
                <a16:creationId xmlns:a16="http://schemas.microsoft.com/office/drawing/2014/main" id="{E1E3D5FF-412F-3446-9C5A-C792CFFD52B8}"/>
              </a:ext>
            </a:extLst>
          </p:cNvPr>
          <p:cNvSpPr>
            <a:spLocks xmlns:a="http://schemas.openxmlformats.org/drawingml/2006/main" noGrp="1"/>
          </p:cNvSpPr>
          <p:nvPr/>
        </p:nvSpPr>
        <p:spPr>
          <a:xfrm xmlns:a="http://schemas.openxmlformats.org/drawingml/2006/main">
            <a:off x="-1336363" y="4983233"/>
            <a:ext cx="685801" cy="5291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t>Sky</a:t>
            </a:r>
            <a:br>
              <a:rPr sz="1000"/>
            </a:br>
            <a:r>
              <a:rPr sz="1000"/>
              <a:t>B3C9CD</a:t>
            </a:r>
            <a:endParaRPr sz="1000">
              <a:latin typeface="Arial"/>
              <a:ea typeface="Arial"/>
              <a:cs typeface="Arial"/>
            </a:endParaRPr>
          </a:p>
        </p:txBody>
      </p:sp>
      <p:sp>
        <p:nvSpPr>
          <p:cNvPr id="22" name="Rectangle 21">
            <a:extLst xmlns:a="http://schemas.openxmlformats.org/drawingml/2006/main">
              <a:ext uri="{FF2B5EF4-FFF2-40B4-BE49-F238E27FC236}">
                <a16:creationId xmlns:a16="http://schemas.microsoft.com/office/drawing/2014/main" id="{07B308F8-FDBB-D94E-AAD4-B7C8DE6E641C}"/>
              </a:ext>
            </a:extLst>
          </p:cNvPr>
          <p:cNvSpPr>
            <a:spLocks xmlns:a="http://schemas.openxmlformats.org/drawingml/2006/main" noGrp="1"/>
          </p:cNvSpPr>
          <p:nvPr/>
        </p:nvSpPr>
        <p:spPr>
          <a:xfrm xmlns:a="http://schemas.openxmlformats.org/drawingml/2006/main">
            <a:off x="-1336363" y="2917223"/>
            <a:ext cx="1143775" cy="606777"/>
          </a:xfrm>
          <a:prstGeom xmlns:a="http://schemas.openxmlformats.org/drawingml/2006/main" prst="rect">
            <a:avLst/>
          </a:prstGeom>
          <a:solidFill xmlns:a="http://schemas.openxmlformats.org/drawingml/2006/main">
            <a:srgbClr val="F5F3E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95CE59B3-A31D-5B49-A390-48365EC49154}"/>
              </a:ext>
            </a:extLst>
          </p:cNvPr>
          <p:cNvSpPr>
            <a:spLocks xmlns:a="http://schemas.openxmlformats.org/drawingml/2006/main" noGrp="1"/>
          </p:cNvSpPr>
          <p:nvPr/>
        </p:nvSpPr>
        <p:spPr>
          <a:xfrm xmlns:a="http://schemas.openxmlformats.org/drawingml/2006/main">
            <a:off x="-1336363" y="2933768"/>
            <a:ext cx="685801" cy="5254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Clr>
                <a:srgbClr val="D2B16D"/>
              </a:buClr>
              <a:buSzPct val="70000"/>
              <a:buNone/>
            </a:pPr>
            <a:r>
              <a:rPr sz="1000">
                <a:latin typeface="Arial"/>
                <a:ea typeface="Arial"/>
                <a:cs typeface="Arial"/>
              </a:rPr>
              <a:t>Cream</a:t>
            </a:r>
          </a:p>
          <a:p xmlns:a="http://schemas.openxmlformats.org/drawingml/2006/main">
            <a:pPr>
              <a:lnSpc>
                <a:spcPct val="150000"/>
              </a:lnSpc>
              <a:buClr>
                <a:srgbClr val="D2B16D"/>
              </a:buClr>
              <a:buSzPct val="70000"/>
              <a:buNone/>
            </a:pPr>
            <a:r>
              <a:rPr sz="1000">
                <a:latin typeface="Arial"/>
                <a:ea typeface="Arial"/>
                <a:cs typeface="Arial"/>
              </a:rPr>
              <a:t>F5F3EF</a:t>
            </a:r>
          </a:p>
        </p:txBody>
      </p:sp>
      <p:sp>
        <p:nvSpPr>
          <p:cNvPr id="26" name="TextBox 25">
            <a:extLst xmlns:a="http://schemas.openxmlformats.org/drawingml/2006/main">
              <a:ext uri="{FF2B5EF4-FFF2-40B4-BE49-F238E27FC236}">
                <a16:creationId xmlns:a16="http://schemas.microsoft.com/office/drawing/2014/main" id="{17B4DBEA-F44D-1D46-88A3-F25117523E43}"/>
              </a:ext>
            </a:extLst>
          </p:cNvPr>
          <p:cNvSpPr>
            <a:spLocks xmlns:a="http://schemas.openxmlformats.org/drawingml/2006/main" noGrp="1"/>
          </p:cNvSpPr>
          <p:nvPr/>
        </p:nvSpPr>
        <p:spPr>
          <a:xfrm xmlns:a="http://schemas.openxmlformats.org/drawingml/2006/main">
            <a:off x="-1378395" y="0"/>
            <a:ext cx="1129315"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i="0" spc="100" baseline="0">
                <a:latin typeface="+mj-lt"/>
                <a:ea typeface="+mj-lt"/>
                <a:cs typeface="+mj-lt"/>
              </a:rPr>
              <a:t>Colors:</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66b343a98340f8"/>
    <p:sldLayoutId xmlns:r="http://schemas.openxmlformats.org/officeDocument/2006/relationships" id="2147483650" r:id="Rfa2bbcfb09b94882"/>
    <p:sldLayoutId xmlns:r="http://schemas.openxmlformats.org/officeDocument/2006/relationships" id="2147483651" r:id="Rdd9a2f88cfa14ad7"/>
    <p:sldLayoutId xmlns:r="http://schemas.openxmlformats.org/officeDocument/2006/relationships" id="2147483652" r:id="R8eb9ecc960a142bc"/>
    <p:sldLayoutId xmlns:r="http://schemas.openxmlformats.org/officeDocument/2006/relationships" id="2147483653" r:id="R4f852eed04f94b07"/>
    <p:sldLayoutId xmlns:r="http://schemas.openxmlformats.org/officeDocument/2006/relationships" id="2147483654" r:id="R1cc7e4053e0e4979"/>
    <p:sldLayoutId xmlns:r="http://schemas.openxmlformats.org/officeDocument/2006/relationships" id="2147483655" r:id="Rc3d98a4ea3504f20"/>
    <p:sldLayoutId xmlns:r="http://schemas.openxmlformats.org/officeDocument/2006/relationships" id="2147483656" r:id="R1b4fa0d7356c4a14"/>
    <p:sldLayoutId xmlns:r="http://schemas.openxmlformats.org/officeDocument/2006/relationships" id="2147483657" r:id="R5f9feaccd7394cb3"/>
    <p:sldLayoutId xmlns:r="http://schemas.openxmlformats.org/officeDocument/2006/relationships" id="2147483658" r:id="R7557456c7a1d41b2"/>
    <p:sldLayoutId xmlns:r="http://schemas.openxmlformats.org/officeDocument/2006/relationships" id="2147483659" r:id="Ra645f873c9a042d3"/>
    <p:sldLayoutId xmlns:r="http://schemas.openxmlformats.org/officeDocument/2006/relationships" id="2147483660" r:id="Rccead071d5964f0c"/>
    <p:sldLayoutId xmlns:r="http://schemas.openxmlformats.org/officeDocument/2006/relationships" id="2147483661" r:id="R9053d587554c4c93"/>
    <p:sldLayoutId xmlns:r="http://schemas.openxmlformats.org/officeDocument/2006/relationships" id="2147483662" r:id="Rd08770517ed34a5e"/>
    <p:sldLayoutId xmlns:r="http://schemas.openxmlformats.org/officeDocument/2006/relationships" id="2147483663" r:id="Rab4f8ad5e4de4b64"/>
    <p:sldLayoutId xmlns:r="http://schemas.openxmlformats.org/officeDocument/2006/relationships" id="2147483664" r:id="Re43bba5ffea04c9d"/>
    <p:sldLayoutId xmlns:r="http://schemas.openxmlformats.org/officeDocument/2006/relationships" id="2147483665" r:id="R2ebeea356a0540e3"/>
    <p:sldLayoutId xmlns:r="http://schemas.openxmlformats.org/officeDocument/2006/relationships" id="2147483666" r:id="R27ce8565f53247b2"/>
    <p:sldLayoutId xmlns:r="http://schemas.openxmlformats.org/officeDocument/2006/relationships" id="2147483667" r:id="R89bb2202e7344fc5"/>
    <p:sldLayoutId xmlns:r="http://schemas.openxmlformats.org/officeDocument/2006/relationships" id="2147483668" r:id="R3cd4100500f748c9"/>
    <p:sldLayoutId xmlns:r="http://schemas.openxmlformats.org/officeDocument/2006/relationships" id="2147483669" r:id="Rd3769517cf9b46c8"/>
    <p:sldLayoutId xmlns:r="http://schemas.openxmlformats.org/officeDocument/2006/relationships" id="2147483670" r:id="R9aac1e285f1245be"/>
    <p:sldLayoutId xmlns:r="http://schemas.openxmlformats.org/officeDocument/2006/relationships" id="2147483671" r:id="Rb92c3d6662d94892"/>
  </p:sldLayoutIdLst>
  <p:hf sldNum="0" hdr="0"/>
  <p:txStyles>
    <p:titleStyle>
      <a:lvl1pPr xmlns:a="http://schemas.openxmlformats.org/drawingml/2006/main" algn="l" defTabSz="914400">
        <a:lnSpc>
          <a:spcPct val="90000"/>
        </a:lnSpc>
        <a:spcBef>
          <a:spcPct val="0"/>
        </a:spcBef>
        <a:buNone/>
        <a:defRPr sz="4000" kern="1200" baseline="0">
          <a:solidFill>
            <a:schemeClr val="tx1"/>
          </a:solidFill>
          <a:latin typeface="Arial"/>
          <a:ea typeface="Arial"/>
          <a:cs typeface="Arial"/>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Arial"/>
          <a:ea typeface="Arial"/>
          <a:cs typeface="Arial"/>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Arial"/>
          <a:ea typeface="Arial"/>
          <a:cs typeface="Arial"/>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Arial"/>
          <a:ea typeface="Arial"/>
          <a:cs typeface="Arial"/>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Arial"/>
          <a:ea typeface="Arial"/>
          <a:cs typeface="Arial"/>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be8a78db8c44c22" /><Relationship Type="http://schemas.openxmlformats.org/officeDocument/2006/relationships/notesSlide" Target="/ppt/notesSlides/notesSlide1.xml" Id="R8f570c65d32049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d3dfe1166722461c" /><Relationship Type="http://schemas.openxmlformats.org/officeDocument/2006/relationships/notesSlide" Target="/ppt/notesSlides/notesSlide2.xml" Id="R22b19549079543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d9e9b6b65b06459b" /><Relationship Type="http://schemas.openxmlformats.org/officeDocument/2006/relationships/notesSlide" Target="/ppt/notesSlides/notesSlide3.xml" Id="R586a50fad72743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9.xml" Id="Rd6f3f05b39fe435b" /><Relationship Type="http://schemas.openxmlformats.org/officeDocument/2006/relationships/notesSlide" Target="/ppt/notesSlides/notesSlide4.xml" Id="R90a9ca5a7ebe48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0cb3f16383e1409a" /><Relationship Type="http://schemas.openxmlformats.org/officeDocument/2006/relationships/notesSlide" Target="/ppt/notesSlides/notesSlide5.xml" Id="R3e95d6b109244d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d0ce7f35d6dd4ae5" /><Relationship Type="http://schemas.openxmlformats.org/officeDocument/2006/relationships/notesSlide" Target="/ppt/notesSlides/notesSlide6.xml" Id="Rd47fdf7afb5c4d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9.xml" Id="Rc97b8466ccf44e7c" /><Relationship Type="http://schemas.openxmlformats.org/officeDocument/2006/relationships/notesSlide" Target="/ppt/notesSlides/notesSlide7.xml" Id="Rb476f2f0a9624f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9.xml" Id="R912c3688c21d420f" /><Relationship Type="http://schemas.openxmlformats.org/officeDocument/2006/relationships/notesSlide" Target="/ppt/notesSlides/notesSlide8.xml" Id="Rb89af2a31de440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a378d7b269514893" /><Relationship Type="http://schemas.openxmlformats.org/officeDocument/2006/relationships/notesSlide" Target="/ppt/notesSlides/notesSlide9.xml" Id="Rccfb96500adc41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9.xml" Id="Rd8bb840f5e8f4661" /><Relationship Type="http://schemas.openxmlformats.org/officeDocument/2006/relationships/image" Target="/ppt/media/image5.png" Id="Rb819bc5737974265" /><Relationship Type="http://schemas.openxmlformats.org/officeDocument/2006/relationships/notesSlide" Target="/ppt/notesSlides/notesSlide10.xml" Id="R94f1f81cbd2640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9.xml" Id="R7883a999eb9d429b" /><Relationship Type="http://schemas.openxmlformats.org/officeDocument/2006/relationships/notesSlide" Target="/ppt/notesSlides/notesSlide11.xml" Id="R7091922564394f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9.xml" Id="R113cdaaa39094092" /><Relationship Type="http://schemas.openxmlformats.org/officeDocument/2006/relationships/notesSlide" Target="/ppt/notesSlides/notesSlide12.xml" Id="Re665e5fbf91347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9.xml" Id="Rb7251aae31f64f5e" /><Relationship Type="http://schemas.openxmlformats.org/officeDocument/2006/relationships/notesSlide" Target="/ppt/notesSlides/notesSlide13.xml" Id="Reed39645d9424f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2c947f17672247a5" /><Relationship Type="http://schemas.openxmlformats.org/officeDocument/2006/relationships/notesSlide" Target="/ppt/notesSlides/notesSlide14.xml" Id="Rfa8f1fd8669e4d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9.xml" Id="Ra9631bb8eb7f4d82" /><Relationship Type="http://schemas.openxmlformats.org/officeDocument/2006/relationships/image" Target="/ppt/media/image6.png" Id="R6b3dc0386ad749c1" /><Relationship Type="http://schemas.openxmlformats.org/officeDocument/2006/relationships/notesSlide" Target="/ppt/notesSlides/notesSlide15.xml" Id="R38dd92facbb84d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9.xml" Id="R0a87699558c94ffd" /><Relationship Type="http://schemas.openxmlformats.org/officeDocument/2006/relationships/image" Target="/ppt/media/image7.png" Id="R3cce3556e2d14a41" /><Relationship Type="http://schemas.openxmlformats.org/officeDocument/2006/relationships/notesSlide" Target="/ppt/notesSlides/notesSlide16.xml" Id="Rf88ff7d59a1f49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4f0d5d1edeae444c" /><Relationship Type="http://schemas.openxmlformats.org/officeDocument/2006/relationships/notesSlide" Target="/ppt/notesSlides/notesSlide17.xml" Id="R723290ad9eff40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c4a42ed743a6485e" /><Relationship Type="http://schemas.openxmlformats.org/officeDocument/2006/relationships/notesSlide" Target="/ppt/notesSlides/notesSlide18.xml" Id="R1422e970625f44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9.xml" Id="R9ff303fdb3234659" /><Relationship Type="http://schemas.openxmlformats.org/officeDocument/2006/relationships/notesSlide" Target="/ppt/notesSlides/notesSlide19.xml" Id="R62641c7c59af4a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9af678dc96fb490b" /><Relationship Type="http://schemas.openxmlformats.org/officeDocument/2006/relationships/notesSlide" Target="/ppt/notesSlides/notesSlide20.xml" Id="Rd655e933ec7745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9.xml" Id="Rf46e3b3f19844e3f" /><Relationship Type="http://schemas.openxmlformats.org/officeDocument/2006/relationships/notesSlide" Target="/ppt/notesSlides/notesSlide21.xml" Id="R8ba197ec1dff46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9.xml" Id="R386c9e6b084542a1" /><Relationship Type="http://schemas.openxmlformats.org/officeDocument/2006/relationships/notesSlide" Target="/ppt/notesSlides/notesSlide22.xml" Id="R304ee1344e23465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9.xml" Id="Rd755d6963a514394" /><Relationship Type="http://schemas.openxmlformats.org/officeDocument/2006/relationships/image" Target="/ppt/media/image8.png" Id="R38b5c4c4463b4f8e" /><Relationship Type="http://schemas.openxmlformats.org/officeDocument/2006/relationships/notesSlide" Target="/ppt/notesSlides/notesSlide23.xml" Id="Re5462433b5e84a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9.xml" Id="R653a8cbb044f41aa" /><Relationship Type="http://schemas.openxmlformats.org/officeDocument/2006/relationships/image" Target="/ppt/media/image9.png" Id="R6dcdbf2ac51e4012" /><Relationship Type="http://schemas.openxmlformats.org/officeDocument/2006/relationships/notesSlide" Target="/ppt/notesSlides/notesSlide24.xml" Id="Rce0b492c535e424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9.xml" Id="R7ddd16d224aa4432" /><Relationship Type="http://schemas.openxmlformats.org/officeDocument/2006/relationships/image" Target="/ppt/media/image10.png" Id="R460be93971764892" /><Relationship Type="http://schemas.openxmlformats.org/officeDocument/2006/relationships/notesSlide" Target="/ppt/notesSlides/notesSlide25.xml" Id="R3bbce1ce1a8e400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8a30c392e0644450" /><Relationship Type="http://schemas.openxmlformats.org/officeDocument/2006/relationships/image" Target="/ppt/media/image11.png" Id="R23839ffd0bbe4add" /><Relationship Type="http://schemas.openxmlformats.org/officeDocument/2006/relationships/notesSlide" Target="/ppt/notesSlides/notesSlide26.xml" Id="Rf64fa486f53c43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9.xml" Id="Re10314f492f74e1f" /><Relationship Type="http://schemas.openxmlformats.org/officeDocument/2006/relationships/notesSlide" Target="/ppt/notesSlides/notesSlide27.xml" Id="Rf6b8e1368e164d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9.xml" Id="R0b3a54bab89943df" /><Relationship Type="http://schemas.openxmlformats.org/officeDocument/2006/relationships/notesSlide" Target="/ppt/notesSlides/notesSlide28.xml" Id="Re9ff04d99f1c46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21e9ea1344a74b2f" /><Relationship Type="http://schemas.openxmlformats.org/officeDocument/2006/relationships/notesSlide" Target="/ppt/notesSlides/notesSlide29.xml" Id="R1a55e4bd74bf49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9.xml" Id="R462a11563c844388" /><Relationship Type="http://schemas.openxmlformats.org/officeDocument/2006/relationships/notesSlide" Target="/ppt/notesSlides/notesSlide30.xml" Id="R886c808c1328437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9.xml" Id="R20b2b0dd73404f95" /><Relationship Type="http://schemas.openxmlformats.org/officeDocument/2006/relationships/notesSlide" Target="/ppt/notesSlides/notesSlide31.xml" Id="R088b6967c2fd41a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bd7af975253b4fbc" /><Relationship Type="http://schemas.openxmlformats.org/officeDocument/2006/relationships/notesSlide" Target="/ppt/notesSlides/notesSlide32.xml" Id="Rdbe72463a23b489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9.xml" Id="R21b5699c6a954188" /><Relationship Type="http://schemas.openxmlformats.org/officeDocument/2006/relationships/notesSlide" Target="/ppt/notesSlides/notesSlide33.xml" Id="Rf0bcd856bc9b494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B4A00BA-B442-AC46-A209-60010293B6A8}"/>
              </a:ext>
            </a:extLst>
          </p:cNvPr>
          <p:cNvSpPr>
            <a:spLocks xmlns:a="http://schemas.openxmlformats.org/drawingml/2006/main" noGrp="1"/>
          </p:cNvSpPr>
          <p:nvPr>
            <p:ph type="ctrTitle" idx="0"/>
          </p:nvPr>
        </p:nvSpPr>
        <p:spPr>
          <a:xfrm xmlns:a="http://schemas.openxmlformats.org/drawingml/2006/main">
            <a:off x="630936" y="2733675"/>
            <a:ext cx="5128070" cy="1333500"/>
          </a:xfrm>
        </p:spPr>
        <p:txBody>
          <a:bodyPr xmlns:a="http://schemas.openxmlformats.org/drawingml/2006/main" lIns="0" tIns="0" rIns="0" bIns="0">
            <a:noAutofit/>
          </a:bodyPr>
          <a:lstStyle xmlns:a="http://schemas.openxmlformats.org/drawingml/2006/main">
            <a:defPPr>
              <a:defRPr sz="4000">
                <a:solidFill>
                  <a:srgbClr val="E0D5C0"/>
                </a:solidFill>
                <a:latin typeface="Arial"/>
                <a:ea typeface="Arial"/>
                <a:cs typeface="Arial"/>
              </a:defRPr>
            </a:defPPr>
            <a:lvl1pPr>
              <a:buNone/>
              <a:defRPr sz="4000">
                <a:solidFill>
                  <a:srgbClr val="E0D5C0"/>
                </a:solidFill>
                <a:latin typeface="Arial"/>
                <a:ea typeface="Arial"/>
                <a:cs typeface="Arial"/>
              </a:defRPr>
            </a:lvl1pPr>
            <a:lvl2pPr>
              <a:buNone/>
              <a:defRPr sz="4000">
                <a:solidFill>
                  <a:srgbClr val="E0D5C0"/>
                </a:solidFill>
                <a:latin typeface="Arial"/>
                <a:ea typeface="Arial"/>
                <a:cs typeface="Arial"/>
              </a:defRPr>
            </a:lvl2pPr>
            <a:lvl3pPr>
              <a:buNone/>
              <a:defRPr sz="4000">
                <a:solidFill>
                  <a:srgbClr val="E0D5C0"/>
                </a:solidFill>
                <a:latin typeface="Arial"/>
                <a:ea typeface="Arial"/>
                <a:cs typeface="Arial"/>
              </a:defRPr>
            </a:lvl3pPr>
            <a:lvl4pPr>
              <a:buNone/>
              <a:defRPr sz="4000">
                <a:solidFill>
                  <a:srgbClr val="E0D5C0"/>
                </a:solidFill>
                <a:latin typeface="Arial"/>
                <a:ea typeface="Arial"/>
                <a:cs typeface="Arial"/>
              </a:defRPr>
            </a:lvl4pPr>
            <a:lvl5pPr>
              <a:buNone/>
              <a:defRPr sz="4000">
                <a:solidFill>
                  <a:srgbClr val="E0D5C0"/>
                </a:solidFill>
                <a:latin typeface="Arial"/>
                <a:ea typeface="Arial"/>
                <a:cs typeface="Arial"/>
              </a:defRPr>
            </a:lvl5pPr>
            <a:lvl6pPr>
              <a:buNone/>
              <a:defRPr sz="4000">
                <a:solidFill>
                  <a:srgbClr val="E0D5C0"/>
                </a:solidFill>
                <a:latin typeface="Arial"/>
                <a:ea typeface="Arial"/>
                <a:cs typeface="Arial"/>
              </a:defRPr>
            </a:lvl6pPr>
            <a:lvl7pPr>
              <a:buNone/>
              <a:defRPr sz="4000">
                <a:solidFill>
                  <a:srgbClr val="E0D5C0"/>
                </a:solidFill>
                <a:latin typeface="Arial"/>
                <a:ea typeface="Arial"/>
                <a:cs typeface="Arial"/>
              </a:defRPr>
            </a:lvl7pPr>
            <a:lvl8pPr>
              <a:buNone/>
              <a:defRPr sz="4000">
                <a:solidFill>
                  <a:srgbClr val="E0D5C0"/>
                </a:solidFill>
                <a:latin typeface="Arial"/>
                <a:ea typeface="Arial"/>
                <a:cs typeface="Arial"/>
              </a:defRPr>
            </a:lvl8pPr>
            <a:lvl9pPr>
              <a:buNone/>
              <a:defRPr sz="4000">
                <a:solidFill>
                  <a:srgbClr val="E0D5C0"/>
                </a:solidFill>
                <a:latin typeface="Arial"/>
                <a:ea typeface="Arial"/>
                <a:cs typeface="Arial"/>
              </a:defRPr>
            </a:lvl9pPr>
          </a:lstStyle>
          <a:p xmlns:a="http://schemas.openxmlformats.org/drawingml/2006/main">
            <a:pPr>
              <a:buNone/>
              <a:defRPr sz="4000">
                <a:solidFill>
                  <a:srgbClr val="E0D5C0"/>
                </a:solidFill>
                <a:latin typeface="Arial"/>
                <a:ea typeface="Arial"/>
                <a:cs typeface="Arial"/>
              </a:defRPr>
            </a:pPr>
            <a:r>
              <a:rPr sz="4000">
                <a:solidFill>
                  <a:srgbClr val="E0D5C0"/>
                </a:solidFill>
                <a:latin typeface="Arial"/>
                <a:ea typeface="Arial"/>
                <a:cs typeface="Arial"/>
              </a:rPr>
              <a:t>Movement Primitive</a:t>
            </a:r>
            <a:endParaRPr/>
          </a:p>
          <a:p xmlns:a="http://schemas.openxmlformats.org/drawingml/2006/main">
            <a:pPr>
              <a:buNone/>
              <a:defRPr sz="4000">
                <a:solidFill>
                  <a:srgbClr val="E0D5C0"/>
                </a:solidFill>
                <a:latin typeface="Arial"/>
                <a:ea typeface="Arial"/>
                <a:cs typeface="Arial"/>
              </a:defRPr>
            </a:pPr>
            <a:r>
              <a:rPr sz="4000">
                <a:solidFill>
                  <a:srgbClr val="E0D5C0"/>
                </a:solidFill>
                <a:latin typeface="Arial"/>
                <a:ea typeface="Arial"/>
                <a:cs typeface="Arial"/>
              </a:rPr>
              <a:t>Diffusion</a:t>
            </a:r>
            <a:endParaRPr/>
          </a:p>
        </p:txBody>
      </p:sp>
      <p:sp>
        <p:nvSpPr>
          <p:cNvPr id="6" name="text">
            <a:extLst xmlns:a="http://schemas.openxmlformats.org/drawingml/2006/main">
              <a:ext uri="{FF2B5EF4-FFF2-40B4-BE49-F238E27FC236}">
                <a16:creationId xmlns:a16="http://schemas.microsoft.com/office/drawing/2014/main" id="{96BEDF2B-E15D-4E0F-8CBB-376A664C6A68}"/>
              </a:ext>
            </a:extLst>
          </p:cNvPr>
          <p:cNvSpPr>
            <a:spLocks xmlns:a="http://schemas.openxmlformats.org/drawingml/2006/main" noGrp="1"/>
          </p:cNvSpPr>
          <p:nvPr/>
        </p:nvSpPr>
        <p:spPr>
          <a:xfrm xmlns:a="http://schemas.openxmlformats.org/drawingml/2006/main">
            <a:off x="628650" y="429577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00" b="0">
                <a:solidFill>
                  <a:srgbClr val="FFFFFF"/>
                </a:solidFill>
                <a:latin typeface="Arial"/>
                <a:ea typeface="Arial"/>
                <a:cs typeface="Arial"/>
              </a:defRPr>
            </a:defPPr>
            <a:lvl1pPr>
              <a:buNone/>
              <a:defRPr sz="2000" b="0">
                <a:solidFill>
                  <a:srgbClr val="FFFFFF"/>
                </a:solidFill>
                <a:latin typeface="Arial"/>
                <a:ea typeface="Arial"/>
                <a:cs typeface="Arial"/>
              </a:defRPr>
            </a:lvl1pPr>
            <a:lvl2pPr>
              <a:buNone/>
              <a:defRPr sz="2000" b="0">
                <a:solidFill>
                  <a:srgbClr val="FFFFFF"/>
                </a:solidFill>
                <a:latin typeface="Arial"/>
                <a:ea typeface="Arial"/>
                <a:cs typeface="Arial"/>
              </a:defRPr>
            </a:lvl2pPr>
            <a:lvl3pPr>
              <a:buNone/>
              <a:defRPr sz="2000" b="0">
                <a:solidFill>
                  <a:srgbClr val="FFFFFF"/>
                </a:solidFill>
                <a:latin typeface="Arial"/>
                <a:ea typeface="Arial"/>
                <a:cs typeface="Arial"/>
              </a:defRPr>
            </a:lvl3pPr>
            <a:lvl4pPr>
              <a:buNone/>
              <a:defRPr sz="2000" b="0">
                <a:solidFill>
                  <a:srgbClr val="FFFFFF"/>
                </a:solidFill>
                <a:latin typeface="Arial"/>
                <a:ea typeface="Arial"/>
                <a:cs typeface="Arial"/>
              </a:defRPr>
            </a:lvl4pPr>
            <a:lvl5pPr>
              <a:buNone/>
              <a:defRPr sz="2000" b="0">
                <a:solidFill>
                  <a:srgbClr val="FFFFFF"/>
                </a:solidFill>
                <a:latin typeface="Arial"/>
                <a:ea typeface="Arial"/>
                <a:cs typeface="Arial"/>
              </a:defRPr>
            </a:lvl5pPr>
            <a:lvl6pPr>
              <a:buNone/>
              <a:defRPr sz="2000" b="0">
                <a:solidFill>
                  <a:srgbClr val="FFFFFF"/>
                </a:solidFill>
                <a:latin typeface="Arial"/>
                <a:ea typeface="Arial"/>
                <a:cs typeface="Arial"/>
              </a:defRPr>
            </a:lvl6pPr>
            <a:lvl7pPr>
              <a:buNone/>
              <a:defRPr sz="2000" b="0">
                <a:solidFill>
                  <a:srgbClr val="FFFFFF"/>
                </a:solidFill>
                <a:latin typeface="Arial"/>
                <a:ea typeface="Arial"/>
                <a:cs typeface="Arial"/>
              </a:defRPr>
            </a:lvl7pPr>
            <a:lvl8pPr>
              <a:buNone/>
              <a:defRPr sz="2000" b="0">
                <a:solidFill>
                  <a:srgbClr val="FFFFFF"/>
                </a:solidFill>
                <a:latin typeface="Arial"/>
                <a:ea typeface="Arial"/>
                <a:cs typeface="Arial"/>
              </a:defRPr>
            </a:lvl8pPr>
            <a:lvl9pPr>
              <a:buNone/>
              <a:defRPr sz="2000" b="0">
                <a:solidFill>
                  <a:srgbClr val="FFFFFF"/>
                </a:solidFill>
                <a:latin typeface="Arial"/>
                <a:ea typeface="Arial"/>
                <a:cs typeface="Arial"/>
              </a:defRPr>
            </a:lvl9pPr>
          </a:lstStyle>
          <a:p xmlns:a="http://schemas.openxmlformats.org/drawingml/2006/main">
            <a:pPr>
              <a:buNone/>
              <a:defRPr sz="2000" b="0">
                <a:solidFill>
                  <a:srgbClr val="FFFFFF"/>
                </a:solidFill>
                <a:latin typeface="Arial"/>
                <a:ea typeface="Arial"/>
                <a:cs typeface="Arial"/>
              </a:defRPr>
            </a:pPr>
            <a:r>
              <a:rPr sz="2000" b="0">
                <a:solidFill>
                  <a:srgbClr val="FFFFFF"/>
                </a:solidFill>
                <a:latin typeface="Arial"/>
                <a:ea typeface="Arial"/>
                <a:cs typeface="Arial"/>
              </a:rPr>
              <a:t>Learning Gentle Robotic Manipulation</a:t>
            </a:r>
          </a:p>
          <a:p xmlns:a="http://schemas.openxmlformats.org/drawingml/2006/main">
            <a:pPr>
              <a:buNone/>
              <a:defRPr sz="2000" b="0">
                <a:solidFill>
                  <a:srgbClr val="FFFFFF"/>
                </a:solidFill>
                <a:latin typeface="Arial"/>
                <a:ea typeface="Arial"/>
                <a:cs typeface="Arial"/>
              </a:defRPr>
            </a:pPr>
            <a:r>
              <a:rPr sz="2000" b="0">
                <a:solidFill>
                  <a:srgbClr val="FFFFFF"/>
                </a:solidFill>
                <a:latin typeface="Arial"/>
                <a:ea typeface="Arial"/>
                <a:cs typeface="Arial"/>
              </a:rPr>
              <a:t>of Deformable Objects</a:t>
            </a:r>
          </a:p>
        </p:txBody>
      </p:sp>
      <p:sp>
        <p:nvSpPr>
          <p:cNvPr id="7" name="text">
            <a:extLst xmlns:a="http://schemas.openxmlformats.org/drawingml/2006/main">
              <a:ext uri="{FF2B5EF4-FFF2-40B4-BE49-F238E27FC236}">
                <a16:creationId xmlns:a16="http://schemas.microsoft.com/office/drawing/2014/main" id="{4B3A0BDC-9E39-4DE1-9F34-082539125C22}"/>
              </a:ext>
            </a:extLst>
          </p:cNvPr>
          <p:cNvSpPr>
            <a:spLocks xmlns:a="http://schemas.openxmlformats.org/drawingml/2006/main" noGrp="1"/>
          </p:cNvSpPr>
          <p:nvPr/>
        </p:nvSpPr>
        <p:spPr>
          <a:xfrm xmlns:a="http://schemas.openxmlformats.org/drawingml/2006/main">
            <a:off x="628650" y="5838825"/>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00" b="0">
                <a:solidFill>
                  <a:srgbClr val="FFFFFF"/>
                </a:solidFill>
                <a:latin typeface="Arial"/>
                <a:ea typeface="Arial"/>
                <a:cs typeface="Arial"/>
              </a:defRPr>
            </a:defPPr>
            <a:lvl1pPr>
              <a:buNone/>
              <a:defRPr sz="1400" b="0">
                <a:solidFill>
                  <a:srgbClr val="FFFFFF"/>
                </a:solidFill>
                <a:latin typeface="Arial"/>
                <a:ea typeface="Arial"/>
                <a:cs typeface="Arial"/>
              </a:defRPr>
            </a:lvl1pPr>
            <a:lvl2pPr>
              <a:buNone/>
              <a:defRPr sz="1400" b="0">
                <a:solidFill>
                  <a:srgbClr val="FFFFFF"/>
                </a:solidFill>
                <a:latin typeface="Arial"/>
                <a:ea typeface="Arial"/>
                <a:cs typeface="Arial"/>
              </a:defRPr>
            </a:lvl2pPr>
            <a:lvl3pPr>
              <a:buNone/>
              <a:defRPr sz="1400" b="0">
                <a:solidFill>
                  <a:srgbClr val="FFFFFF"/>
                </a:solidFill>
                <a:latin typeface="Arial"/>
                <a:ea typeface="Arial"/>
                <a:cs typeface="Arial"/>
              </a:defRPr>
            </a:lvl3pPr>
            <a:lvl4pPr>
              <a:buNone/>
              <a:defRPr sz="1400" b="0">
                <a:solidFill>
                  <a:srgbClr val="FFFFFF"/>
                </a:solidFill>
                <a:latin typeface="Arial"/>
                <a:ea typeface="Arial"/>
                <a:cs typeface="Arial"/>
              </a:defRPr>
            </a:lvl4pPr>
            <a:lvl5pPr>
              <a:buNone/>
              <a:defRPr sz="1400" b="0">
                <a:solidFill>
                  <a:srgbClr val="FFFFFF"/>
                </a:solidFill>
                <a:latin typeface="Arial"/>
                <a:ea typeface="Arial"/>
                <a:cs typeface="Arial"/>
              </a:defRPr>
            </a:lvl5pPr>
            <a:lvl6pPr>
              <a:buNone/>
              <a:defRPr sz="1400" b="0">
                <a:solidFill>
                  <a:srgbClr val="FFFFFF"/>
                </a:solidFill>
                <a:latin typeface="Arial"/>
                <a:ea typeface="Arial"/>
                <a:cs typeface="Arial"/>
              </a:defRPr>
            </a:lvl6pPr>
            <a:lvl7pPr>
              <a:buNone/>
              <a:defRPr sz="1400" b="0">
                <a:solidFill>
                  <a:srgbClr val="FFFFFF"/>
                </a:solidFill>
                <a:latin typeface="Arial"/>
                <a:ea typeface="Arial"/>
                <a:cs typeface="Arial"/>
              </a:defRPr>
            </a:lvl7pPr>
            <a:lvl8pPr>
              <a:buNone/>
              <a:defRPr sz="1400" b="0">
                <a:solidFill>
                  <a:srgbClr val="FFFFFF"/>
                </a:solidFill>
                <a:latin typeface="Arial"/>
                <a:ea typeface="Arial"/>
                <a:cs typeface="Arial"/>
              </a:defRPr>
            </a:lvl8pPr>
            <a:lvl9pPr>
              <a:buNone/>
              <a:defRPr sz="1400" b="0">
                <a:solidFill>
                  <a:srgbClr val="FFFFFF"/>
                </a:solidFill>
                <a:latin typeface="Arial"/>
                <a:ea typeface="Arial"/>
                <a:cs typeface="Arial"/>
              </a:defRPr>
            </a:lvl9pPr>
          </a:lstStyle>
          <a:p xmlns:a="http://schemas.openxmlformats.org/drawingml/2006/main">
            <a:pPr>
              <a:buNone/>
              <a:defRPr sz="1400" b="0">
                <a:solidFill>
                  <a:srgbClr val="FFFFFF"/>
                </a:solidFill>
                <a:latin typeface="Arial"/>
                <a:ea typeface="Arial"/>
                <a:cs typeface="Arial"/>
              </a:defRPr>
            </a:pPr>
            <a:r>
              <a:rPr sz="1400" b="0">
                <a:solidFill>
                  <a:srgbClr val="FFFFFF"/>
                </a:solidFill>
                <a:latin typeface="Arial"/>
                <a:ea typeface="Arial"/>
                <a:cs typeface="Arial"/>
              </a:rPr>
              <a:t>Intelligent Surgical Robotics</a:t>
            </a:r>
          </a:p>
          <a:p xmlns:a="http://schemas.openxmlformats.org/drawingml/2006/main">
            <a:pPr>
              <a:buNone/>
              <a:defRPr sz="1400" b="0">
                <a:solidFill>
                  <a:srgbClr val="FFFFFF"/>
                </a:solidFill>
                <a:latin typeface="Arial"/>
                <a:ea typeface="Arial"/>
                <a:cs typeface="Arial"/>
              </a:defRPr>
            </a:pPr>
            <a:r>
              <a:rPr sz="1400" b="0">
                <a:solidFill>
                  <a:srgbClr val="FFFFFF"/>
                </a:solidFill>
                <a:latin typeface="Arial"/>
                <a:ea typeface="Arial"/>
                <a:cs typeface="Arial"/>
              </a:rPr>
              <a:t>Scheikl et al.  •  IEEE RA-L, 2024</a:t>
            </a:r>
          </a:p>
        </p:txBody>
      </p:sp>
      <p:sp>
        <p:nvSpPr>
          <p:cNvPr id="8" name="presenter">
            <a:extLst xmlns:a="http://schemas.openxmlformats.org/drawingml/2006/main">
              <a:ext uri="{FF2B5EF4-FFF2-40B4-BE49-F238E27FC236}">
                <a16:creationId xmlns:a16="http://schemas.microsoft.com/office/drawing/2014/main" id="{5A13C741-4853-4E1A-85D4-1D1F10705C20}"/>
              </a:ext>
            </a:extLst>
          </p:cNvPr>
          <p:cNvSpPr>
            <a:spLocks xmlns:a="http://schemas.openxmlformats.org/drawingml/2006/main" noGrp="1"/>
          </p:cNvSpPr>
          <p:nvPr/>
        </p:nvSpPr>
        <p:spPr>
          <a:xfrm xmlns:a="http://schemas.openxmlformats.org/drawingml/2006/main">
            <a:off x="630936" y="53721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00" b="0">
                <a:solidFill>
                  <a:srgbClr val="FFFFFF"/>
                </a:solidFill>
                <a:latin typeface="Arial"/>
                <a:ea typeface="Arial"/>
                <a:cs typeface="Arial"/>
              </a:defRPr>
            </a:defPPr>
            <a:lvl1pPr algn="l">
              <a:buNone/>
              <a:defRPr sz="1600" b="0">
                <a:solidFill>
                  <a:srgbClr val="FFFFFF"/>
                </a:solidFill>
                <a:latin typeface="Arial"/>
                <a:ea typeface="Arial"/>
                <a:cs typeface="Arial"/>
              </a:defRPr>
            </a:lvl1pPr>
            <a:lvl2pPr algn="l">
              <a:buNone/>
              <a:defRPr sz="1600" b="0">
                <a:solidFill>
                  <a:srgbClr val="FFFFFF"/>
                </a:solidFill>
                <a:latin typeface="Arial"/>
                <a:ea typeface="Arial"/>
                <a:cs typeface="Arial"/>
              </a:defRPr>
            </a:lvl2pPr>
            <a:lvl3pPr algn="l">
              <a:buNone/>
              <a:defRPr sz="1600" b="0">
                <a:solidFill>
                  <a:srgbClr val="FFFFFF"/>
                </a:solidFill>
                <a:latin typeface="Arial"/>
                <a:ea typeface="Arial"/>
                <a:cs typeface="Arial"/>
              </a:defRPr>
            </a:lvl3pPr>
            <a:lvl4pPr algn="l">
              <a:buNone/>
              <a:defRPr sz="1600" b="0">
                <a:solidFill>
                  <a:srgbClr val="FFFFFF"/>
                </a:solidFill>
                <a:latin typeface="Arial"/>
                <a:ea typeface="Arial"/>
                <a:cs typeface="Arial"/>
              </a:defRPr>
            </a:lvl4pPr>
            <a:lvl5pPr algn="l">
              <a:buNone/>
              <a:defRPr sz="1600" b="0">
                <a:solidFill>
                  <a:srgbClr val="FFFFFF"/>
                </a:solidFill>
                <a:latin typeface="Arial"/>
                <a:ea typeface="Arial"/>
                <a:cs typeface="Arial"/>
              </a:defRPr>
            </a:lvl5pPr>
            <a:lvl6pPr algn="l">
              <a:buNone/>
              <a:defRPr sz="1600" b="0">
                <a:solidFill>
                  <a:srgbClr val="FFFFFF"/>
                </a:solidFill>
                <a:latin typeface="Arial"/>
                <a:ea typeface="Arial"/>
                <a:cs typeface="Arial"/>
              </a:defRPr>
            </a:lvl6pPr>
            <a:lvl7pPr algn="l">
              <a:buNone/>
              <a:defRPr sz="1600" b="0">
                <a:solidFill>
                  <a:srgbClr val="FFFFFF"/>
                </a:solidFill>
                <a:latin typeface="Arial"/>
                <a:ea typeface="Arial"/>
                <a:cs typeface="Arial"/>
              </a:defRPr>
            </a:lvl7pPr>
            <a:lvl8pPr algn="l">
              <a:buNone/>
              <a:defRPr sz="1600" b="0">
                <a:solidFill>
                  <a:srgbClr val="FFFFFF"/>
                </a:solidFill>
                <a:latin typeface="Arial"/>
                <a:ea typeface="Arial"/>
                <a:cs typeface="Arial"/>
              </a:defRPr>
            </a:lvl8pPr>
            <a:lvl9pPr algn="l">
              <a:buNone/>
              <a:defRPr sz="1600" b="0">
                <a:solidFill>
                  <a:srgbClr val="FFFFFF"/>
                </a:solidFill>
                <a:latin typeface="Arial"/>
                <a:ea typeface="Arial"/>
                <a:cs typeface="Arial"/>
              </a:defRPr>
            </a:lvl9pPr>
          </a:lstStyle>
          <a:p xmlns:a="http://schemas.openxmlformats.org/drawingml/2006/main">
            <a:pPr algn="l">
              <a:buNone/>
              <a:defRPr sz="1600" b="0">
                <a:solidFill>
                  <a:srgbClr val="FFFFFF"/>
                </a:solidFill>
                <a:latin typeface="Arial"/>
                <a:ea typeface="Arial"/>
                <a:cs typeface="Arial"/>
              </a:defRPr>
            </a:pPr>
            <a:r>
              <a:rPr sz="1600" b="0">
                <a:solidFill>
                  <a:srgbClr val="FFFFFF"/>
                </a:solidFill>
                <a:latin typeface="Arial"/>
                <a:ea typeface="Arial"/>
                <a:cs typeface="Arial"/>
              </a:rPr>
              <a:t>Blaine Swieder</a:t>
            </a:r>
          </a:p>
        </p:txBody>
      </p:sp>
    </p:spTree>
    <p:extLst>
      <p:ext uri="{BB962C8B-B14F-4D97-AF65-F5344CB8AC3E}">
        <p14:creationId xmlns:p14="http://schemas.microsoft.com/office/powerpoint/2010/main" val="23061752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065EB07-43C2-45D2-82A4-A354D7433B05}"/>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Motivation and Course Context</a:t>
            </a:r>
          </a:p>
        </p:txBody>
      </p:sp>
      <p:sp>
        <p:nvSpPr>
          <p:cNvPr id="2" name="source">
            <a:extLst xmlns:a="http://schemas.openxmlformats.org/drawingml/2006/main">
              <a:ext uri="{FF2B5EF4-FFF2-40B4-BE49-F238E27FC236}">
                <a16:creationId xmlns:a16="http://schemas.microsoft.com/office/drawing/2014/main" id="{E9F89B84-5438-4B8E-902F-A2CE2CEE1441}"/>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D5C3D130-EA0C-4B71-8A79-7EAC8D894A35}"/>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a:t>
            </a:r>
          </a:p>
        </p:txBody>
      </p:sp>
      <p:sp>
        <p:nvSpPr>
          <p:cNvPr id="4" name="body-bullets">
            <a:extLst xmlns:a="http://schemas.openxmlformats.org/drawingml/2006/main">
              <a:ext uri="{FF2B5EF4-FFF2-40B4-BE49-F238E27FC236}">
                <a16:creationId xmlns:a16="http://schemas.microsoft.com/office/drawing/2014/main" id="{F3AB7F13-0AC4-4D7D-89BB-031A36CAB594}"/>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400"/>
              </a:spcAft>
              <a:buChar char="•"/>
              <a:defRPr sz="2000" b="0">
                <a:solidFill>
                  <a:srgbClr val="1C1C1C"/>
                </a:solidFill>
                <a:latin typeface="Arial"/>
                <a:ea typeface="Arial"/>
                <a:cs typeface="Arial"/>
              </a:defRPr>
            </a:pPr>
            <a:r>
              <a:t>Task success alone leaves out how the robot moves.</a:t>
            </a:r>
          </a:p>
          <a:p xmlns:a="http://schemas.openxmlformats.org/drawingml/2006/main">
            <a:pPr marL="279400" indent="-165100" algn="l">
              <a:spcAft>
                <a:spcPts val="2400"/>
              </a:spcAft>
              <a:buChar char="•"/>
              <a:defRPr sz="2000" b="0">
                <a:solidFill>
                  <a:srgbClr val="1C1C1C"/>
                </a:solidFill>
                <a:latin typeface="Arial"/>
                <a:ea typeface="Arial"/>
                <a:cs typeface="Arial"/>
              </a:defRPr>
            </a:pPr>
            <a:r>
              <a:t>Deformable tissue makes abrupt motion a concern.</a:t>
            </a:r>
          </a:p>
          <a:p xmlns:a="http://schemas.openxmlformats.org/drawingml/2006/main">
            <a:pPr marL="279400" indent="-165100" algn="l">
              <a:spcAft>
                <a:spcPts val="2400"/>
              </a:spcAft>
              <a:buChar char="•"/>
              <a:defRPr sz="2000" b="0">
                <a:solidFill>
                  <a:srgbClr val="1C1C1C"/>
                </a:solidFill>
                <a:latin typeface="Arial"/>
                <a:ea typeface="Arial"/>
                <a:cs typeface="Arial"/>
              </a:defRPr>
            </a:pPr>
            <a:r>
              <a:t>Human demonstrations contain different valid strategies.</a:t>
            </a:r>
          </a:p>
          <a:p xmlns:a="http://schemas.openxmlformats.org/drawingml/2006/main">
            <a:pPr marL="279400" indent="-165100" algn="l">
              <a:spcAft>
                <a:spcPts val="2400"/>
              </a:spcAft>
              <a:buChar char="•"/>
              <a:defRPr sz="2000" b="0">
                <a:solidFill>
                  <a:srgbClr val="1C1C1C"/>
                </a:solidFill>
                <a:latin typeface="Arial"/>
                <a:ea typeface="Arial"/>
                <a:cs typeface="Arial"/>
              </a:defRPr>
            </a:pPr>
            <a:r>
              <a:t>Surgical demonstrations are costly to collect.</a:t>
            </a:r>
          </a:p>
          <a:p xmlns:a="http://schemas.openxmlformats.org/drawingml/2006/main">
            <a:pPr marL="279400" indent="-165100" algn="l">
              <a:spcAft>
                <a:spcPts val="2400"/>
              </a:spcAft>
              <a:buChar char="•"/>
              <a:defRPr sz="2000" b="0">
                <a:solidFill>
                  <a:srgbClr val="1C1C1C"/>
                </a:solidFill>
                <a:latin typeface="Arial"/>
                <a:ea typeface="Arial"/>
                <a:cs typeface="Arial"/>
              </a:defRPr>
            </a:pPr>
            <a:r>
              <a:t>Course connection: MPD turns learned behavior into structured robot motion.</a:t>
            </a:r>
          </a:p>
        </p:txBody>
      </p:sp>
    </p:spTree>
    <p:extLst>
      <p:ext uri="{BB962C8B-B14F-4D97-AF65-F5344CB8AC3E}">
        <p14:creationId xmlns:p14="http://schemas.microsoft.com/office/powerpoint/2010/main" val="13197523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08D9816-E6C8-4785-AE81-D37910702D1D}"/>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Overview of Movement Primitive Diffusion</a:t>
            </a:r>
          </a:p>
        </p:txBody>
      </p:sp>
      <p:sp>
        <p:nvSpPr>
          <p:cNvPr id="2" name="source">
            <a:extLst xmlns:a="http://schemas.openxmlformats.org/drawingml/2006/main">
              <a:ext uri="{FF2B5EF4-FFF2-40B4-BE49-F238E27FC236}">
                <a16:creationId xmlns:a16="http://schemas.microsoft.com/office/drawing/2014/main" id="{F7A48B5E-C115-4058-B6A1-3256A2EF2A8D}"/>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FF541D84-0AA7-44D5-B1E9-C1082BDD8539}"/>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3</a:t>
            </a:r>
          </a:p>
        </p:txBody>
      </p:sp>
      <p:sp>
        <p:nvSpPr>
          <p:cNvPr id="4" name="body-bullets">
            <a:extLst xmlns:a="http://schemas.openxmlformats.org/drawingml/2006/main">
              <a:ext uri="{FF2B5EF4-FFF2-40B4-BE49-F238E27FC236}">
                <a16:creationId xmlns:a16="http://schemas.microsoft.com/office/drawing/2014/main" id="{3C62FF86-B8D3-4E7D-A5A8-F9C1128D5BE5}"/>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800"/>
              </a:spcAft>
              <a:buChar char="•"/>
              <a:defRPr sz="2000" b="0">
                <a:solidFill>
                  <a:srgbClr val="1C1C1C"/>
                </a:solidFill>
                <a:latin typeface="Arial"/>
                <a:ea typeface="Arial"/>
                <a:cs typeface="Arial"/>
              </a:defRPr>
            </a:pPr>
            <a:r>
              <a:t>Diffusion represents several possible motion strategies.</a:t>
            </a:r>
          </a:p>
          <a:p xmlns:a="http://schemas.openxmlformats.org/drawingml/2006/main">
            <a:pPr marL="279400" indent="-165100" algn="l">
              <a:spcAft>
                <a:spcPts val="2800"/>
              </a:spcAft>
              <a:buChar char="•"/>
              <a:defRPr sz="2000" b="0">
                <a:solidFill>
                  <a:srgbClr val="1C1C1C"/>
                </a:solidFill>
                <a:latin typeface="Arial"/>
                <a:ea typeface="Arial"/>
                <a:cs typeface="Arial"/>
              </a:defRPr>
            </a:pPr>
            <a:r>
              <a:t>ProDMPs structure the generated motion across time.</a:t>
            </a:r>
          </a:p>
          <a:p xmlns:a="http://schemas.openxmlformats.org/drawingml/2006/main">
            <a:pPr marL="279400" indent="-165100" algn="l">
              <a:spcAft>
                <a:spcPts val="2800"/>
              </a:spcAft>
              <a:buChar char="•"/>
              <a:defRPr sz="2000" b="0">
                <a:solidFill>
                  <a:srgbClr val="1C1C1C"/>
                </a:solidFill>
                <a:latin typeface="Arial"/>
                <a:ea typeface="Arial"/>
                <a:cs typeface="Arial"/>
              </a:defRPr>
            </a:pPr>
            <a:r>
              <a:t>MPD combines both in one imitation-learning method.</a:t>
            </a:r>
          </a:p>
          <a:p xmlns:a="http://schemas.openxmlformats.org/drawingml/2006/main">
            <a:pPr marL="279400" indent="-165100" algn="l">
              <a:spcAft>
                <a:spcPts val="2800"/>
              </a:spcAft>
              <a:buChar char="•"/>
              <a:defRPr sz="2000" b="0">
                <a:solidFill>
                  <a:srgbClr val="1C1C1C"/>
                </a:solidFill>
                <a:latin typeface="Arial"/>
                <a:ea typeface="Arial"/>
                <a:cs typeface="Arial"/>
              </a:defRPr>
            </a:pPr>
            <a:r>
              <a:t>The evaluation covers success, motion quality, and data efficiency.</a:t>
            </a:r>
          </a:p>
        </p:txBody>
      </p:sp>
    </p:spTree>
    <p:extLst>
      <p:ext uri="{BB962C8B-B14F-4D97-AF65-F5344CB8AC3E}">
        <p14:creationId xmlns:p14="http://schemas.microsoft.com/office/powerpoint/2010/main" val="20805320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A6F8059-B35C-4BA4-8BE8-512103BB920C}"/>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Problem Formulation</a:t>
            </a:r>
          </a:p>
        </p:txBody>
      </p:sp>
      <p:sp>
        <p:nvSpPr>
          <p:cNvPr id="2" name="source">
            <a:extLst xmlns:a="http://schemas.openxmlformats.org/drawingml/2006/main">
              <a:ext uri="{FF2B5EF4-FFF2-40B4-BE49-F238E27FC236}">
                <a16:creationId xmlns:a16="http://schemas.microsoft.com/office/drawing/2014/main" id="{DA06D26A-4A13-41FC-B052-BD0BD965F1F1}"/>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7CF46805-E981-4F01-BEAC-CDDB72C1839B}"/>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4</a:t>
            </a:r>
          </a:p>
        </p:txBody>
      </p:sp>
      <p:sp>
        <p:nvSpPr>
          <p:cNvPr id="4" name="formulation">
            <a:extLst xmlns:a="http://schemas.openxmlformats.org/drawingml/2006/main">
              <a:ext uri="{FF2B5EF4-FFF2-40B4-BE49-F238E27FC236}">
                <a16:creationId xmlns:a16="http://schemas.microsoft.com/office/drawing/2014/main" id="{644E5E87-4A41-467C-8F5B-0E836D712B8D}"/>
              </a:ext>
            </a:extLst>
          </p:cNvPr>
          <p:cNvSpPr>
            <a:spLocks xmlns:a="http://schemas.openxmlformats.org/drawingml/2006/main" noGrp="1"/>
          </p:cNvSpPr>
          <p:nvPr/>
        </p:nvSpPr>
        <p:spPr>
          <a:xfrm xmlns:a="http://schemas.openxmlformats.org/drawingml/2006/main">
            <a:off x="1047750" y="1762125"/>
            <a:ext cx="10191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400" b="0">
                <a:solidFill>
                  <a:srgbClr val="1C1C1C"/>
                </a:solidFill>
                <a:latin typeface="Arial"/>
                <a:ea typeface="Arial"/>
                <a:cs typeface="Arial"/>
              </a:defRPr>
            </a:defPPr>
            <a:lvl1pPr algn="ctr">
              <a:buNone/>
              <a:defRPr sz="2600" b="0">
                <a:solidFill>
                  <a:srgbClr val="1C1C1C"/>
                </a:solidFill>
                <a:latin typeface="Arial"/>
                <a:ea typeface="Arial"/>
                <a:cs typeface="Arial"/>
              </a:defRPr>
            </a:lvl1pPr>
            <a:lvl2pPr algn="ctr">
              <a:buNone/>
              <a:defRPr sz="2600" b="0">
                <a:solidFill>
                  <a:srgbClr val="1C1C1C"/>
                </a:solidFill>
                <a:latin typeface="Arial"/>
                <a:ea typeface="Arial"/>
                <a:cs typeface="Arial"/>
              </a:defRPr>
            </a:lvl2pPr>
            <a:lvl3pPr algn="ctr">
              <a:buNone/>
              <a:defRPr sz="2600" b="0">
                <a:solidFill>
                  <a:srgbClr val="1C1C1C"/>
                </a:solidFill>
                <a:latin typeface="Arial"/>
                <a:ea typeface="Arial"/>
                <a:cs typeface="Arial"/>
              </a:defRPr>
            </a:lvl3pPr>
            <a:lvl4pPr algn="ctr">
              <a:buNone/>
              <a:defRPr sz="2600" b="0">
                <a:solidFill>
                  <a:srgbClr val="1C1C1C"/>
                </a:solidFill>
                <a:latin typeface="Arial"/>
                <a:ea typeface="Arial"/>
                <a:cs typeface="Arial"/>
              </a:defRPr>
            </a:lvl4pPr>
            <a:lvl5pPr algn="ctr">
              <a:buNone/>
              <a:defRPr sz="2600" b="0">
                <a:solidFill>
                  <a:srgbClr val="1C1C1C"/>
                </a:solidFill>
                <a:latin typeface="Arial"/>
                <a:ea typeface="Arial"/>
                <a:cs typeface="Arial"/>
              </a:defRPr>
            </a:lvl5pPr>
            <a:lvl6pPr algn="ctr">
              <a:buNone/>
              <a:defRPr sz="2600" b="0">
                <a:solidFill>
                  <a:srgbClr val="1C1C1C"/>
                </a:solidFill>
                <a:latin typeface="Arial"/>
                <a:ea typeface="Arial"/>
                <a:cs typeface="Arial"/>
              </a:defRPr>
            </a:lvl6pPr>
            <a:lvl7pPr algn="ctr">
              <a:buNone/>
              <a:defRPr sz="2600" b="0">
                <a:solidFill>
                  <a:srgbClr val="1C1C1C"/>
                </a:solidFill>
                <a:latin typeface="Arial"/>
                <a:ea typeface="Arial"/>
                <a:cs typeface="Arial"/>
              </a:defRPr>
            </a:lvl7pPr>
            <a:lvl8pPr algn="ctr">
              <a:buNone/>
              <a:defRPr sz="2600" b="0">
                <a:solidFill>
                  <a:srgbClr val="1C1C1C"/>
                </a:solidFill>
                <a:latin typeface="Arial"/>
                <a:ea typeface="Arial"/>
                <a:cs typeface="Arial"/>
              </a:defRPr>
            </a:lvl8pPr>
            <a:lvl9pPr algn="ctr">
              <a:buNone/>
              <a:defRPr sz="2600" b="0">
                <a:solidFill>
                  <a:srgbClr val="1C1C1C"/>
                </a:solidFill>
                <a:latin typeface="Arial"/>
                <a:ea typeface="Arial"/>
                <a:cs typeface="Arial"/>
              </a:defRPr>
            </a:lvl9pPr>
          </a:lstStyle>
          <a:p xmlns:a="http://schemas.openxmlformats.org/drawingml/2006/main">
            <a:pPr algn="ctr">
              <a:buNone/>
              <a:defRPr sz="2600" b="0">
                <a:solidFill>
                  <a:srgbClr val="1C1C1C"/>
                </a:solidFill>
                <a:latin typeface="Arial"/>
                <a:ea typeface="Arial"/>
                <a:cs typeface="Arial"/>
              </a:defRPr>
            </a:pPr>
            <a:r>
              <a:rPr sz="2400" b="0">
                <a:solidFill>
                  <a:srgbClr val="1C1C1C"/>
                </a:solidFill>
                <a:latin typeface="Arial"/>
                <a:ea typeface="Arial"/>
                <a:cs typeface="Arial"/>
              </a:rPr>
              <a:t>o = recent observations       τ = future action sequence</a:t>
            </a:r>
          </a:p>
        </p:txBody>
      </p:sp>
      <p:sp>
        <p:nvSpPr>
          <p:cNvPr id="5" name="body-bullets">
            <a:extLst xmlns:a="http://schemas.openxmlformats.org/drawingml/2006/main">
              <a:ext uri="{FF2B5EF4-FFF2-40B4-BE49-F238E27FC236}">
                <a16:creationId xmlns:a16="http://schemas.microsoft.com/office/drawing/2014/main" id="{CA8BA805-FD63-4254-BE45-91292EA8B060}"/>
              </a:ext>
            </a:extLst>
          </p:cNvPr>
          <p:cNvSpPr>
            <a:spLocks xmlns:a="http://schemas.openxmlformats.org/drawingml/2006/main" noGrp="1"/>
          </p:cNvSpPr>
          <p:nvPr/>
        </p:nvSpPr>
        <p:spPr>
          <a:xfrm xmlns:a="http://schemas.openxmlformats.org/drawingml/2006/main">
            <a:off x="495300" y="2800350"/>
            <a:ext cx="11049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1900"/>
              </a:spcAft>
              <a:buChar char="•"/>
              <a:defRPr sz="2000" b="0">
                <a:solidFill>
                  <a:srgbClr val="1C1C1C"/>
                </a:solidFill>
                <a:latin typeface="Arial"/>
                <a:ea typeface="Arial"/>
                <a:cs typeface="Arial"/>
              </a:defRPr>
            </a:pPr>
            <a:r>
              <a:t>Each action contains desired values in a task-specific space.</a:t>
            </a:r>
          </a:p>
          <a:p xmlns:a="http://schemas.openxmlformats.org/drawingml/2006/main">
            <a:pPr marL="279400" indent="-165100" algn="l">
              <a:spcAft>
                <a:spcPts val="1900"/>
              </a:spcAft>
              <a:buChar char="•"/>
              <a:defRPr sz="2000" b="0">
                <a:solidFill>
                  <a:srgbClr val="1C1C1C"/>
                </a:solidFill>
                <a:latin typeface="Arial"/>
                <a:ea typeface="Arial"/>
                <a:cs typeface="Arial"/>
              </a:defRPr>
            </a:pPr>
            <a:r>
              <a:t>Demonstrations pair observations with instrument motion.</a:t>
            </a:r>
          </a:p>
          <a:p xmlns:a="http://schemas.openxmlformats.org/drawingml/2006/main">
            <a:pPr marL="279400" indent="-165100" algn="l">
              <a:spcAft>
                <a:spcPts val="1900"/>
              </a:spcAft>
              <a:buChar char="•"/>
              <a:defRPr sz="2000" b="0">
                <a:solidFill>
                  <a:srgbClr val="1C1C1C"/>
                </a:solidFill>
                <a:latin typeface="Arial"/>
                <a:ea typeface="Arial"/>
                <a:cs typeface="Arial"/>
              </a:defRPr>
            </a:pPr>
            <a:r>
              <a:t>Training uses shorter windows from complete demonstrations.</a:t>
            </a:r>
          </a:p>
          <a:p xmlns:a="http://schemas.openxmlformats.org/drawingml/2006/main">
            <a:pPr marL="279400" indent="-165100" algn="l">
              <a:spcAft>
                <a:spcPts val="1900"/>
              </a:spcAft>
              <a:buChar char="•"/>
              <a:defRPr sz="2000" b="0">
                <a:solidFill>
                  <a:srgbClr val="1C1C1C"/>
                </a:solidFill>
                <a:latin typeface="Arial"/>
                <a:ea typeface="Arial"/>
                <a:cs typeface="Arial"/>
              </a:defRPr>
            </a:pPr>
            <a:r>
              <a:t>A sequence retains temporal context while allowing later adaptation.</a:t>
            </a:r>
          </a:p>
        </p:txBody>
      </p:sp>
    </p:spTree>
    <p:extLst>
      <p:ext uri="{BB962C8B-B14F-4D97-AF65-F5344CB8AC3E}">
        <p14:creationId xmlns:p14="http://schemas.microsoft.com/office/powerpoint/2010/main" val="9339770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FE4409C-5950-41EC-A34B-0E0AAA7D63D4}"/>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Why MPD Uses Diffusion</a:t>
            </a:r>
          </a:p>
        </p:txBody>
      </p:sp>
      <p:sp>
        <p:nvSpPr>
          <p:cNvPr id="2" name="source">
            <a:extLst xmlns:a="http://schemas.openxmlformats.org/drawingml/2006/main">
              <a:ext uri="{FF2B5EF4-FFF2-40B4-BE49-F238E27FC236}">
                <a16:creationId xmlns:a16="http://schemas.microsoft.com/office/drawing/2014/main" id="{A95828F2-C48B-46E8-AE56-6ADBEB34C052}"/>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804A0973-E36B-46CE-B8E4-728F95D5502B}"/>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5</a:t>
            </a:r>
          </a:p>
        </p:txBody>
      </p:sp>
      <p:sp>
        <p:nvSpPr>
          <p:cNvPr id="4" name="body-bullets">
            <a:extLst xmlns:a="http://schemas.openxmlformats.org/drawingml/2006/main">
              <a:ext uri="{FF2B5EF4-FFF2-40B4-BE49-F238E27FC236}">
                <a16:creationId xmlns:a16="http://schemas.microsoft.com/office/drawing/2014/main" id="{31A33EA4-4298-401F-9577-51DE546567D9}"/>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700"/>
              </a:spcAft>
              <a:buChar char="•"/>
              <a:defRPr sz="2000" b="0">
                <a:solidFill>
                  <a:srgbClr val="1C1C1C"/>
                </a:solidFill>
                <a:latin typeface="Arial"/>
                <a:ea typeface="Arial"/>
                <a:cs typeface="Arial"/>
              </a:defRPr>
            </a:pPr>
            <a:r>
              <a:t>Several valid strategies can correspond to one observation.</a:t>
            </a:r>
          </a:p>
          <a:p xmlns:a="http://schemas.openxmlformats.org/drawingml/2006/main">
            <a:pPr marL="279400" indent="-165100" algn="l">
              <a:spcAft>
                <a:spcPts val="2700"/>
              </a:spcAft>
              <a:buChar char="•"/>
              <a:defRPr sz="2000" b="0">
                <a:solidFill>
                  <a:srgbClr val="1C1C1C"/>
                </a:solidFill>
                <a:latin typeface="Arial"/>
                <a:ea typeface="Arial"/>
                <a:cs typeface="Arial"/>
              </a:defRPr>
            </a:pPr>
            <a:r>
              <a:t>A point-by-point average may create an unsuitable strategy.</a:t>
            </a:r>
          </a:p>
          <a:p xmlns:a="http://schemas.openxmlformats.org/drawingml/2006/main">
            <a:pPr marL="279400" indent="-165100" algn="l">
              <a:spcAft>
                <a:spcPts val="2700"/>
              </a:spcAft>
              <a:buChar char="•"/>
              <a:defRPr sz="2000" b="0">
                <a:solidFill>
                  <a:srgbClr val="1C1C1C"/>
                </a:solidFill>
                <a:latin typeface="Arial"/>
                <a:ea typeface="Arial"/>
                <a:cs typeface="Arial"/>
              </a:defRPr>
            </a:pPr>
            <a:r>
              <a:t>Diffusion samples a possible sequence from a learned distribution.</a:t>
            </a:r>
          </a:p>
          <a:p xmlns:a="http://schemas.openxmlformats.org/drawingml/2006/main">
            <a:pPr marL="279400" indent="-165100" algn="l">
              <a:spcAft>
                <a:spcPts val="2700"/>
              </a:spcAft>
              <a:buChar char="•"/>
              <a:defRPr sz="2000" b="0">
                <a:solidFill>
                  <a:srgbClr val="1C1C1C"/>
                </a:solidFill>
                <a:latin typeface="Arial"/>
                <a:ea typeface="Arial"/>
                <a:cs typeface="Arial"/>
              </a:defRPr>
            </a:pPr>
            <a:r>
              <a:t>MPD learns to denoise action sequences conditioned on observations.</a:t>
            </a:r>
          </a:p>
        </p:txBody>
      </p:sp>
    </p:spTree>
    <p:extLst>
      <p:ext uri="{BB962C8B-B14F-4D97-AF65-F5344CB8AC3E}">
        <p14:creationId xmlns:p14="http://schemas.microsoft.com/office/powerpoint/2010/main" val="1298205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BF026D3-FEF7-4FB4-84E7-CCF1FF394803}"/>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MPD’s Movement-Primitive Decoder</a:t>
            </a:r>
          </a:p>
        </p:txBody>
      </p:sp>
      <p:sp>
        <p:nvSpPr>
          <p:cNvPr id="2" name="source">
            <a:extLst xmlns:a="http://schemas.openxmlformats.org/drawingml/2006/main">
              <a:ext uri="{FF2B5EF4-FFF2-40B4-BE49-F238E27FC236}">
                <a16:creationId xmlns:a16="http://schemas.microsoft.com/office/drawing/2014/main" id="{712ECC7C-3B26-4330-8552-9E72A44DEB6E}"/>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E01766D5-C498-4503-BEF3-393EDAD9674A}"/>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6</a:t>
            </a:r>
          </a:p>
        </p:txBody>
      </p:sp>
      <p:sp>
        <p:nvSpPr>
          <p:cNvPr id="4" name="position-equation">
            <a:extLst xmlns:a="http://schemas.openxmlformats.org/drawingml/2006/main">
              <a:ext uri="{FF2B5EF4-FFF2-40B4-BE49-F238E27FC236}">
                <a16:creationId xmlns:a16="http://schemas.microsoft.com/office/drawing/2014/main" id="{BBE2CA59-8585-46AC-AC26-5468ED692149}"/>
              </a:ext>
            </a:extLst>
          </p:cNvPr>
          <p:cNvSpPr>
            <a:spLocks xmlns:a="http://schemas.openxmlformats.org/drawingml/2006/main" noGrp="1"/>
          </p:cNvSpPr>
          <p:nvPr/>
        </p:nvSpPr>
        <p:spPr>
          <a:xfrm xmlns:a="http://schemas.openxmlformats.org/drawingml/2006/main">
            <a:off x="809625" y="17716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0">
                <a:solidFill>
                  <a:srgbClr val="1C1C1C"/>
                </a:solidFill>
                <a:latin typeface="Arial"/>
                <a:ea typeface="Arial"/>
                <a:cs typeface="Arial"/>
              </a:defRPr>
            </a:defPPr>
            <a:lvl1pPr algn="ctr">
              <a:buNone/>
              <a:defRPr sz="3000" b="0">
                <a:solidFill>
                  <a:srgbClr val="1C1C1C"/>
                </a:solidFill>
                <a:latin typeface="Arial"/>
                <a:ea typeface="Arial"/>
                <a:cs typeface="Arial"/>
              </a:defRPr>
            </a:lvl1pPr>
            <a:lvl2pPr algn="ctr">
              <a:buNone/>
              <a:defRPr sz="3000" b="0">
                <a:solidFill>
                  <a:srgbClr val="1C1C1C"/>
                </a:solidFill>
                <a:latin typeface="Arial"/>
                <a:ea typeface="Arial"/>
                <a:cs typeface="Arial"/>
              </a:defRPr>
            </a:lvl2pPr>
            <a:lvl3pPr algn="ctr">
              <a:buNone/>
              <a:defRPr sz="3000" b="0">
                <a:solidFill>
                  <a:srgbClr val="1C1C1C"/>
                </a:solidFill>
                <a:latin typeface="Arial"/>
                <a:ea typeface="Arial"/>
                <a:cs typeface="Arial"/>
              </a:defRPr>
            </a:lvl3pPr>
            <a:lvl4pPr algn="ctr">
              <a:buNone/>
              <a:defRPr sz="3000" b="0">
                <a:solidFill>
                  <a:srgbClr val="1C1C1C"/>
                </a:solidFill>
                <a:latin typeface="Arial"/>
                <a:ea typeface="Arial"/>
                <a:cs typeface="Arial"/>
              </a:defRPr>
            </a:lvl4pPr>
            <a:lvl5pPr algn="ctr">
              <a:buNone/>
              <a:defRPr sz="3000" b="0">
                <a:solidFill>
                  <a:srgbClr val="1C1C1C"/>
                </a:solidFill>
                <a:latin typeface="Arial"/>
                <a:ea typeface="Arial"/>
                <a:cs typeface="Arial"/>
              </a:defRPr>
            </a:lvl5pPr>
            <a:lvl6pPr algn="ctr">
              <a:buNone/>
              <a:defRPr sz="3000" b="0">
                <a:solidFill>
                  <a:srgbClr val="1C1C1C"/>
                </a:solidFill>
                <a:latin typeface="Arial"/>
                <a:ea typeface="Arial"/>
                <a:cs typeface="Arial"/>
              </a:defRPr>
            </a:lvl6pPr>
            <a:lvl7pPr algn="ctr">
              <a:buNone/>
              <a:defRPr sz="3000" b="0">
                <a:solidFill>
                  <a:srgbClr val="1C1C1C"/>
                </a:solidFill>
                <a:latin typeface="Arial"/>
                <a:ea typeface="Arial"/>
                <a:cs typeface="Arial"/>
              </a:defRPr>
            </a:lvl7pPr>
            <a:lvl8pPr algn="ctr">
              <a:buNone/>
              <a:defRPr sz="3000" b="0">
                <a:solidFill>
                  <a:srgbClr val="1C1C1C"/>
                </a:solidFill>
                <a:latin typeface="Arial"/>
                <a:ea typeface="Arial"/>
                <a:cs typeface="Arial"/>
              </a:defRPr>
            </a:lvl8pPr>
            <a:lvl9pPr algn="ctr">
              <a:buNone/>
              <a:defRPr sz="3000" b="0">
                <a:solidFill>
                  <a:srgbClr val="1C1C1C"/>
                </a:solidFill>
                <a:latin typeface="Arial"/>
                <a:ea typeface="Arial"/>
                <a:cs typeface="Arial"/>
              </a:defRPr>
            </a:lvl9pPr>
          </a:lstStyle>
          <a:p xmlns:a="http://schemas.openxmlformats.org/drawingml/2006/main">
            <a:pPr algn="ctr">
              <a:buNone/>
              <a:defRPr sz="3000" b="0">
                <a:solidFill>
                  <a:srgbClr val="1C1C1C"/>
                </a:solidFill>
                <a:latin typeface="Arial"/>
                <a:ea typeface="Arial"/>
                <a:cs typeface="Arial"/>
              </a:defRPr>
            </a:pPr>
            <a:r>
              <a:rPr sz="3000" b="0">
                <a:solidFill>
                  <a:srgbClr val="1C1C1C"/>
                </a:solidFill>
                <a:latin typeface="Arial"/>
                <a:ea typeface="Arial"/>
                <a:cs typeface="Arial"/>
              </a:rPr>
              <a:t>y(t) = c₁ y₁(t) + c₂ y₂(t) + Φ(t)ᵀ w</a:t>
            </a:r>
          </a:p>
        </p:txBody>
      </p:sp>
      <p:sp>
        <p:nvSpPr>
          <p:cNvPr id="5" name="velocity-equation">
            <a:extLst xmlns:a="http://schemas.openxmlformats.org/drawingml/2006/main">
              <a:ext uri="{FF2B5EF4-FFF2-40B4-BE49-F238E27FC236}">
                <a16:creationId xmlns:a16="http://schemas.microsoft.com/office/drawing/2014/main" id="{9836267F-2C0A-4050-8B9C-70DFA9456E85}"/>
              </a:ext>
            </a:extLst>
          </p:cNvPr>
          <p:cNvSpPr>
            <a:spLocks xmlns:a="http://schemas.openxmlformats.org/drawingml/2006/main" noGrp="1"/>
          </p:cNvSpPr>
          <p:nvPr/>
        </p:nvSpPr>
        <p:spPr>
          <a:xfrm xmlns:a="http://schemas.openxmlformats.org/drawingml/2006/main">
            <a:off x="809625" y="251460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0">
                <a:solidFill>
                  <a:srgbClr val="1C1C1C"/>
                </a:solidFill>
                <a:latin typeface="Arial"/>
                <a:ea typeface="Arial"/>
                <a:cs typeface="Arial"/>
              </a:defRPr>
            </a:defPPr>
            <a:lvl1pPr algn="ctr">
              <a:buNone/>
              <a:defRPr sz="3000" b="0">
                <a:solidFill>
                  <a:srgbClr val="1C1C1C"/>
                </a:solidFill>
                <a:latin typeface="Arial"/>
                <a:ea typeface="Arial"/>
                <a:cs typeface="Arial"/>
              </a:defRPr>
            </a:lvl1pPr>
            <a:lvl2pPr algn="ctr">
              <a:buNone/>
              <a:defRPr sz="3000" b="0">
                <a:solidFill>
                  <a:srgbClr val="1C1C1C"/>
                </a:solidFill>
                <a:latin typeface="Arial"/>
                <a:ea typeface="Arial"/>
                <a:cs typeface="Arial"/>
              </a:defRPr>
            </a:lvl2pPr>
            <a:lvl3pPr algn="ctr">
              <a:buNone/>
              <a:defRPr sz="3000" b="0">
                <a:solidFill>
                  <a:srgbClr val="1C1C1C"/>
                </a:solidFill>
                <a:latin typeface="Arial"/>
                <a:ea typeface="Arial"/>
                <a:cs typeface="Arial"/>
              </a:defRPr>
            </a:lvl3pPr>
            <a:lvl4pPr algn="ctr">
              <a:buNone/>
              <a:defRPr sz="3000" b="0">
                <a:solidFill>
                  <a:srgbClr val="1C1C1C"/>
                </a:solidFill>
                <a:latin typeface="Arial"/>
                <a:ea typeface="Arial"/>
                <a:cs typeface="Arial"/>
              </a:defRPr>
            </a:lvl4pPr>
            <a:lvl5pPr algn="ctr">
              <a:buNone/>
              <a:defRPr sz="3000" b="0">
                <a:solidFill>
                  <a:srgbClr val="1C1C1C"/>
                </a:solidFill>
                <a:latin typeface="Arial"/>
                <a:ea typeface="Arial"/>
                <a:cs typeface="Arial"/>
              </a:defRPr>
            </a:lvl5pPr>
            <a:lvl6pPr algn="ctr">
              <a:buNone/>
              <a:defRPr sz="3000" b="0">
                <a:solidFill>
                  <a:srgbClr val="1C1C1C"/>
                </a:solidFill>
                <a:latin typeface="Arial"/>
                <a:ea typeface="Arial"/>
                <a:cs typeface="Arial"/>
              </a:defRPr>
            </a:lvl6pPr>
            <a:lvl7pPr algn="ctr">
              <a:buNone/>
              <a:defRPr sz="3000" b="0">
                <a:solidFill>
                  <a:srgbClr val="1C1C1C"/>
                </a:solidFill>
                <a:latin typeface="Arial"/>
                <a:ea typeface="Arial"/>
                <a:cs typeface="Arial"/>
              </a:defRPr>
            </a:lvl7pPr>
            <a:lvl8pPr algn="ctr">
              <a:buNone/>
              <a:defRPr sz="3000" b="0">
                <a:solidFill>
                  <a:srgbClr val="1C1C1C"/>
                </a:solidFill>
                <a:latin typeface="Arial"/>
                <a:ea typeface="Arial"/>
                <a:cs typeface="Arial"/>
              </a:defRPr>
            </a:lvl8pPr>
            <a:lvl9pPr algn="ctr">
              <a:buNone/>
              <a:defRPr sz="3000" b="0">
                <a:solidFill>
                  <a:srgbClr val="1C1C1C"/>
                </a:solidFill>
                <a:latin typeface="Arial"/>
                <a:ea typeface="Arial"/>
                <a:cs typeface="Arial"/>
              </a:defRPr>
            </a:lvl9pPr>
          </a:lstStyle>
          <a:p xmlns:a="http://schemas.openxmlformats.org/drawingml/2006/main">
            <a:pPr algn="ctr">
              <a:buNone/>
              <a:defRPr sz="3000" b="0">
                <a:solidFill>
                  <a:srgbClr val="1C1C1C"/>
                </a:solidFill>
                <a:latin typeface="Arial"/>
                <a:ea typeface="Arial"/>
                <a:cs typeface="Arial"/>
              </a:defRPr>
            </a:pPr>
            <a:r>
              <a:rPr sz="3000" b="0">
                <a:solidFill>
                  <a:srgbClr val="1C1C1C"/>
                </a:solidFill>
                <a:latin typeface="Arial"/>
                <a:ea typeface="Arial"/>
                <a:cs typeface="Arial"/>
              </a:rPr>
              <a:t>ẏ(t) = c₁ ẏ₁(t) + c₂ ẏ₂(t) + Φ̇(t)ᵀ w</a:t>
            </a:r>
          </a:p>
        </p:txBody>
      </p:sp>
      <p:sp>
        <p:nvSpPr>
          <p:cNvPr id="6" name="body-bullets">
            <a:extLst xmlns:a="http://schemas.openxmlformats.org/drawingml/2006/main">
              <a:ext uri="{FF2B5EF4-FFF2-40B4-BE49-F238E27FC236}">
                <a16:creationId xmlns:a16="http://schemas.microsoft.com/office/drawing/2014/main" id="{A57A1634-DEFA-4FB2-B7F5-51F48F990B86}"/>
              </a:ext>
            </a:extLst>
          </p:cNvPr>
          <p:cNvSpPr>
            <a:spLocks xmlns:a="http://schemas.openxmlformats.org/drawingml/2006/main" noGrp="1"/>
          </p:cNvSpPr>
          <p:nvPr/>
        </p:nvSpPr>
        <p:spPr>
          <a:xfrm xmlns:a="http://schemas.openxmlformats.org/drawingml/2006/main">
            <a:off x="495300" y="3648075"/>
            <a:ext cx="11049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000"/>
              </a:spcAft>
              <a:buChar char="•"/>
              <a:defRPr sz="2000" b="0">
                <a:solidFill>
                  <a:srgbClr val="1C1C1C"/>
                </a:solidFill>
                <a:latin typeface="Arial"/>
                <a:ea typeface="Arial"/>
                <a:cs typeface="Arial"/>
              </a:defRPr>
            </a:pPr>
            <a:r>
              <a:t>w shapes the trajectory through fixed basis functions.</a:t>
            </a:r>
          </a:p>
          <a:p xmlns:a="http://schemas.openxmlformats.org/drawingml/2006/main">
            <a:pPr marL="279400" indent="-165100" algn="l">
              <a:spcAft>
                <a:spcPts val="2000"/>
              </a:spcAft>
              <a:buChar char="•"/>
              <a:defRPr sz="2000" b="0">
                <a:solidFill>
                  <a:srgbClr val="1C1C1C"/>
                </a:solidFill>
                <a:latin typeface="Arial"/>
                <a:ea typeface="Arial"/>
                <a:cs typeface="Arial"/>
              </a:defRPr>
            </a:pPr>
            <a:r>
              <a:t>The boundary terms set the starting position and velocity.</a:t>
            </a:r>
          </a:p>
          <a:p xmlns:a="http://schemas.openxmlformats.org/drawingml/2006/main">
            <a:pPr marL="279400" indent="-165100" algn="l">
              <a:spcAft>
                <a:spcPts val="2000"/>
              </a:spcAft>
              <a:buChar char="•"/>
              <a:defRPr sz="2000" b="0">
                <a:solidFill>
                  <a:srgbClr val="1C1C1C"/>
                </a:solidFill>
                <a:latin typeface="Arial"/>
                <a:ea typeface="Arial"/>
                <a:cs typeface="Arial"/>
              </a:defRPr>
            </a:pPr>
            <a:r>
              <a:t>The model supports position and velocity along the same motion.</a:t>
            </a:r>
          </a:p>
        </p:txBody>
      </p:sp>
      <p:sp>
        <p:nvSpPr>
          <p:cNvPr id="8" name="trajectory-time-definition">
            <a:extLst xmlns:a="http://schemas.openxmlformats.org/drawingml/2006/main">
              <a:ext uri="{FF2B5EF4-FFF2-40B4-BE49-F238E27FC236}">
                <a16:creationId xmlns:a16="http://schemas.microsoft.com/office/drawing/2014/main" id="{09952A09-3E1E-4729-A715-4E63C9290AE4}"/>
              </a:ext>
            </a:extLst>
          </p:cNvPr>
          <p:cNvSpPr>
            <a:spLocks xmlns:a="http://schemas.openxmlformats.org/drawingml/2006/main" noGrp="1"/>
          </p:cNvSpPr>
          <p:nvPr/>
        </p:nvSpPr>
        <p:spPr>
          <a:xfrm xmlns:a="http://schemas.openxmlformats.org/drawingml/2006/main">
            <a:off x="523875" y="5800725"/>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defRPr sz="1800" b="0">
                <a:solidFill>
                  <a:srgbClr val="1C1C1C"/>
                </a:solidFill>
                <a:latin typeface="Arial"/>
                <a:ea typeface="Arial"/>
                <a:cs typeface="Arial"/>
              </a:defRPr>
            </a:lvl1pPr>
            <a:lvl2pPr algn="l">
              <a:defRPr sz="1800" b="0">
                <a:solidFill>
                  <a:srgbClr val="1C1C1C"/>
                </a:solidFill>
                <a:latin typeface="Arial"/>
                <a:ea typeface="Arial"/>
                <a:cs typeface="Arial"/>
              </a:defRPr>
            </a:lvl2pPr>
            <a:lvl3pPr algn="l">
              <a:defRPr sz="1800" b="0">
                <a:solidFill>
                  <a:srgbClr val="1C1C1C"/>
                </a:solidFill>
                <a:latin typeface="Arial"/>
                <a:ea typeface="Arial"/>
                <a:cs typeface="Arial"/>
              </a:defRPr>
            </a:lvl3pPr>
            <a:lvl4pPr algn="l">
              <a:defRPr sz="1800" b="0">
                <a:solidFill>
                  <a:srgbClr val="1C1C1C"/>
                </a:solidFill>
                <a:latin typeface="Arial"/>
                <a:ea typeface="Arial"/>
                <a:cs typeface="Arial"/>
              </a:defRPr>
            </a:lvl4pPr>
            <a:lvl5pPr algn="l">
              <a:defRPr sz="1800" b="0">
                <a:solidFill>
                  <a:srgbClr val="1C1C1C"/>
                </a:solidFill>
                <a:latin typeface="Arial"/>
                <a:ea typeface="Arial"/>
                <a:cs typeface="Arial"/>
              </a:defRPr>
            </a:lvl5pPr>
            <a:lvl6pPr algn="l">
              <a:defRPr sz="1800" b="0">
                <a:solidFill>
                  <a:srgbClr val="1C1C1C"/>
                </a:solidFill>
                <a:latin typeface="Arial"/>
                <a:ea typeface="Arial"/>
                <a:cs typeface="Arial"/>
              </a:defRPr>
            </a:lvl6pPr>
            <a:lvl7pPr algn="l">
              <a:defRPr sz="1800" b="0">
                <a:solidFill>
                  <a:srgbClr val="1C1C1C"/>
                </a:solidFill>
                <a:latin typeface="Arial"/>
                <a:ea typeface="Arial"/>
                <a:cs typeface="Arial"/>
              </a:defRPr>
            </a:lvl7pPr>
            <a:lvl8pPr algn="l">
              <a:defRPr sz="1800" b="0">
                <a:solidFill>
                  <a:srgbClr val="1C1C1C"/>
                </a:solidFill>
                <a:latin typeface="Arial"/>
                <a:ea typeface="Arial"/>
                <a:cs typeface="Arial"/>
              </a:defRPr>
            </a:lvl8pPr>
            <a:lvl9pPr algn="l">
              <a:defRPr sz="1800" b="0">
                <a:solidFill>
                  <a:srgbClr val="1C1C1C"/>
                </a:solidFill>
                <a:latin typeface="Arial"/>
                <a:ea typeface="Arial"/>
                <a:cs typeface="Arial"/>
              </a:defRPr>
            </a:lvl9pPr>
          </a:lstStyle>
          <a:p xmlns:a="http://schemas.openxmlformats.org/drawingml/2006/main">
            <a:pPr algn="l">
              <a:defRPr sz="1800" b="0">
                <a:solidFill>
                  <a:srgbClr val="1C1C1C"/>
                </a:solidFill>
                <a:latin typeface="Arial"/>
                <a:ea typeface="Arial"/>
                <a:cs typeface="Arial"/>
              </a:defRPr>
            </a:pPr>
            <a:r>
              <a:rPr sz="1800" b="0">
                <a:solidFill>
                  <a:srgbClr val="1C1C1C"/>
                </a:solidFill>
                <a:latin typeface="Arial"/>
                <a:ea typeface="Arial"/>
                <a:cs typeface="Arial"/>
              </a:rPr>
              <a:t>Here, t is time along the generated movement.</a:t>
            </a:r>
          </a:p>
        </p:txBody>
      </p:sp>
    </p:spTree>
    <p:extLst>
      <p:ext uri="{BB962C8B-B14F-4D97-AF65-F5344CB8AC3E}">
        <p14:creationId xmlns:p14="http://schemas.microsoft.com/office/powerpoint/2010/main" val="127132901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925B151-1770-4C9D-8FE9-1E825CDA306F}"/>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Initial Conditions and Continuity</a:t>
            </a:r>
          </a:p>
        </p:txBody>
      </p:sp>
      <p:sp>
        <p:nvSpPr>
          <p:cNvPr id="2" name="source">
            <a:extLst xmlns:a="http://schemas.openxmlformats.org/drawingml/2006/main">
              <a:ext uri="{FF2B5EF4-FFF2-40B4-BE49-F238E27FC236}">
                <a16:creationId xmlns:a16="http://schemas.microsoft.com/office/drawing/2014/main" id="{27DC88F3-0A7D-473A-8FB5-C07F928FFA61}"/>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B4A65651-93F8-43A2-9170-B19D95B08A48}"/>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7</a:t>
            </a:r>
          </a:p>
        </p:txBody>
      </p:sp>
      <p:sp>
        <p:nvSpPr>
          <p:cNvPr id="4" name="body-bullets">
            <a:extLst xmlns:a="http://schemas.openxmlformats.org/drawingml/2006/main">
              <a:ext uri="{FF2B5EF4-FFF2-40B4-BE49-F238E27FC236}">
                <a16:creationId xmlns:a16="http://schemas.microsoft.com/office/drawing/2014/main" id="{79B0B853-17CD-4A82-BE58-DDD7727F2252}"/>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800"/>
              </a:spcAft>
              <a:buChar char="•"/>
              <a:defRPr sz="2000" b="0">
                <a:solidFill>
                  <a:srgbClr val="1C1C1C"/>
                </a:solidFill>
                <a:latin typeface="Arial"/>
                <a:ea typeface="Arial"/>
                <a:cs typeface="Arial"/>
              </a:defRPr>
            </a:pPr>
            <a:r>
              <a:t>A new segment can start from a specified position and velocity.</a:t>
            </a:r>
          </a:p>
          <a:p xmlns:a="http://schemas.openxmlformats.org/drawingml/2006/main">
            <a:pPr marL="279400" indent="-165100" algn="l">
              <a:spcAft>
                <a:spcPts val="2800"/>
              </a:spcAft>
              <a:buChar char="•"/>
              <a:defRPr sz="2000" b="0">
                <a:solidFill>
                  <a:srgbClr val="1C1C1C"/>
                </a:solidFill>
                <a:latin typeface="Arial"/>
                <a:ea typeface="Arial"/>
                <a:cs typeface="Arial"/>
              </a:defRPr>
            </a:pPr>
            <a:r>
              <a:t>Matching both helps connect consecutive reference motions.</a:t>
            </a:r>
          </a:p>
          <a:p xmlns:a="http://schemas.openxmlformats.org/drawingml/2006/main">
            <a:pPr marL="279400" indent="-165100" algn="l">
              <a:spcAft>
                <a:spcPts val="2800"/>
              </a:spcAft>
              <a:buChar char="•"/>
              <a:defRPr sz="2000" b="0">
                <a:solidFill>
                  <a:srgbClr val="1C1C1C"/>
                </a:solidFill>
                <a:latin typeface="Arial"/>
                <a:ea typeface="Arial"/>
                <a:cs typeface="Arial"/>
              </a:defRPr>
            </a:pPr>
            <a:r>
              <a:t>The reference construction supplies temporal consistency.</a:t>
            </a:r>
          </a:p>
          <a:p xmlns:a="http://schemas.openxmlformats.org/drawingml/2006/main">
            <a:pPr marL="279400" indent="-165100" algn="l">
              <a:spcAft>
                <a:spcPts val="2800"/>
              </a:spcAft>
              <a:buChar char="•"/>
              <a:defRPr sz="2000" b="0">
                <a:solidFill>
                  <a:srgbClr val="1C1C1C"/>
                </a:solidFill>
                <a:latin typeface="Arial"/>
                <a:ea typeface="Arial"/>
                <a:cs typeface="Arial"/>
              </a:defRPr>
            </a:pPr>
            <a:r>
              <a:t>Feedback control still determines how the physical robot follows it.</a:t>
            </a:r>
          </a:p>
        </p:txBody>
      </p:sp>
    </p:spTree>
    <p:extLst>
      <p:ext uri="{BB962C8B-B14F-4D97-AF65-F5344CB8AC3E}">
        <p14:creationId xmlns:p14="http://schemas.microsoft.com/office/powerpoint/2010/main" val="13328435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92F89C7-B0B7-4288-BC32-63B3AEE88868}"/>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MPD’s Probability-Flow ODE</a:t>
            </a:r>
          </a:p>
        </p:txBody>
      </p:sp>
      <p:sp>
        <p:nvSpPr>
          <p:cNvPr id="2" name="source">
            <a:extLst xmlns:a="http://schemas.openxmlformats.org/drawingml/2006/main">
              <a:ext uri="{FF2B5EF4-FFF2-40B4-BE49-F238E27FC236}">
                <a16:creationId xmlns:a16="http://schemas.microsoft.com/office/drawing/2014/main" id="{5096D149-318F-4425-9E1F-7863F7C9640B}"/>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B72A783D-9E60-447F-AF0A-91DE1DA70108}"/>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8</a:t>
            </a:r>
          </a:p>
        </p:txBody>
      </p:sp>
      <p:sp>
        <p:nvSpPr>
          <p:cNvPr id="4" name="diffusion-equation">
            <a:extLst xmlns:a="http://schemas.openxmlformats.org/drawingml/2006/main">
              <a:ext uri="{FF2B5EF4-FFF2-40B4-BE49-F238E27FC236}">
                <a16:creationId xmlns:a16="http://schemas.microsoft.com/office/drawing/2014/main" id="{A72C05A8-2A7C-4F14-AF2B-DB6D26D2AD69}"/>
              </a:ext>
            </a:extLst>
          </p:cNvPr>
          <p:cNvSpPr>
            <a:spLocks xmlns:a="http://schemas.openxmlformats.org/drawingml/2006/main" noGrp="1"/>
          </p:cNvSpPr>
          <p:nvPr/>
        </p:nvSpPr>
        <p:spPr>
          <a:xfrm xmlns:a="http://schemas.openxmlformats.org/drawingml/2006/main">
            <a:off x="952500" y="1771650"/>
            <a:ext cx="1028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200" b="0">
                <a:solidFill>
                  <a:srgbClr val="1C1C1C"/>
                </a:solidFill>
                <a:latin typeface="Arial"/>
                <a:ea typeface="Arial"/>
                <a:cs typeface="Arial"/>
              </a:defRPr>
            </a:defPPr>
            <a:lvl1pPr algn="ctr">
              <a:buNone/>
              <a:defRPr sz="3200" b="0">
                <a:solidFill>
                  <a:srgbClr val="1C1C1C"/>
                </a:solidFill>
                <a:latin typeface="Arial"/>
                <a:ea typeface="Arial"/>
                <a:cs typeface="Arial"/>
              </a:defRPr>
            </a:lvl1pPr>
            <a:lvl2pPr algn="ctr">
              <a:buNone/>
              <a:defRPr sz="3200" b="0">
                <a:solidFill>
                  <a:srgbClr val="1C1C1C"/>
                </a:solidFill>
                <a:latin typeface="Arial"/>
                <a:ea typeface="Arial"/>
                <a:cs typeface="Arial"/>
              </a:defRPr>
            </a:lvl2pPr>
            <a:lvl3pPr algn="ctr">
              <a:buNone/>
              <a:defRPr sz="3200" b="0">
                <a:solidFill>
                  <a:srgbClr val="1C1C1C"/>
                </a:solidFill>
                <a:latin typeface="Arial"/>
                <a:ea typeface="Arial"/>
                <a:cs typeface="Arial"/>
              </a:defRPr>
            </a:lvl3pPr>
            <a:lvl4pPr algn="ctr">
              <a:buNone/>
              <a:defRPr sz="3200" b="0">
                <a:solidFill>
                  <a:srgbClr val="1C1C1C"/>
                </a:solidFill>
                <a:latin typeface="Arial"/>
                <a:ea typeface="Arial"/>
                <a:cs typeface="Arial"/>
              </a:defRPr>
            </a:lvl4pPr>
            <a:lvl5pPr algn="ctr">
              <a:buNone/>
              <a:defRPr sz="3200" b="0">
                <a:solidFill>
                  <a:srgbClr val="1C1C1C"/>
                </a:solidFill>
                <a:latin typeface="Arial"/>
                <a:ea typeface="Arial"/>
                <a:cs typeface="Arial"/>
              </a:defRPr>
            </a:lvl5pPr>
            <a:lvl6pPr algn="ctr">
              <a:buNone/>
              <a:defRPr sz="3200" b="0">
                <a:solidFill>
                  <a:srgbClr val="1C1C1C"/>
                </a:solidFill>
                <a:latin typeface="Arial"/>
                <a:ea typeface="Arial"/>
                <a:cs typeface="Arial"/>
              </a:defRPr>
            </a:lvl6pPr>
            <a:lvl7pPr algn="ctr">
              <a:buNone/>
              <a:defRPr sz="3200" b="0">
                <a:solidFill>
                  <a:srgbClr val="1C1C1C"/>
                </a:solidFill>
                <a:latin typeface="Arial"/>
                <a:ea typeface="Arial"/>
                <a:cs typeface="Arial"/>
              </a:defRPr>
            </a:lvl7pPr>
            <a:lvl8pPr algn="ctr">
              <a:buNone/>
              <a:defRPr sz="3200" b="0">
                <a:solidFill>
                  <a:srgbClr val="1C1C1C"/>
                </a:solidFill>
                <a:latin typeface="Arial"/>
                <a:ea typeface="Arial"/>
                <a:cs typeface="Arial"/>
              </a:defRPr>
            </a:lvl8pPr>
            <a:lvl9pPr algn="ctr">
              <a:buNone/>
              <a:defRPr sz="3200" b="0">
                <a:solidFill>
                  <a:srgbClr val="1C1C1C"/>
                </a:solidFill>
                <a:latin typeface="Arial"/>
                <a:ea typeface="Arial"/>
                <a:cs typeface="Arial"/>
              </a:defRPr>
            </a:lvl9pPr>
          </a:lstStyle>
          <a:p xmlns:a="http://schemas.openxmlformats.org/drawingml/2006/main">
            <a:pPr algn="ctr">
              <a:buNone/>
              <a:defRPr sz="3200" b="0">
                <a:solidFill>
                  <a:srgbClr val="1C1C1C"/>
                </a:solidFill>
                <a:latin typeface="Arial"/>
                <a:ea typeface="Arial"/>
                <a:cs typeface="Arial"/>
              </a:defRPr>
            </a:pPr>
            <a:r>
              <a:rPr sz="3200" b="0">
                <a:solidFill>
                  <a:srgbClr val="1C1C1C"/>
                </a:solidFill>
                <a:latin typeface="Arial"/>
                <a:ea typeface="Arial"/>
                <a:cs typeface="Arial"/>
              </a:rPr>
              <a:t>dτ/dt ≈ [τ − Dθ(τ, o, t)] / t</a:t>
            </a:r>
          </a:p>
        </p:txBody>
      </p:sp>
      <p:sp>
        <p:nvSpPr>
          <p:cNvPr id="5" name="body-bullets">
            <a:extLst xmlns:a="http://schemas.openxmlformats.org/drawingml/2006/main">
              <a:ext uri="{FF2B5EF4-FFF2-40B4-BE49-F238E27FC236}">
                <a16:creationId xmlns:a16="http://schemas.microsoft.com/office/drawing/2014/main" id="{BD356F90-C1F9-4FA4-AC40-02EE7F03ACEE}"/>
              </a:ext>
            </a:extLst>
          </p:cNvPr>
          <p:cNvSpPr>
            <a:spLocks xmlns:a="http://schemas.openxmlformats.org/drawingml/2006/main" noGrp="1"/>
          </p:cNvSpPr>
          <p:nvPr/>
        </p:nvSpPr>
        <p:spPr>
          <a:xfrm xmlns:a="http://schemas.openxmlformats.org/drawingml/2006/main">
            <a:off x="495300" y="3000375"/>
            <a:ext cx="11049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1800"/>
              </a:spcAft>
              <a:buChar char="•"/>
              <a:defRPr sz="2000" b="0">
                <a:solidFill>
                  <a:srgbClr val="1C1C1C"/>
                </a:solidFill>
                <a:latin typeface="Arial"/>
                <a:ea typeface="Arial"/>
                <a:cs typeface="Arial"/>
              </a:defRPr>
            </a:pPr>
            <a:r>
              <a:t>Dθ estimates a denoised sequence under the observation o.</a:t>
            </a:r>
          </a:p>
          <a:p xmlns:a="http://schemas.openxmlformats.org/drawingml/2006/main">
            <a:pPr marL="279400" indent="-165100" algn="l">
              <a:spcAft>
                <a:spcPts val="1800"/>
              </a:spcAft>
              <a:buChar char="•"/>
              <a:defRPr sz="2000" b="0">
                <a:solidFill>
                  <a:srgbClr val="1C1C1C"/>
                </a:solidFill>
                <a:latin typeface="Arial"/>
                <a:ea typeface="Arial"/>
                <a:cs typeface="Arial"/>
              </a:defRPr>
            </a:pPr>
            <a:r>
              <a:t>The solver iteratively updates the noisy action sequence.</a:t>
            </a:r>
          </a:p>
          <a:p xmlns:a="http://schemas.openxmlformats.org/drawingml/2006/main">
            <a:pPr marL="279400" indent="-165100" algn="l">
              <a:spcAft>
                <a:spcPts val="1800"/>
              </a:spcAft>
              <a:buChar char="•"/>
              <a:defRPr sz="2000" b="0">
                <a:solidFill>
                  <a:srgbClr val="1C1C1C"/>
                </a:solidFill>
                <a:latin typeface="Arial"/>
                <a:ea typeface="Arial"/>
                <a:cs typeface="Arial"/>
              </a:defRPr>
            </a:pPr>
            <a:r>
              <a:t>Diffusion time differs from time along the robot trajectory.</a:t>
            </a:r>
          </a:p>
          <a:p xmlns:a="http://schemas.openxmlformats.org/drawingml/2006/main">
            <a:pPr marL="279400" indent="-165100" algn="l">
              <a:spcAft>
                <a:spcPts val="1800"/>
              </a:spcAft>
              <a:buChar char="•"/>
              <a:defRPr sz="2000" b="0">
                <a:solidFill>
                  <a:srgbClr val="1C1C1C"/>
                </a:solidFill>
                <a:latin typeface="Arial"/>
                <a:ea typeface="Arial"/>
                <a:cs typeface="Arial"/>
              </a:defRPr>
            </a:pPr>
            <a:r>
              <a:t>This ODE describes generation, rather than tissue dynamics.</a:t>
            </a:r>
          </a:p>
        </p:txBody>
      </p:sp>
      <p:sp>
        <p:nvSpPr>
          <p:cNvPr id="7" name="diffusion-time-definition">
            <a:extLst xmlns:a="http://schemas.openxmlformats.org/drawingml/2006/main">
              <a:ext uri="{FF2B5EF4-FFF2-40B4-BE49-F238E27FC236}">
                <a16:creationId xmlns:a16="http://schemas.microsoft.com/office/drawing/2014/main" id="{1EB24475-058B-481F-B653-1119942091F1}"/>
              </a:ext>
            </a:extLst>
          </p:cNvPr>
          <p:cNvSpPr>
            <a:spLocks xmlns:a="http://schemas.openxmlformats.org/drawingml/2006/main" noGrp="1"/>
          </p:cNvSpPr>
          <p:nvPr/>
        </p:nvSpPr>
        <p:spPr>
          <a:xfrm xmlns:a="http://schemas.openxmlformats.org/drawingml/2006/main">
            <a:off x="523875" y="581025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defRPr sz="1800" b="0">
                <a:solidFill>
                  <a:srgbClr val="1C1C1C"/>
                </a:solidFill>
                <a:latin typeface="Arial"/>
                <a:ea typeface="Arial"/>
                <a:cs typeface="Arial"/>
              </a:defRPr>
            </a:lvl1pPr>
            <a:lvl2pPr algn="l">
              <a:defRPr sz="1800" b="0">
                <a:solidFill>
                  <a:srgbClr val="1C1C1C"/>
                </a:solidFill>
                <a:latin typeface="Arial"/>
                <a:ea typeface="Arial"/>
                <a:cs typeface="Arial"/>
              </a:defRPr>
            </a:lvl2pPr>
            <a:lvl3pPr algn="l">
              <a:defRPr sz="1800" b="0">
                <a:solidFill>
                  <a:srgbClr val="1C1C1C"/>
                </a:solidFill>
                <a:latin typeface="Arial"/>
                <a:ea typeface="Arial"/>
                <a:cs typeface="Arial"/>
              </a:defRPr>
            </a:lvl3pPr>
            <a:lvl4pPr algn="l">
              <a:defRPr sz="1800" b="0">
                <a:solidFill>
                  <a:srgbClr val="1C1C1C"/>
                </a:solidFill>
                <a:latin typeface="Arial"/>
                <a:ea typeface="Arial"/>
                <a:cs typeface="Arial"/>
              </a:defRPr>
            </a:lvl4pPr>
            <a:lvl5pPr algn="l">
              <a:defRPr sz="1800" b="0">
                <a:solidFill>
                  <a:srgbClr val="1C1C1C"/>
                </a:solidFill>
                <a:latin typeface="Arial"/>
                <a:ea typeface="Arial"/>
                <a:cs typeface="Arial"/>
              </a:defRPr>
            </a:lvl5pPr>
            <a:lvl6pPr algn="l">
              <a:defRPr sz="1800" b="0">
                <a:solidFill>
                  <a:srgbClr val="1C1C1C"/>
                </a:solidFill>
                <a:latin typeface="Arial"/>
                <a:ea typeface="Arial"/>
                <a:cs typeface="Arial"/>
              </a:defRPr>
            </a:lvl6pPr>
            <a:lvl7pPr algn="l">
              <a:defRPr sz="1800" b="0">
                <a:solidFill>
                  <a:srgbClr val="1C1C1C"/>
                </a:solidFill>
                <a:latin typeface="Arial"/>
                <a:ea typeface="Arial"/>
                <a:cs typeface="Arial"/>
              </a:defRPr>
            </a:lvl7pPr>
            <a:lvl8pPr algn="l">
              <a:defRPr sz="1800" b="0">
                <a:solidFill>
                  <a:srgbClr val="1C1C1C"/>
                </a:solidFill>
                <a:latin typeface="Arial"/>
                <a:ea typeface="Arial"/>
                <a:cs typeface="Arial"/>
              </a:defRPr>
            </a:lvl8pPr>
            <a:lvl9pPr algn="l">
              <a:defRPr sz="1800" b="0">
                <a:solidFill>
                  <a:srgbClr val="1C1C1C"/>
                </a:solidFill>
                <a:latin typeface="Arial"/>
                <a:ea typeface="Arial"/>
                <a:cs typeface="Arial"/>
              </a:defRPr>
            </a:lvl9pPr>
          </a:lstStyle>
          <a:p xmlns:a="http://schemas.openxmlformats.org/drawingml/2006/main">
            <a:pPr algn="l">
              <a:defRPr sz="1800" b="0">
                <a:solidFill>
                  <a:srgbClr val="1C1C1C"/>
                </a:solidFill>
                <a:latin typeface="Arial"/>
                <a:ea typeface="Arial"/>
                <a:cs typeface="Arial"/>
              </a:defRPr>
            </a:pPr>
            <a:r>
              <a:rPr sz="1800" b="0">
                <a:solidFill>
                  <a:srgbClr val="1C1C1C"/>
                </a:solidFill>
                <a:latin typeface="Arial"/>
                <a:ea typeface="Arial"/>
                <a:cs typeface="Arial"/>
              </a:rPr>
              <a:t>Here, t is diffusion time, tied to the noise level.</a:t>
            </a:r>
          </a:p>
        </p:txBody>
      </p:sp>
    </p:spTree>
    <p:extLst>
      <p:ext uri="{BB962C8B-B14F-4D97-AF65-F5344CB8AC3E}">
        <p14:creationId xmlns:p14="http://schemas.microsoft.com/office/powerpoint/2010/main" val="9312287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773B29-342D-4B27-B5FE-A75A2F046BA2}"/>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defRPr sz="3600" b="0">
                <a:solidFill>
                  <a:srgbClr val="1C1C1C"/>
                </a:solidFill>
                <a:latin typeface="Arial"/>
                <a:ea typeface="Arial"/>
                <a:cs typeface="Arial"/>
              </a:defRPr>
            </a:lvl1pPr>
            <a:lvl2pPr algn="l">
              <a:defRPr sz="3600" b="0">
                <a:solidFill>
                  <a:srgbClr val="1C1C1C"/>
                </a:solidFill>
                <a:latin typeface="Arial"/>
                <a:ea typeface="Arial"/>
                <a:cs typeface="Arial"/>
              </a:defRPr>
            </a:lvl2pPr>
            <a:lvl3pPr algn="l">
              <a:defRPr sz="3600" b="0">
                <a:solidFill>
                  <a:srgbClr val="1C1C1C"/>
                </a:solidFill>
                <a:latin typeface="Arial"/>
                <a:ea typeface="Arial"/>
                <a:cs typeface="Arial"/>
              </a:defRPr>
            </a:lvl3pPr>
            <a:lvl4pPr algn="l">
              <a:defRPr sz="3600" b="0">
                <a:solidFill>
                  <a:srgbClr val="1C1C1C"/>
                </a:solidFill>
                <a:latin typeface="Arial"/>
                <a:ea typeface="Arial"/>
                <a:cs typeface="Arial"/>
              </a:defRPr>
            </a:lvl4pPr>
            <a:lvl5pPr algn="l">
              <a:defRPr sz="3600" b="0">
                <a:solidFill>
                  <a:srgbClr val="1C1C1C"/>
                </a:solidFill>
                <a:latin typeface="Arial"/>
                <a:ea typeface="Arial"/>
                <a:cs typeface="Arial"/>
              </a:defRPr>
            </a:lvl5pPr>
            <a:lvl6pPr algn="l">
              <a:defRPr sz="3600" b="0">
                <a:solidFill>
                  <a:srgbClr val="1C1C1C"/>
                </a:solidFill>
                <a:latin typeface="Arial"/>
                <a:ea typeface="Arial"/>
                <a:cs typeface="Arial"/>
              </a:defRPr>
            </a:lvl6pPr>
            <a:lvl7pPr algn="l">
              <a:defRPr sz="3600" b="0">
                <a:solidFill>
                  <a:srgbClr val="1C1C1C"/>
                </a:solidFill>
                <a:latin typeface="Arial"/>
                <a:ea typeface="Arial"/>
                <a:cs typeface="Arial"/>
              </a:defRPr>
            </a:lvl7pPr>
            <a:lvl8pPr algn="l">
              <a:defRPr sz="3600" b="0">
                <a:solidFill>
                  <a:srgbClr val="1C1C1C"/>
                </a:solidFill>
                <a:latin typeface="Arial"/>
                <a:ea typeface="Arial"/>
                <a:cs typeface="Arial"/>
              </a:defRPr>
            </a:lvl8pPr>
            <a:lvl9pPr algn="l">
              <a:defRPr sz="3600" b="0">
                <a:solidFill>
                  <a:srgbClr val="1C1C1C"/>
                </a:solidFill>
                <a:latin typeface="Arial"/>
                <a:ea typeface="Arial"/>
                <a:cs typeface="Arial"/>
              </a:defRPr>
            </a:lvl9pPr>
          </a:lstStyle>
          <a:p xmlns:a="http://schemas.openxmlformats.org/drawingml/2006/main">
            <a:pPr algn="l">
              <a:defRPr sz="3600" b="0">
                <a:solidFill>
                  <a:srgbClr val="1C1C1C"/>
                </a:solidFill>
                <a:latin typeface="Arial"/>
                <a:ea typeface="Arial"/>
                <a:cs typeface="Arial"/>
              </a:defRPr>
            </a:pPr>
            <a:r>
              <a:rPr sz="3600" b="0">
                <a:solidFill>
                  <a:srgbClr val="1C1C1C"/>
                </a:solidFill>
                <a:latin typeface="Arial"/>
                <a:ea typeface="Arial"/>
                <a:cs typeface="Arial"/>
              </a:rPr>
              <a:t>Connection to Neural ODEs</a:t>
            </a:r>
          </a:p>
        </p:txBody>
      </p:sp>
      <p:sp>
        <p:nvSpPr>
          <p:cNvPr id="2" name="source">
            <a:extLst xmlns:a="http://schemas.openxmlformats.org/drawingml/2006/main">
              <a:ext uri="{FF2B5EF4-FFF2-40B4-BE49-F238E27FC236}">
                <a16:creationId xmlns:a16="http://schemas.microsoft.com/office/drawing/2014/main" id="{B5FFA2D9-C7FE-42C7-992C-1C332E328299}"/>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defRPr sz="1200" b="0">
                <a:solidFill>
                  <a:srgbClr val="666666"/>
                </a:solidFill>
                <a:latin typeface="Arial"/>
                <a:ea typeface="Arial"/>
                <a:cs typeface="Arial"/>
              </a:defRPr>
            </a:lvl1pPr>
            <a:lvl2pPr algn="l">
              <a:defRPr sz="1200" b="0">
                <a:solidFill>
                  <a:srgbClr val="666666"/>
                </a:solidFill>
                <a:latin typeface="Arial"/>
                <a:ea typeface="Arial"/>
                <a:cs typeface="Arial"/>
              </a:defRPr>
            </a:lvl2pPr>
            <a:lvl3pPr algn="l">
              <a:defRPr sz="1200" b="0">
                <a:solidFill>
                  <a:srgbClr val="666666"/>
                </a:solidFill>
                <a:latin typeface="Arial"/>
                <a:ea typeface="Arial"/>
                <a:cs typeface="Arial"/>
              </a:defRPr>
            </a:lvl3pPr>
            <a:lvl4pPr algn="l">
              <a:defRPr sz="1200" b="0">
                <a:solidFill>
                  <a:srgbClr val="666666"/>
                </a:solidFill>
                <a:latin typeface="Arial"/>
                <a:ea typeface="Arial"/>
                <a:cs typeface="Arial"/>
              </a:defRPr>
            </a:lvl4pPr>
            <a:lvl5pPr algn="l">
              <a:defRPr sz="1200" b="0">
                <a:solidFill>
                  <a:srgbClr val="666666"/>
                </a:solidFill>
                <a:latin typeface="Arial"/>
                <a:ea typeface="Arial"/>
                <a:cs typeface="Arial"/>
              </a:defRPr>
            </a:lvl5pPr>
            <a:lvl6pPr algn="l">
              <a:defRPr sz="1200" b="0">
                <a:solidFill>
                  <a:srgbClr val="666666"/>
                </a:solidFill>
                <a:latin typeface="Arial"/>
                <a:ea typeface="Arial"/>
                <a:cs typeface="Arial"/>
              </a:defRPr>
            </a:lvl6pPr>
            <a:lvl7pPr algn="l">
              <a:defRPr sz="1200" b="0">
                <a:solidFill>
                  <a:srgbClr val="666666"/>
                </a:solidFill>
                <a:latin typeface="Arial"/>
                <a:ea typeface="Arial"/>
                <a:cs typeface="Arial"/>
              </a:defRPr>
            </a:lvl7pPr>
            <a:lvl8pPr algn="l">
              <a:defRPr sz="1200" b="0">
                <a:solidFill>
                  <a:srgbClr val="666666"/>
                </a:solidFill>
                <a:latin typeface="Arial"/>
                <a:ea typeface="Arial"/>
                <a:cs typeface="Arial"/>
              </a:defRPr>
            </a:lvl8pPr>
            <a:lvl9pPr algn="l">
              <a:defRPr sz="1200" b="0">
                <a:solidFill>
                  <a:srgbClr val="666666"/>
                </a:solidFill>
                <a:latin typeface="Arial"/>
                <a:ea typeface="Arial"/>
                <a:cs typeface="Arial"/>
              </a:defRPr>
            </a:lvl9pPr>
          </a:lstStyle>
          <a:p xmlns:a="http://schemas.openxmlformats.org/drawingml/2006/main">
            <a:pPr algn="l">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A32BB357-9951-483B-A21E-F23EBBB11F49}"/>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defRPr sz="1200" b="0">
                <a:solidFill>
                  <a:srgbClr val="666666"/>
                </a:solidFill>
                <a:latin typeface="Arial"/>
                <a:ea typeface="Arial"/>
                <a:cs typeface="Arial"/>
              </a:defRPr>
            </a:lvl1pPr>
            <a:lvl2pPr algn="l">
              <a:defRPr sz="1200" b="0">
                <a:solidFill>
                  <a:srgbClr val="666666"/>
                </a:solidFill>
                <a:latin typeface="Arial"/>
                <a:ea typeface="Arial"/>
                <a:cs typeface="Arial"/>
              </a:defRPr>
            </a:lvl2pPr>
            <a:lvl3pPr algn="l">
              <a:defRPr sz="1200" b="0">
                <a:solidFill>
                  <a:srgbClr val="666666"/>
                </a:solidFill>
                <a:latin typeface="Arial"/>
                <a:ea typeface="Arial"/>
                <a:cs typeface="Arial"/>
              </a:defRPr>
            </a:lvl3pPr>
            <a:lvl4pPr algn="l">
              <a:defRPr sz="1200" b="0">
                <a:solidFill>
                  <a:srgbClr val="666666"/>
                </a:solidFill>
                <a:latin typeface="Arial"/>
                <a:ea typeface="Arial"/>
                <a:cs typeface="Arial"/>
              </a:defRPr>
            </a:lvl4pPr>
            <a:lvl5pPr algn="l">
              <a:defRPr sz="1200" b="0">
                <a:solidFill>
                  <a:srgbClr val="666666"/>
                </a:solidFill>
                <a:latin typeface="Arial"/>
                <a:ea typeface="Arial"/>
                <a:cs typeface="Arial"/>
              </a:defRPr>
            </a:lvl5pPr>
            <a:lvl6pPr algn="l">
              <a:defRPr sz="1200" b="0">
                <a:solidFill>
                  <a:srgbClr val="666666"/>
                </a:solidFill>
                <a:latin typeface="Arial"/>
                <a:ea typeface="Arial"/>
                <a:cs typeface="Arial"/>
              </a:defRPr>
            </a:lvl6pPr>
            <a:lvl7pPr algn="l">
              <a:defRPr sz="1200" b="0">
                <a:solidFill>
                  <a:srgbClr val="666666"/>
                </a:solidFill>
                <a:latin typeface="Arial"/>
                <a:ea typeface="Arial"/>
                <a:cs typeface="Arial"/>
              </a:defRPr>
            </a:lvl7pPr>
            <a:lvl8pPr algn="l">
              <a:defRPr sz="1200" b="0">
                <a:solidFill>
                  <a:srgbClr val="666666"/>
                </a:solidFill>
                <a:latin typeface="Arial"/>
                <a:ea typeface="Arial"/>
                <a:cs typeface="Arial"/>
              </a:defRPr>
            </a:lvl8pPr>
            <a:lvl9pPr algn="l">
              <a:defRPr sz="1200" b="0">
                <a:solidFill>
                  <a:srgbClr val="666666"/>
                </a:solidFill>
                <a:latin typeface="Arial"/>
                <a:ea typeface="Arial"/>
                <a:cs typeface="Arial"/>
              </a:defRPr>
            </a:lvl9pPr>
          </a:lstStyle>
          <a:p xmlns:a="http://schemas.openxmlformats.org/drawingml/2006/main">
            <a:pPr algn="l">
              <a:defRPr sz="1200" b="0">
                <a:solidFill>
                  <a:srgbClr val="666666"/>
                </a:solidFill>
                <a:latin typeface="Arial"/>
                <a:ea typeface="Arial"/>
                <a:cs typeface="Arial"/>
              </a:defRPr>
            </a:pPr>
            <a:r>
              <a:t>9</a:t>
            </a:r>
          </a:p>
        </p:txBody>
      </p:sp>
      <p:graphicFrame>
        <p:nvGraphicFramePr>
          <p:cNvPr id="4" name="">
            <a:extLst xmlns:a="http://schemas.openxmlformats.org/drawingml/2006/main">
              <a:ext uri="{FF2B5EF4-FFF2-40B4-BE49-F238E27FC236}">
                <a16:creationId xmlns:a16="http://schemas.microsoft.com/office/drawing/2014/main" id="{8A204D00-2F6B-4745-8BB0-F352C0D64F03}"/>
              </a:ext>
            </a:extLst>
          </p:cNvPr>
          <p:cNvGraphicFramePr/>
          <p:nvPr/>
        </p:nvGraphicFramePr>
        <p:xfrm>
          <a:off xmlns:a="http://schemas.openxmlformats.org/drawingml/2006/main" x="523875" y="1762125"/>
          <a:ext xmlns:a="http://schemas.openxmlformats.org/drawingml/2006/main" cx="11049000" cy="3476625"/>
        </p:xfrm>
        <a:graphic xmlns:a="http://schemas.openxmlformats.org/drawingml/2006/main">
          <a:graphicData uri="http://schemas.openxmlformats.org/drawingml/2006/table">
            <a:tbl>
              <a:tblPr/>
              <a:tblGrid>
                <a:gridCol w="2333625"/>
                <a:gridCol w="4191000"/>
                <a:gridCol w="4524375"/>
              </a:tblGrid>
              <a:tr h="695325">
                <a:tc>
                  <a:txBody>
                    <a:bodyPr lIns="95250" tIns="76200" rIns="95250" bIns="57150">
                      <a:noAutofit/>
                    </a:bodyPr>
                    <a:lstStyle/>
                    <a:p>
                      <a:r>
                        <a:rPr sz="1800" b="1">
                          <a:solidFill>
                            <a:srgbClr val="FFFFFF"/>
                          </a:solidFill>
                          <a:latin typeface="Arial"/>
                          <a:ea typeface="Arial"/>
                          <a:cs typeface="Arial"/>
                        </a:rPr>
                        <a:t>Aspect</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76200" rIns="95250" bIns="57150">
                      <a:noAutofit/>
                    </a:bodyPr>
                    <a:lstStyle/>
                    <a:p>
                      <a:r>
                        <a:rPr sz="1800" b="1">
                          <a:solidFill>
                            <a:srgbClr val="FFFFFF"/>
                          </a:solidFill>
                          <a:latin typeface="Arial"/>
                          <a:ea typeface="Arial"/>
                          <a:cs typeface="Arial"/>
                        </a:rPr>
                        <a:t>Neural ODE (my demo)</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76200" rIns="95250" bIns="57150">
                      <a:noAutofit/>
                    </a:bodyPr>
                    <a:lstStyle/>
                    <a:p>
                      <a:r>
                        <a:rPr sz="1800" b="1">
                          <a:solidFill>
                            <a:srgbClr val="FFFFFF"/>
                          </a:solidFill>
                          <a:latin typeface="Arial"/>
                          <a:ea typeface="Arial"/>
                          <a:cs typeface="Arial"/>
                        </a:rPr>
                        <a:t>Movement Primitive Diffusion</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95325">
                <a:tc>
                  <a:txBody>
                    <a:bodyPr lIns="95250" tIns="76200" rIns="95250" bIns="57150">
                      <a:noAutofit/>
                    </a:bodyPr>
                    <a:lstStyle/>
                    <a:p>
                      <a:r>
                        <a:rPr sz="1800" b="0">
                          <a:solidFill>
                            <a:srgbClr val="1C1C1C"/>
                          </a:solidFill>
                          <a:latin typeface="Arial"/>
                          <a:ea typeface="Arial"/>
                          <a:cs typeface="Arial"/>
                        </a:rPr>
                        <a:t>Learned function</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State derivative fθ(x, u, t)</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Denoiser Dθ with a ProDMP</a:t>
                      </a:r>
                    </a:p>
                  </a:txBody>
                  <a:tcPr marL="91440" marR="91440" marT="45720" marB="45720">
                    <a:lnR w="7620">
                      <a:solidFill>
                        <a:srgbClr val="CFC8BA"/>
                      </a:solidFill>
                      <a:prstDash val="solid"/>
                    </a:lnR>
                    <a:lnB w="7620">
                      <a:solidFill>
                        <a:srgbClr val="CFC8BA"/>
                      </a:solidFill>
                      <a:prstDash val="solid"/>
                    </a:lnB>
                    <a:solidFill>
                      <a:srgbClr val="FFFFFF"/>
                    </a:solidFill>
                  </a:tcPr>
                </a:tc>
              </a:tr>
              <a:tr h="695325">
                <a:tc>
                  <a:txBody>
                    <a:bodyPr lIns="95250" tIns="76200" rIns="95250" bIns="57150">
                      <a:noAutofit/>
                    </a:bodyPr>
                    <a:lstStyle/>
                    <a:p>
                      <a:r>
                        <a:rPr sz="1800" b="0">
                          <a:solidFill>
                            <a:srgbClr val="1C1C1C"/>
                          </a:solidFill>
                          <a:latin typeface="Arial"/>
                          <a:ea typeface="Arial"/>
                          <a:cs typeface="Arial"/>
                        </a:rPr>
                        <a:t>Integrated quantity</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System state x</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Noisy action sequence τ</a:t>
                      </a:r>
                    </a:p>
                  </a:txBody>
                  <a:tcPr marL="91440" marR="91440" marT="45720" marB="45720">
                    <a:lnR w="7620">
                      <a:solidFill>
                        <a:srgbClr val="CFC8BA"/>
                      </a:solidFill>
                      <a:prstDash val="solid"/>
                    </a:lnR>
                    <a:lnB w="7620">
                      <a:solidFill>
                        <a:srgbClr val="CFC8BA"/>
                      </a:solidFill>
                      <a:prstDash val="solid"/>
                    </a:lnB>
                    <a:solidFill>
                      <a:srgbClr val="F5F3EF"/>
                    </a:solidFill>
                  </a:tcPr>
                </a:tc>
              </a:tr>
              <a:tr h="695325">
                <a:tc>
                  <a:txBody>
                    <a:bodyPr lIns="95250" tIns="76200" rIns="95250" bIns="57150">
                      <a:noAutofit/>
                    </a:bodyPr>
                    <a:lstStyle/>
                    <a:p>
                      <a:r>
                        <a:rPr sz="1800" b="0">
                          <a:solidFill>
                            <a:srgbClr val="1C1C1C"/>
                          </a:solidFill>
                          <a:latin typeface="Arial"/>
                          <a:ea typeface="Arial"/>
                          <a:cs typeface="Arial"/>
                        </a:rPr>
                        <a:t>Integration coordinate</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Physical system time</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Diffusion time / noise level</a:t>
                      </a:r>
                    </a:p>
                  </a:txBody>
                  <a:tcPr marL="91440" marR="91440" marT="45720" marB="45720">
                    <a:lnR w="7620">
                      <a:solidFill>
                        <a:srgbClr val="CFC8BA"/>
                      </a:solidFill>
                      <a:prstDash val="solid"/>
                    </a:lnR>
                    <a:lnB w="7620">
                      <a:solidFill>
                        <a:srgbClr val="CFC8BA"/>
                      </a:solidFill>
                      <a:prstDash val="solid"/>
                    </a:lnB>
                    <a:solidFill>
                      <a:srgbClr val="FFFFFF"/>
                    </a:solidFill>
                  </a:tcPr>
                </a:tc>
              </a:tr>
              <a:tr h="695325">
                <a:tc>
                  <a:txBody>
                    <a:bodyPr lIns="95250" tIns="76200" rIns="95250" bIns="57150">
                      <a:noAutofit/>
                    </a:bodyPr>
                    <a:lstStyle/>
                    <a:p>
                      <a:r>
                        <a:rPr sz="1800" b="0">
                          <a:solidFill>
                            <a:srgbClr val="1C1C1C"/>
                          </a:solidFill>
                          <a:latin typeface="Arial"/>
                          <a:ea typeface="Arial"/>
                          <a:cs typeface="Arial"/>
                        </a:rPr>
                        <a:t>Purpose</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Predict the system response</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Generate a future motion reference</a:t>
                      </a:r>
                    </a:p>
                  </a:txBody>
                  <a:tcPr marL="91440" marR="91440" marT="45720" marB="45720">
                    <a:lnR w="7620">
                      <a:solidFill>
                        <a:srgbClr val="CFC8BA"/>
                      </a:solidFill>
                      <a:prstDash val="solid"/>
                    </a:lnR>
                    <a:lnB w="7620">
                      <a:solidFill>
                        <a:srgbClr val="CFC8BA"/>
                      </a:solidFill>
                      <a:prstDash val="solid"/>
                    </a:lnB>
                    <a:solidFill>
                      <a:srgbClr val="F5F3EF"/>
                    </a:solidFill>
                  </a:tcPr>
                </a:tc>
              </a:tr>
            </a:tbl>
          </a:graphicData>
        </a:graphic>
      </p:graphicFrame>
      <p:sp>
        <p:nvSpPr>
          <p:cNvPr id="5" name="connection-interpretation">
            <a:extLst xmlns:a="http://schemas.openxmlformats.org/drawingml/2006/main">
              <a:ext uri="{FF2B5EF4-FFF2-40B4-BE49-F238E27FC236}">
                <a16:creationId xmlns:a16="http://schemas.microsoft.com/office/drawing/2014/main" id="{C1F34DBA-1935-4B4C-8901-F6A8646547F6}"/>
              </a:ext>
            </a:extLst>
          </p:cNvPr>
          <p:cNvSpPr>
            <a:spLocks xmlns:a="http://schemas.openxmlformats.org/drawingml/2006/main" noGrp="1"/>
          </p:cNvSpPr>
          <p:nvPr/>
        </p:nvSpPr>
        <p:spPr>
          <a:xfrm xmlns:a="http://schemas.openxmlformats.org/drawingml/2006/main">
            <a:off x="523875" y="555307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defRPr sz="1900" b="0">
                <a:solidFill>
                  <a:srgbClr val="1C1C1C"/>
                </a:solidFill>
                <a:latin typeface="Arial"/>
                <a:ea typeface="Arial"/>
                <a:cs typeface="Arial"/>
              </a:defRPr>
            </a:lvl1pPr>
            <a:lvl2pPr algn="l">
              <a:defRPr sz="1900" b="0">
                <a:solidFill>
                  <a:srgbClr val="1C1C1C"/>
                </a:solidFill>
                <a:latin typeface="Arial"/>
                <a:ea typeface="Arial"/>
                <a:cs typeface="Arial"/>
              </a:defRPr>
            </a:lvl2pPr>
            <a:lvl3pPr algn="l">
              <a:defRPr sz="1900" b="0">
                <a:solidFill>
                  <a:srgbClr val="1C1C1C"/>
                </a:solidFill>
                <a:latin typeface="Arial"/>
                <a:ea typeface="Arial"/>
                <a:cs typeface="Arial"/>
              </a:defRPr>
            </a:lvl3pPr>
            <a:lvl4pPr algn="l">
              <a:defRPr sz="1900" b="0">
                <a:solidFill>
                  <a:srgbClr val="1C1C1C"/>
                </a:solidFill>
                <a:latin typeface="Arial"/>
                <a:ea typeface="Arial"/>
                <a:cs typeface="Arial"/>
              </a:defRPr>
            </a:lvl4pPr>
            <a:lvl5pPr algn="l">
              <a:defRPr sz="1900" b="0">
                <a:solidFill>
                  <a:srgbClr val="1C1C1C"/>
                </a:solidFill>
                <a:latin typeface="Arial"/>
                <a:ea typeface="Arial"/>
                <a:cs typeface="Arial"/>
              </a:defRPr>
            </a:lvl5pPr>
            <a:lvl6pPr algn="l">
              <a:defRPr sz="1900" b="0">
                <a:solidFill>
                  <a:srgbClr val="1C1C1C"/>
                </a:solidFill>
                <a:latin typeface="Arial"/>
                <a:ea typeface="Arial"/>
                <a:cs typeface="Arial"/>
              </a:defRPr>
            </a:lvl6pPr>
            <a:lvl7pPr algn="l">
              <a:defRPr sz="1900" b="0">
                <a:solidFill>
                  <a:srgbClr val="1C1C1C"/>
                </a:solidFill>
                <a:latin typeface="Arial"/>
                <a:ea typeface="Arial"/>
                <a:cs typeface="Arial"/>
              </a:defRPr>
            </a:lvl7pPr>
            <a:lvl8pPr algn="l">
              <a:defRPr sz="1900" b="0">
                <a:solidFill>
                  <a:srgbClr val="1C1C1C"/>
                </a:solidFill>
                <a:latin typeface="Arial"/>
                <a:ea typeface="Arial"/>
                <a:cs typeface="Arial"/>
              </a:defRPr>
            </a:lvl8pPr>
            <a:lvl9pPr algn="l">
              <a:defRPr sz="1900" b="0">
                <a:solidFill>
                  <a:srgbClr val="1C1C1C"/>
                </a:solidFill>
                <a:latin typeface="Arial"/>
                <a:ea typeface="Arial"/>
                <a:cs typeface="Arial"/>
              </a:defRPr>
            </a:lvl9pPr>
          </a:lstStyle>
          <a:p xmlns:a="http://schemas.openxmlformats.org/drawingml/2006/main">
            <a:pPr algn="l">
              <a:defRPr sz="1900" b="0">
                <a:solidFill>
                  <a:srgbClr val="1C1C1C"/>
                </a:solidFill>
                <a:latin typeface="Arial"/>
                <a:ea typeface="Arial"/>
                <a:cs typeface="Arial"/>
              </a:defRPr>
            </a:pPr>
            <a:r>
              <a:rPr sz="1900" b="0">
                <a:solidFill>
                  <a:srgbClr val="1C1C1C"/>
                </a:solidFill>
                <a:latin typeface="Arial"/>
                <a:ea typeface="Arial"/>
                <a:cs typeface="Arial"/>
              </a:rPr>
              <a:t>The common idea is learning with continuous functions and an ODE solver.</a:t>
            </a:r>
          </a:p>
          <a:p xmlns:a="http://schemas.openxmlformats.org/drawingml/2006/main">
            <a:pPr algn="l">
              <a:defRPr sz="1900" b="0">
                <a:solidFill>
                  <a:srgbClr val="1C1C1C"/>
                </a:solidFill>
                <a:latin typeface="Arial"/>
                <a:ea typeface="Arial"/>
                <a:cs typeface="Arial"/>
              </a:defRPr>
            </a:pPr>
            <a:r>
              <a:rPr sz="1900" b="0">
                <a:solidFill>
                  <a:srgbClr val="1C1C1C"/>
                </a:solidFill>
                <a:latin typeface="Arial"/>
                <a:ea typeface="Arial"/>
                <a:cs typeface="Arial"/>
              </a:rPr>
              <a:t>MPD applies that idea to generating a motion sample.</a:t>
            </a:r>
          </a:p>
        </p:txBody>
      </p:sp>
    </p:spTree>
    <p:extLst>
      <p:ext uri="{BB962C8B-B14F-4D97-AF65-F5344CB8AC3E}">
        <p14:creationId xmlns:p14="http://schemas.microsoft.com/office/powerpoint/2010/main" val="54779525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ACAA7F7-885B-4BBC-984A-1D9A50781007}"/>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The MPD Architecture</a:t>
            </a:r>
          </a:p>
        </p:txBody>
      </p:sp>
      <p:sp>
        <p:nvSpPr>
          <p:cNvPr id="2" name="source">
            <a:extLst xmlns:a="http://schemas.openxmlformats.org/drawingml/2006/main">
              <a:ext uri="{FF2B5EF4-FFF2-40B4-BE49-F238E27FC236}">
                <a16:creationId xmlns:a16="http://schemas.microsoft.com/office/drawing/2014/main" id="{1C617213-C1A8-4BB9-B51B-222F27491471}"/>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3C7E1D7E-32D1-47DE-8553-5BBC32BBD4D5}"/>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10</a:t>
            </a:r>
          </a:p>
        </p:txBody>
      </p:sp>
      <p:sp>
        <p:nvSpPr>
          <p:cNvPr id="4" name="body-bullets">
            <a:extLst xmlns:a="http://schemas.openxmlformats.org/drawingml/2006/main">
              <a:ext uri="{FF2B5EF4-FFF2-40B4-BE49-F238E27FC236}">
                <a16:creationId xmlns:a16="http://schemas.microsoft.com/office/drawing/2014/main" id="{9821F4D9-22B7-45DA-9A98-C1207BF40CAC}"/>
              </a:ext>
            </a:extLst>
          </p:cNvPr>
          <p:cNvSpPr>
            <a:spLocks xmlns:a="http://schemas.openxmlformats.org/drawingml/2006/main" noGrp="1"/>
          </p:cNvSpPr>
          <p:nvPr/>
        </p:nvSpPr>
        <p:spPr>
          <a:xfrm xmlns:a="http://schemas.openxmlformats.org/drawingml/2006/main">
            <a:off x="450533" y="1714500"/>
            <a:ext cx="5762625"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300"/>
              </a:spcAft>
              <a:buChar char="•"/>
              <a:defRPr sz="2000" b="0">
                <a:solidFill>
                  <a:srgbClr val="1C1C1C"/>
                </a:solidFill>
                <a:latin typeface="Arial"/>
                <a:ea typeface="Arial"/>
                <a:cs typeface="Arial"/>
              </a:defRPr>
            </a:pPr>
            <a:r>
              <a:t>Condition the network on the observation and noisy sequence.</a:t>
            </a:r>
          </a:p>
          <a:p xmlns:a="http://schemas.openxmlformats.org/drawingml/2006/main">
            <a:pPr marL="279400" indent="-165100" algn="l">
              <a:spcAft>
                <a:spcPts val="2300"/>
              </a:spcAft>
              <a:buChar char="•"/>
              <a:defRPr sz="2000" b="0">
                <a:solidFill>
                  <a:srgbClr val="1C1C1C"/>
                </a:solidFill>
                <a:latin typeface="Arial"/>
                <a:ea typeface="Arial"/>
                <a:cs typeface="Arial"/>
              </a:defRPr>
            </a:pPr>
            <a:r>
              <a:t>Predict a movement-primitive weight vector.</a:t>
            </a:r>
          </a:p>
          <a:p xmlns:a="http://schemas.openxmlformats.org/drawingml/2006/main">
            <a:pPr marL="279400" indent="-165100" algn="l">
              <a:spcAft>
                <a:spcPts val="2300"/>
              </a:spcAft>
              <a:buChar char="•"/>
              <a:defRPr sz="2000" b="0">
                <a:solidFill>
                  <a:srgbClr val="1C1C1C"/>
                </a:solidFill>
                <a:latin typeface="Arial"/>
                <a:ea typeface="Arial"/>
                <a:cs typeface="Arial"/>
              </a:defRPr>
            </a:pPr>
            <a:r>
              <a:t>Decode weights with the initial position and velocity.</a:t>
            </a:r>
          </a:p>
          <a:p xmlns:a="http://schemas.openxmlformats.org/drawingml/2006/main">
            <a:pPr marL="279400" indent="-165100" algn="l">
              <a:spcAft>
                <a:spcPts val="2300"/>
              </a:spcAft>
              <a:buChar char="•"/>
              <a:defRPr sz="2000" b="0">
                <a:solidFill>
                  <a:srgbClr val="1C1C1C"/>
                </a:solidFill>
                <a:latin typeface="Arial"/>
                <a:ea typeface="Arial"/>
                <a:cs typeface="Arial"/>
              </a:defRPr>
            </a:pPr>
            <a:r>
              <a:t>Use the ODE solver to continue denoising.</a:t>
            </a:r>
          </a:p>
        </p:txBody>
      </p:sp>
      <p:pic>
        <p:nvPicPr>
          <p:cNvPr id="5" name="">
            <a:extLst xmlns:a="http://schemas.openxmlformats.org/drawingml/2006/main">
              <a:ext uri="{FF2B5EF4-FFF2-40B4-BE49-F238E27FC236}">
                <a16:creationId xmlns:a16="http://schemas.microsoft.com/office/drawing/2014/main" id="{C93BEA2E-A60D-49C1-84A6-45B7110297E3}"/>
              </a:ext>
            </a:extLst>
          </p:cNvPr>
          <p:cNvPicPr>
            <a:picLocks xmlns:a="http://schemas.openxmlformats.org/drawingml/2006/main" noChangeAspect="1"/>
          </p:cNvPicPr>
          <p:nvPr/>
        </p:nvPicPr>
        <p:blipFill>
          <a:blip xmlns:r="http://schemas.openxmlformats.org/officeDocument/2006/relationships" xmlns:a="http://schemas.openxmlformats.org/drawingml/2006/main" r:embed="Rb819bc5737974265"/>
          <a:stretch xmlns:a="http://schemas.openxmlformats.org/drawingml/2006/main"/>
        </p:blipFill>
        <p:spPr>
          <a:xfrm xmlns:a="http://schemas.openxmlformats.org/drawingml/2006/main">
            <a:off x="6774351" y="1562100"/>
            <a:ext cx="4786923" cy="4667250"/>
          </a:xfrm>
          <a:prstGeom xmlns:a="http://schemas.openxmlformats.org/drawingml/2006/main" prst="rect">
            <a:avLst/>
          </a:prstGeom>
        </p:spPr>
      </p:pic>
    </p:spTree>
    <p:extLst>
      <p:ext uri="{BB962C8B-B14F-4D97-AF65-F5344CB8AC3E}">
        <p14:creationId xmlns:p14="http://schemas.microsoft.com/office/powerpoint/2010/main" val="12024308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CA64F7B-58B7-4D59-86A6-C070F6F215EB}"/>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defRPr sz="3600" b="0">
                <a:solidFill>
                  <a:srgbClr val="1C1C1C"/>
                </a:solidFill>
                <a:latin typeface="Arial"/>
                <a:ea typeface="Arial"/>
                <a:cs typeface="Arial"/>
              </a:defRPr>
            </a:lvl1pPr>
            <a:lvl2pPr algn="l">
              <a:defRPr sz="3600" b="0">
                <a:solidFill>
                  <a:srgbClr val="1C1C1C"/>
                </a:solidFill>
                <a:latin typeface="Arial"/>
                <a:ea typeface="Arial"/>
                <a:cs typeface="Arial"/>
              </a:defRPr>
            </a:lvl2pPr>
            <a:lvl3pPr algn="l">
              <a:defRPr sz="3600" b="0">
                <a:solidFill>
                  <a:srgbClr val="1C1C1C"/>
                </a:solidFill>
                <a:latin typeface="Arial"/>
                <a:ea typeface="Arial"/>
                <a:cs typeface="Arial"/>
              </a:defRPr>
            </a:lvl3pPr>
            <a:lvl4pPr algn="l">
              <a:defRPr sz="3600" b="0">
                <a:solidFill>
                  <a:srgbClr val="1C1C1C"/>
                </a:solidFill>
                <a:latin typeface="Arial"/>
                <a:ea typeface="Arial"/>
                <a:cs typeface="Arial"/>
              </a:defRPr>
            </a:lvl4pPr>
            <a:lvl5pPr algn="l">
              <a:defRPr sz="3600" b="0">
                <a:solidFill>
                  <a:srgbClr val="1C1C1C"/>
                </a:solidFill>
                <a:latin typeface="Arial"/>
                <a:ea typeface="Arial"/>
                <a:cs typeface="Arial"/>
              </a:defRPr>
            </a:lvl5pPr>
            <a:lvl6pPr algn="l">
              <a:defRPr sz="3600" b="0">
                <a:solidFill>
                  <a:srgbClr val="1C1C1C"/>
                </a:solidFill>
                <a:latin typeface="Arial"/>
                <a:ea typeface="Arial"/>
                <a:cs typeface="Arial"/>
              </a:defRPr>
            </a:lvl6pPr>
            <a:lvl7pPr algn="l">
              <a:defRPr sz="3600" b="0">
                <a:solidFill>
                  <a:srgbClr val="1C1C1C"/>
                </a:solidFill>
                <a:latin typeface="Arial"/>
                <a:ea typeface="Arial"/>
                <a:cs typeface="Arial"/>
              </a:defRPr>
            </a:lvl7pPr>
            <a:lvl8pPr algn="l">
              <a:defRPr sz="3600" b="0">
                <a:solidFill>
                  <a:srgbClr val="1C1C1C"/>
                </a:solidFill>
                <a:latin typeface="Arial"/>
                <a:ea typeface="Arial"/>
                <a:cs typeface="Arial"/>
              </a:defRPr>
            </a:lvl8pPr>
            <a:lvl9pPr algn="l">
              <a:defRPr sz="3600" b="0">
                <a:solidFill>
                  <a:srgbClr val="1C1C1C"/>
                </a:solidFill>
                <a:latin typeface="Arial"/>
                <a:ea typeface="Arial"/>
                <a:cs typeface="Arial"/>
              </a:defRPr>
            </a:lvl9pPr>
          </a:lstStyle>
          <a:p xmlns:a="http://schemas.openxmlformats.org/drawingml/2006/main">
            <a:pPr algn="l">
              <a:defRPr sz="3600" b="0">
                <a:solidFill>
                  <a:srgbClr val="1C1C1C"/>
                </a:solidFill>
                <a:latin typeface="Arial"/>
                <a:ea typeface="Arial"/>
                <a:cs typeface="Arial"/>
              </a:defRPr>
            </a:pPr>
            <a:r>
              <a:rPr sz="3600" b="0">
                <a:solidFill>
                  <a:srgbClr val="1C1C1C"/>
                </a:solidFill>
                <a:latin typeface="Arial"/>
                <a:ea typeface="Arial"/>
                <a:cs typeface="Arial"/>
              </a:rPr>
              <a:t>Notation in the MPD Architecture</a:t>
            </a:r>
          </a:p>
        </p:txBody>
      </p:sp>
      <p:sp>
        <p:nvSpPr>
          <p:cNvPr id="2" name="source">
            <a:extLst xmlns:a="http://schemas.openxmlformats.org/drawingml/2006/main">
              <a:ext uri="{FF2B5EF4-FFF2-40B4-BE49-F238E27FC236}">
                <a16:creationId xmlns:a16="http://schemas.microsoft.com/office/drawing/2014/main" id="{625D0E45-D538-44A5-96AD-2F53740136F3}"/>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defRPr sz="1200" b="0">
                <a:solidFill>
                  <a:srgbClr val="666666"/>
                </a:solidFill>
                <a:latin typeface="Arial"/>
                <a:ea typeface="Arial"/>
                <a:cs typeface="Arial"/>
              </a:defRPr>
            </a:lvl1pPr>
            <a:lvl2pPr algn="l">
              <a:defRPr sz="1200" b="0">
                <a:solidFill>
                  <a:srgbClr val="666666"/>
                </a:solidFill>
                <a:latin typeface="Arial"/>
                <a:ea typeface="Arial"/>
                <a:cs typeface="Arial"/>
              </a:defRPr>
            </a:lvl2pPr>
            <a:lvl3pPr algn="l">
              <a:defRPr sz="1200" b="0">
                <a:solidFill>
                  <a:srgbClr val="666666"/>
                </a:solidFill>
                <a:latin typeface="Arial"/>
                <a:ea typeface="Arial"/>
                <a:cs typeface="Arial"/>
              </a:defRPr>
            </a:lvl3pPr>
            <a:lvl4pPr algn="l">
              <a:defRPr sz="1200" b="0">
                <a:solidFill>
                  <a:srgbClr val="666666"/>
                </a:solidFill>
                <a:latin typeface="Arial"/>
                <a:ea typeface="Arial"/>
                <a:cs typeface="Arial"/>
              </a:defRPr>
            </a:lvl4pPr>
            <a:lvl5pPr algn="l">
              <a:defRPr sz="1200" b="0">
                <a:solidFill>
                  <a:srgbClr val="666666"/>
                </a:solidFill>
                <a:latin typeface="Arial"/>
                <a:ea typeface="Arial"/>
                <a:cs typeface="Arial"/>
              </a:defRPr>
            </a:lvl5pPr>
            <a:lvl6pPr algn="l">
              <a:defRPr sz="1200" b="0">
                <a:solidFill>
                  <a:srgbClr val="666666"/>
                </a:solidFill>
                <a:latin typeface="Arial"/>
                <a:ea typeface="Arial"/>
                <a:cs typeface="Arial"/>
              </a:defRPr>
            </a:lvl6pPr>
            <a:lvl7pPr algn="l">
              <a:defRPr sz="1200" b="0">
                <a:solidFill>
                  <a:srgbClr val="666666"/>
                </a:solidFill>
                <a:latin typeface="Arial"/>
                <a:ea typeface="Arial"/>
                <a:cs typeface="Arial"/>
              </a:defRPr>
            </a:lvl7pPr>
            <a:lvl8pPr algn="l">
              <a:defRPr sz="1200" b="0">
                <a:solidFill>
                  <a:srgbClr val="666666"/>
                </a:solidFill>
                <a:latin typeface="Arial"/>
                <a:ea typeface="Arial"/>
                <a:cs typeface="Arial"/>
              </a:defRPr>
            </a:lvl8pPr>
            <a:lvl9pPr algn="l">
              <a:defRPr sz="1200" b="0">
                <a:solidFill>
                  <a:srgbClr val="666666"/>
                </a:solidFill>
                <a:latin typeface="Arial"/>
                <a:ea typeface="Arial"/>
                <a:cs typeface="Arial"/>
              </a:defRPr>
            </a:lvl9pPr>
          </a:lstStyle>
          <a:p xmlns:a="http://schemas.openxmlformats.org/drawingml/2006/main">
            <a:pPr algn="l">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40607241-8961-4B56-908A-AC8C909CE9C3}"/>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defRPr sz="1200" b="0">
                <a:solidFill>
                  <a:srgbClr val="666666"/>
                </a:solidFill>
                <a:latin typeface="Arial"/>
                <a:ea typeface="Arial"/>
                <a:cs typeface="Arial"/>
              </a:defRPr>
            </a:lvl1pPr>
            <a:lvl2pPr algn="l">
              <a:defRPr sz="1200" b="0">
                <a:solidFill>
                  <a:srgbClr val="666666"/>
                </a:solidFill>
                <a:latin typeface="Arial"/>
                <a:ea typeface="Arial"/>
                <a:cs typeface="Arial"/>
              </a:defRPr>
            </a:lvl2pPr>
            <a:lvl3pPr algn="l">
              <a:defRPr sz="1200" b="0">
                <a:solidFill>
                  <a:srgbClr val="666666"/>
                </a:solidFill>
                <a:latin typeface="Arial"/>
                <a:ea typeface="Arial"/>
                <a:cs typeface="Arial"/>
              </a:defRPr>
            </a:lvl3pPr>
            <a:lvl4pPr algn="l">
              <a:defRPr sz="1200" b="0">
                <a:solidFill>
                  <a:srgbClr val="666666"/>
                </a:solidFill>
                <a:latin typeface="Arial"/>
                <a:ea typeface="Arial"/>
                <a:cs typeface="Arial"/>
              </a:defRPr>
            </a:lvl4pPr>
            <a:lvl5pPr algn="l">
              <a:defRPr sz="1200" b="0">
                <a:solidFill>
                  <a:srgbClr val="666666"/>
                </a:solidFill>
                <a:latin typeface="Arial"/>
                <a:ea typeface="Arial"/>
                <a:cs typeface="Arial"/>
              </a:defRPr>
            </a:lvl5pPr>
            <a:lvl6pPr algn="l">
              <a:defRPr sz="1200" b="0">
                <a:solidFill>
                  <a:srgbClr val="666666"/>
                </a:solidFill>
                <a:latin typeface="Arial"/>
                <a:ea typeface="Arial"/>
                <a:cs typeface="Arial"/>
              </a:defRPr>
            </a:lvl6pPr>
            <a:lvl7pPr algn="l">
              <a:defRPr sz="1200" b="0">
                <a:solidFill>
                  <a:srgbClr val="666666"/>
                </a:solidFill>
                <a:latin typeface="Arial"/>
                <a:ea typeface="Arial"/>
                <a:cs typeface="Arial"/>
              </a:defRPr>
            </a:lvl7pPr>
            <a:lvl8pPr algn="l">
              <a:defRPr sz="1200" b="0">
                <a:solidFill>
                  <a:srgbClr val="666666"/>
                </a:solidFill>
                <a:latin typeface="Arial"/>
                <a:ea typeface="Arial"/>
                <a:cs typeface="Arial"/>
              </a:defRPr>
            </a:lvl8pPr>
            <a:lvl9pPr algn="l">
              <a:defRPr sz="1200" b="0">
                <a:solidFill>
                  <a:srgbClr val="666666"/>
                </a:solidFill>
                <a:latin typeface="Arial"/>
                <a:ea typeface="Arial"/>
                <a:cs typeface="Arial"/>
              </a:defRPr>
            </a:lvl9pPr>
          </a:lstStyle>
          <a:p xmlns:a="http://schemas.openxmlformats.org/drawingml/2006/main">
            <a:pPr algn="l">
              <a:defRPr sz="1200" b="0">
                <a:solidFill>
                  <a:srgbClr val="666666"/>
                </a:solidFill>
                <a:latin typeface="Arial"/>
                <a:ea typeface="Arial"/>
                <a:cs typeface="Arial"/>
              </a:defRPr>
            </a:pPr>
            <a:r>
              <a:t>11</a:t>
            </a:r>
          </a:p>
        </p:txBody>
      </p:sp>
      <p:graphicFrame>
        <p:nvGraphicFramePr>
          <p:cNvPr id="4" name="">
            <a:extLst xmlns:a="http://schemas.openxmlformats.org/drawingml/2006/main">
              <a:ext uri="{FF2B5EF4-FFF2-40B4-BE49-F238E27FC236}">
                <a16:creationId xmlns:a16="http://schemas.microsoft.com/office/drawing/2014/main" id="{46529FC8-A518-4540-9F3B-D1769ECDAEC2}"/>
              </a:ext>
            </a:extLst>
          </p:cNvPr>
          <p:cNvGraphicFramePr/>
          <p:nvPr/>
        </p:nvGraphicFramePr>
        <p:xfrm>
          <a:off xmlns:a="http://schemas.openxmlformats.org/drawingml/2006/main" x="523875" y="1666875"/>
          <a:ext xmlns:a="http://schemas.openxmlformats.org/drawingml/2006/main" cx="11049000" cy="4286250"/>
        </p:xfrm>
        <a:graphic xmlns:a="http://schemas.openxmlformats.org/drawingml/2006/main">
          <a:graphicData uri="http://schemas.openxmlformats.org/drawingml/2006/table">
            <a:tbl>
              <a:tblPr/>
              <a:tblGrid>
                <a:gridCol w="2238375"/>
                <a:gridCol w="8810625"/>
              </a:tblGrid>
              <a:tr h="476250">
                <a:tc>
                  <a:txBody>
                    <a:bodyPr lIns="95250" tIns="76200" rIns="95250" bIns="57150">
                      <a:noAutofit/>
                    </a:bodyPr>
                    <a:lstStyle/>
                    <a:p>
                      <a:r>
                        <a:rPr sz="1800" b="1">
                          <a:solidFill>
                            <a:srgbClr val="FFFFFF"/>
                          </a:solidFill>
                          <a:latin typeface="Arial"/>
                          <a:ea typeface="Arial"/>
                          <a:cs typeface="Arial"/>
                        </a:rPr>
                        <a:t>Symbol</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76200" rIns="95250" bIns="57150">
                      <a:noAutofit/>
                    </a:bodyPr>
                    <a:lstStyle/>
                    <a:p>
                      <a:r>
                        <a:rPr sz="1800" b="1">
                          <a:solidFill>
                            <a:srgbClr val="FFFFFF"/>
                          </a:solidFill>
                          <a:latin typeface="Arial"/>
                          <a:ea typeface="Arial"/>
                          <a:cs typeface="Arial"/>
                        </a:rPr>
                        <a:t>Meaning in this paper</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476250">
                <a:tc>
                  <a:txBody>
                    <a:bodyPr lIns="95250" tIns="76200" rIns="95250" bIns="57150">
                      <a:noAutofit/>
                    </a:bodyPr>
                    <a:lstStyle/>
                    <a:p>
                      <a:r>
                        <a:rPr sz="1800" b="0">
                          <a:solidFill>
                            <a:srgbClr val="1C1C1C"/>
                          </a:solidFill>
                          <a:latin typeface="Arial"/>
                          <a:ea typeface="Arial"/>
                          <a:cs typeface="Arial"/>
                        </a:rPr>
                        <a:t>o</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Recent observations: task state or RGB images</a:t>
                      </a:r>
                    </a:p>
                  </a:txBody>
                  <a:tcPr marL="91440" marR="91440" marT="45720" marB="45720">
                    <a:lnR w="7620">
                      <a:solidFill>
                        <a:srgbClr val="CFC8BA"/>
                      </a:solidFill>
                      <a:prstDash val="solid"/>
                    </a:lnR>
                    <a:lnB w="7620">
                      <a:solidFill>
                        <a:srgbClr val="CFC8BA"/>
                      </a:solidFill>
                      <a:prstDash val="solid"/>
                    </a:lnB>
                    <a:solidFill>
                      <a:srgbClr val="FFFFFF"/>
                    </a:solidFill>
                  </a:tcPr>
                </a:tc>
              </a:tr>
              <a:tr h="476250">
                <a:tc>
                  <a:txBody>
                    <a:bodyPr lIns="95250" tIns="76200" rIns="95250" bIns="57150">
                      <a:noAutofit/>
                    </a:bodyPr>
                    <a:lstStyle/>
                    <a:p>
                      <a:r>
                        <a:rPr sz="1800" b="0">
                          <a:solidFill>
                            <a:srgbClr val="1C1C1C"/>
                          </a:solidFill>
                          <a:latin typeface="Arial"/>
                          <a:ea typeface="Arial"/>
                          <a:cs typeface="Arial"/>
                        </a:rPr>
                        <a:t>τ, τ̃ᵏ, τ⁰</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Action sequence, noisy candidate, and final denoised sequence</a:t>
                      </a:r>
                    </a:p>
                  </a:txBody>
                  <a:tcPr marL="91440" marR="91440" marT="45720" marB="45720">
                    <a:lnR w="7620">
                      <a:solidFill>
                        <a:srgbClr val="CFC8BA"/>
                      </a:solidFill>
                      <a:prstDash val="solid"/>
                    </a:lnR>
                    <a:lnB w="7620">
                      <a:solidFill>
                        <a:srgbClr val="CFC8BA"/>
                      </a:solidFill>
                      <a:prstDash val="solid"/>
                    </a:lnB>
                    <a:solidFill>
                      <a:srgbClr val="F5F3EF"/>
                    </a:solidFill>
                  </a:tcPr>
                </a:tc>
              </a:tr>
              <a:tr h="476250">
                <a:tc>
                  <a:txBody>
                    <a:bodyPr lIns="95250" tIns="76200" rIns="95250" bIns="57150">
                      <a:noAutofit/>
                    </a:bodyPr>
                    <a:lstStyle/>
                    <a:p>
                      <a:r>
                        <a:rPr sz="1800" b="0">
                          <a:solidFill>
                            <a:srgbClr val="1C1C1C"/>
                          </a:solidFill>
                          <a:latin typeface="Arial"/>
                          <a:ea typeface="Arial"/>
                          <a:cs typeface="Arial"/>
                        </a:rPr>
                        <a:t>t, k</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Diffusion time / noise level, and denoising iteration</a:t>
                      </a:r>
                    </a:p>
                  </a:txBody>
                  <a:tcPr marL="91440" marR="91440" marT="45720" marB="45720">
                    <a:lnR w="7620">
                      <a:solidFill>
                        <a:srgbClr val="CFC8BA"/>
                      </a:solidFill>
                      <a:prstDash val="solid"/>
                    </a:lnR>
                    <a:lnB w="7620">
                      <a:solidFill>
                        <a:srgbClr val="CFC8BA"/>
                      </a:solidFill>
                      <a:prstDash val="solid"/>
                    </a:lnB>
                    <a:solidFill>
                      <a:srgbClr val="FFFFFF"/>
                    </a:solidFill>
                  </a:tcPr>
                </a:tc>
              </a:tr>
              <a:tr h="476250">
                <a:tc>
                  <a:txBody>
                    <a:bodyPr lIns="95250" tIns="76200" rIns="95250" bIns="57150">
                      <a:noAutofit/>
                    </a:bodyPr>
                    <a:lstStyle/>
                    <a:p>
                      <a:r>
                        <a:rPr sz="1800" b="0">
                          <a:solidFill>
                            <a:srgbClr val="1C1C1C"/>
                          </a:solidFill>
                          <a:latin typeface="Arial"/>
                          <a:ea typeface="Arial"/>
                          <a:cs typeface="Arial"/>
                        </a:rPr>
                        <a:t>EΘ</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Inner neural network that predicts primitive coefficients</a:t>
                      </a:r>
                    </a:p>
                  </a:txBody>
                  <a:tcPr marL="91440" marR="91440" marT="45720" marB="45720">
                    <a:lnR w="7620">
                      <a:solidFill>
                        <a:srgbClr val="CFC8BA"/>
                      </a:solidFill>
                      <a:prstDash val="solid"/>
                    </a:lnR>
                    <a:lnB w="7620">
                      <a:solidFill>
                        <a:srgbClr val="CFC8BA"/>
                      </a:solidFill>
                      <a:prstDash val="solid"/>
                    </a:lnB>
                    <a:solidFill>
                      <a:srgbClr val="F5F3EF"/>
                    </a:solidFill>
                  </a:tcPr>
                </a:tc>
              </a:tr>
              <a:tr h="476250">
                <a:tc>
                  <a:txBody>
                    <a:bodyPr lIns="95250" tIns="76200" rIns="95250" bIns="57150">
                      <a:noAutofit/>
                    </a:bodyPr>
                    <a:lstStyle/>
                    <a:p>
                      <a:r>
                        <a:rPr sz="1800" b="0">
                          <a:solidFill>
                            <a:srgbClr val="1C1C1C"/>
                          </a:solidFill>
                          <a:latin typeface="Arial"/>
                          <a:ea typeface="Arial"/>
                          <a:cs typeface="Arial"/>
                        </a:rPr>
                        <a:t>w</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Movement-primitive coefficients for the current motion</a:t>
                      </a:r>
                    </a:p>
                  </a:txBody>
                  <a:tcPr marL="91440" marR="91440" marT="45720" marB="45720">
                    <a:lnR w="7620">
                      <a:solidFill>
                        <a:srgbClr val="CFC8BA"/>
                      </a:solidFill>
                      <a:prstDash val="solid"/>
                    </a:lnR>
                    <a:lnB w="7620">
                      <a:solidFill>
                        <a:srgbClr val="CFC8BA"/>
                      </a:solidFill>
                      <a:prstDash val="solid"/>
                    </a:lnB>
                    <a:solidFill>
                      <a:srgbClr val="FFFFFF"/>
                    </a:solidFill>
                  </a:tcPr>
                </a:tc>
              </a:tr>
              <a:tr h="476250">
                <a:tc>
                  <a:txBody>
                    <a:bodyPr lIns="95250" tIns="76200" rIns="95250" bIns="57150">
                      <a:noAutofit/>
                    </a:bodyPr>
                    <a:lstStyle/>
                    <a:p>
                      <a:r>
                        <a:rPr sz="1800" b="0">
                          <a:solidFill>
                            <a:srgbClr val="1C1C1C"/>
                          </a:solidFill>
                          <a:latin typeface="Arial"/>
                          <a:ea typeface="Arial"/>
                          <a:cs typeface="Arial"/>
                        </a:rPr>
                        <a:t>P</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ProDMP decoder that turns coefficients into a trajectory</a:t>
                      </a:r>
                    </a:p>
                  </a:txBody>
                  <a:tcPr marL="91440" marR="91440" marT="45720" marB="45720">
                    <a:lnR w="7620">
                      <a:solidFill>
                        <a:srgbClr val="CFC8BA"/>
                      </a:solidFill>
                      <a:prstDash val="solid"/>
                    </a:lnR>
                    <a:lnB w="7620">
                      <a:solidFill>
                        <a:srgbClr val="CFC8BA"/>
                      </a:solidFill>
                      <a:prstDash val="solid"/>
                    </a:lnB>
                    <a:solidFill>
                      <a:srgbClr val="F5F3EF"/>
                    </a:solidFill>
                  </a:tcPr>
                </a:tc>
              </a:tr>
              <a:tr h="476250">
                <a:tc>
                  <a:txBody>
                    <a:bodyPr lIns="95250" tIns="76200" rIns="95250" bIns="57150">
                      <a:noAutofit/>
                    </a:bodyPr>
                    <a:lstStyle/>
                    <a:p>
                      <a:r>
                        <a:rPr sz="1800" b="0">
                          <a:solidFill>
                            <a:srgbClr val="1C1C1C"/>
                          </a:solidFill>
                          <a:latin typeface="Arial"/>
                          <a:ea typeface="Arial"/>
                          <a:cs typeface="Arial"/>
                        </a:rPr>
                        <a:t>s₀</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76200" rIns="95250" bIns="57150">
                      <a:noAutofit/>
                    </a:bodyPr>
                    <a:lstStyle/>
                    <a:p>
                      <a:r>
                        <a:rPr sz="1800" b="0">
                          <a:solidFill>
                            <a:srgbClr val="1C1C1C"/>
                          </a:solidFill>
                          <a:latin typeface="Arial"/>
                          <a:ea typeface="Arial"/>
                          <a:cs typeface="Arial"/>
                        </a:rPr>
                        <a:t>Starting position and velocity for the motion segment</a:t>
                      </a:r>
                    </a:p>
                  </a:txBody>
                  <a:tcPr marL="91440" marR="91440" marT="45720" marB="45720">
                    <a:lnR w="7620">
                      <a:solidFill>
                        <a:srgbClr val="CFC8BA"/>
                      </a:solidFill>
                      <a:prstDash val="solid"/>
                    </a:lnR>
                    <a:lnB w="7620">
                      <a:solidFill>
                        <a:srgbClr val="CFC8BA"/>
                      </a:solidFill>
                      <a:prstDash val="solid"/>
                    </a:lnB>
                    <a:solidFill>
                      <a:srgbClr val="FFFFFF"/>
                    </a:solidFill>
                  </a:tcPr>
                </a:tc>
              </a:tr>
              <a:tr h="476250">
                <a:tc>
                  <a:txBody>
                    <a:bodyPr lIns="95250" tIns="76200" rIns="95250" bIns="57150">
                      <a:noAutofit/>
                    </a:bodyPr>
                    <a:lstStyle/>
                    <a:p>
                      <a:r>
                        <a:rPr sz="1800" b="0">
                          <a:solidFill>
                            <a:srgbClr val="1C1C1C"/>
                          </a:solidFill>
                          <a:latin typeface="Arial"/>
                          <a:ea typeface="Arial"/>
                          <a:cs typeface="Arial"/>
                        </a:rPr>
                        <a:t>Dθ</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76200" rIns="95250" bIns="57150">
                      <a:noAutofit/>
                    </a:bodyPr>
                    <a:lstStyle/>
                    <a:p>
                      <a:r>
                        <a:rPr sz="1800" b="0">
                          <a:solidFill>
                            <a:srgbClr val="1C1C1C"/>
                          </a:solidFill>
                          <a:latin typeface="Arial"/>
                          <a:ea typeface="Arial"/>
                          <a:cs typeface="Arial"/>
                        </a:rPr>
                        <a:t>Overall learned denoiser used by the probability-flow ODE</a:t>
                      </a:r>
                    </a:p>
                  </a:txBody>
                  <a:tcPr marL="91440" marR="91440" marT="45720" marB="45720">
                    <a:lnR w="7620">
                      <a:solidFill>
                        <a:srgbClr val="CFC8BA"/>
                      </a:solidFill>
                      <a:prstDash val="solid"/>
                    </a:lnR>
                    <a:lnB w="7620">
                      <a:solidFill>
                        <a:srgbClr val="CFC8BA"/>
                      </a:solidFill>
                      <a:prstDash val="solid"/>
                    </a:lnB>
                    <a:solidFill>
                      <a:srgbClr val="F5F3EF"/>
                    </a:solidFill>
                  </a:tcPr>
                </a:tc>
              </a:tr>
            </a:tbl>
          </a:graphicData>
        </a:graphic>
      </p:graphicFrame>
    </p:spTree>
    <p:extLst>
      <p:ext uri="{BB962C8B-B14F-4D97-AF65-F5344CB8AC3E}">
        <p14:creationId xmlns:p14="http://schemas.microsoft.com/office/powerpoint/2010/main" val="6072813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BF54E0C-B8C8-4207-92AF-ECBA76CFB6A0}"/>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Diffusion in Action-Sequence Space</a:t>
            </a:r>
          </a:p>
        </p:txBody>
      </p:sp>
      <p:sp>
        <p:nvSpPr>
          <p:cNvPr id="2" name="source">
            <a:extLst xmlns:a="http://schemas.openxmlformats.org/drawingml/2006/main">
              <a:ext uri="{FF2B5EF4-FFF2-40B4-BE49-F238E27FC236}">
                <a16:creationId xmlns:a16="http://schemas.microsoft.com/office/drawing/2014/main" id="{2479FF48-0519-49D0-9273-9A53AAD0B3C5}"/>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5136C66F-0AD2-4049-A8DB-C627A254CC08}"/>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12</a:t>
            </a:r>
          </a:p>
        </p:txBody>
      </p:sp>
      <p:sp>
        <p:nvSpPr>
          <p:cNvPr id="4" name="body-bullets">
            <a:extLst xmlns:a="http://schemas.openxmlformats.org/drawingml/2006/main">
              <a:ext uri="{FF2B5EF4-FFF2-40B4-BE49-F238E27FC236}">
                <a16:creationId xmlns:a16="http://schemas.microsoft.com/office/drawing/2014/main" id="{56F7C14A-1F78-4974-AD2B-E4CD2389CA90}"/>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500"/>
              </a:spcAft>
              <a:buChar char="•"/>
              <a:defRPr sz="2000" b="0">
                <a:solidFill>
                  <a:srgbClr val="1C1C1C"/>
                </a:solidFill>
                <a:latin typeface="Arial"/>
                <a:ea typeface="Arial"/>
                <a:cs typeface="Arial"/>
              </a:defRPr>
            </a:pPr>
            <a:r>
              <a:t>The inner network predicts weights for a ProDMP.</a:t>
            </a:r>
          </a:p>
          <a:p xmlns:a="http://schemas.openxmlformats.org/drawingml/2006/main">
            <a:pPr marL="279400" indent="-165100" algn="l">
              <a:spcAft>
                <a:spcPts val="2500"/>
              </a:spcAft>
              <a:buChar char="•"/>
              <a:defRPr sz="2000" b="0">
                <a:solidFill>
                  <a:srgbClr val="1C1C1C"/>
                </a:solidFill>
                <a:latin typeface="Arial"/>
                <a:ea typeface="Arial"/>
                <a:cs typeface="Arial"/>
              </a:defRPr>
            </a:pPr>
            <a:r>
              <a:t>The decoder returns trajectory values during each update.</a:t>
            </a:r>
          </a:p>
          <a:p xmlns:a="http://schemas.openxmlformats.org/drawingml/2006/main">
            <a:pPr marL="279400" indent="-165100" algn="l">
              <a:spcAft>
                <a:spcPts val="2500"/>
              </a:spcAft>
              <a:buChar char="•"/>
              <a:defRPr sz="2000" b="0">
                <a:solidFill>
                  <a:srgbClr val="1C1C1C"/>
                </a:solidFill>
                <a:latin typeface="Arial"/>
                <a:ea typeface="Arial"/>
                <a:cs typeface="Arial"/>
              </a:defRPr>
            </a:pPr>
            <a:r>
              <a:t>MPD diffuses in action-sequence space.</a:t>
            </a:r>
          </a:p>
          <a:p xmlns:a="http://schemas.openxmlformats.org/drawingml/2006/main">
            <a:pPr marL="279400" indent="-165100" algn="l">
              <a:spcAft>
                <a:spcPts val="2500"/>
              </a:spcAft>
              <a:buChar char="•"/>
              <a:defRPr sz="2000" b="0">
                <a:solidFill>
                  <a:srgbClr val="1C1C1C"/>
                </a:solidFill>
                <a:latin typeface="Arial"/>
                <a:ea typeface="Arial"/>
                <a:cs typeface="Arial"/>
              </a:defRPr>
            </a:pPr>
            <a:r>
              <a:t>The authors report worse preliminary results for weight-space diffusion.</a:t>
            </a:r>
          </a:p>
        </p:txBody>
      </p:sp>
    </p:spTree>
    <p:extLst>
      <p:ext uri="{BB962C8B-B14F-4D97-AF65-F5344CB8AC3E}">
        <p14:creationId xmlns:p14="http://schemas.microsoft.com/office/powerpoint/2010/main" val="45189781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80116D4-2414-48A5-A2D5-874CE7027292}"/>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Training MPD</a:t>
            </a:r>
          </a:p>
        </p:txBody>
      </p:sp>
      <p:sp>
        <p:nvSpPr>
          <p:cNvPr id="2" name="source">
            <a:extLst xmlns:a="http://schemas.openxmlformats.org/drawingml/2006/main">
              <a:ext uri="{FF2B5EF4-FFF2-40B4-BE49-F238E27FC236}">
                <a16:creationId xmlns:a16="http://schemas.microsoft.com/office/drawing/2014/main" id="{D6323F28-EA7E-45E1-A3FB-CAC82CC46B6D}"/>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EEF4E147-1C59-4505-A40A-9F8408D0591C}"/>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13</a:t>
            </a:r>
          </a:p>
        </p:txBody>
      </p:sp>
      <p:sp>
        <p:nvSpPr>
          <p:cNvPr id="4" name="body-bullets">
            <a:extLst xmlns:a="http://schemas.openxmlformats.org/drawingml/2006/main">
              <a:ext uri="{FF2B5EF4-FFF2-40B4-BE49-F238E27FC236}">
                <a16:creationId xmlns:a16="http://schemas.microsoft.com/office/drawing/2014/main" id="{DFCE54E3-7473-40F0-A7E5-C9BF23AAB904}"/>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600"/>
              </a:spcAft>
              <a:buChar char="•"/>
              <a:defRPr sz="2000" b="0">
                <a:solidFill>
                  <a:srgbClr val="1C1C1C"/>
                </a:solidFill>
                <a:latin typeface="Arial"/>
                <a:ea typeface="Arial"/>
                <a:cs typeface="Arial"/>
              </a:defRPr>
            </a:pPr>
            <a:r>
              <a:t>Extract observation and action windows from demonstrations.</a:t>
            </a:r>
          </a:p>
          <a:p xmlns:a="http://schemas.openxmlformats.org/drawingml/2006/main">
            <a:pPr marL="279400" indent="-165100" algn="l">
              <a:spcAft>
                <a:spcPts val="2600"/>
              </a:spcAft>
              <a:buChar char="•"/>
              <a:defRPr sz="2000" b="0">
                <a:solidFill>
                  <a:srgbClr val="1C1C1C"/>
                </a:solidFill>
                <a:latin typeface="Arial"/>
                <a:ea typeface="Arial"/>
                <a:cs typeface="Arial"/>
              </a:defRPr>
            </a:pPr>
            <a:r>
              <a:t>Sample a noise level and corrupt the demonstrated action sequence.</a:t>
            </a:r>
          </a:p>
          <a:p xmlns:a="http://schemas.openxmlformats.org/drawingml/2006/main">
            <a:pPr marL="279400" indent="-165100" algn="l">
              <a:spcAft>
                <a:spcPts val="2600"/>
              </a:spcAft>
              <a:buChar char="•"/>
              <a:defRPr sz="2000" b="0">
                <a:solidFill>
                  <a:srgbClr val="1C1C1C"/>
                </a:solidFill>
                <a:latin typeface="Arial"/>
                <a:ea typeface="Arial"/>
                <a:cs typeface="Arial"/>
              </a:defRPr>
            </a:pPr>
            <a:r>
              <a:t>Predict primitive weights and decode a reconstructed sequence.</a:t>
            </a:r>
          </a:p>
          <a:p xmlns:a="http://schemas.openxmlformats.org/drawingml/2006/main">
            <a:pPr marL="279400" indent="-165100" algn="l">
              <a:spcAft>
                <a:spcPts val="2600"/>
              </a:spcAft>
              <a:buChar char="•"/>
              <a:defRPr sz="2000" b="0">
                <a:solidFill>
                  <a:srgbClr val="1C1C1C"/>
                </a:solidFill>
                <a:latin typeface="Arial"/>
                <a:ea typeface="Arial"/>
                <a:cs typeface="Arial"/>
              </a:defRPr>
            </a:pPr>
            <a:r>
              <a:t>Optimize the denoising objective against the demonstration.</a:t>
            </a:r>
          </a:p>
        </p:txBody>
      </p:sp>
    </p:spTree>
    <p:extLst>
      <p:ext uri="{BB962C8B-B14F-4D97-AF65-F5344CB8AC3E}">
        <p14:creationId xmlns:p14="http://schemas.microsoft.com/office/powerpoint/2010/main" val="174720292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22A98CF-CBF4-43EB-974F-B61DC1AA496E}"/>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Execution and Sampling Rates</a:t>
            </a:r>
          </a:p>
        </p:txBody>
      </p:sp>
      <p:sp>
        <p:nvSpPr>
          <p:cNvPr id="2" name="source">
            <a:extLst xmlns:a="http://schemas.openxmlformats.org/drawingml/2006/main">
              <a:ext uri="{FF2B5EF4-FFF2-40B4-BE49-F238E27FC236}">
                <a16:creationId xmlns:a16="http://schemas.microsoft.com/office/drawing/2014/main" id="{87E1E6DF-0F89-4EAB-9C82-2ABDDD5305AE}"/>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9A2F3662-0842-4AE2-B73F-82D0E699ACCA}"/>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3C3ABC21-B83E-4E53-94DC-30AFFEA4DB85}"/>
              </a:ext>
            </a:extLst>
          </p:cNvPr>
          <p:cNvGraphicFramePr/>
          <p:nvPr/>
        </p:nvGraphicFramePr>
        <p:xfrm>
          <a:off xmlns:a="http://schemas.openxmlformats.org/drawingml/2006/main" x="523875" y="1809750"/>
          <a:ext xmlns:a="http://schemas.openxmlformats.org/drawingml/2006/main" cx="11049000" cy="3333750"/>
        </p:xfrm>
        <a:graphic xmlns:a="http://schemas.openxmlformats.org/drawingml/2006/main">
          <a:graphicData uri="http://schemas.openxmlformats.org/drawingml/2006/table">
            <a:tbl>
              <a:tblPr/>
              <a:tblGrid>
                <a:gridCol w="6191250"/>
                <a:gridCol w="4857750"/>
              </a:tblGrid>
              <a:tr h="555625">
                <a:tc>
                  <a:txBody>
                    <a:bodyPr lIns="95250" tIns="95250" rIns="95250" bIns="66675">
                      <a:noAutofit/>
                    </a:bodyPr>
                    <a:lstStyle/>
                    <a:p>
                      <a:r>
                        <a:rPr sz="2000" b="1">
                          <a:solidFill>
                            <a:srgbClr val="FFFFFF"/>
                          </a:solidFill>
                          <a:latin typeface="Arial"/>
                          <a:ea typeface="Arial"/>
                          <a:cs typeface="Arial"/>
                        </a:rPr>
                        <a:t>Quantity</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Reported setting</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555625">
                <a:tc>
                  <a:txBody>
                    <a:bodyPr lIns="95250" tIns="95250" rIns="95250" bIns="66675">
                      <a:noAutofit/>
                    </a:bodyPr>
                    <a:lstStyle/>
                    <a:p>
                      <a:r>
                        <a:rPr sz="2000" b="0">
                          <a:solidFill>
                            <a:srgbClr val="1C1C1C"/>
                          </a:solidFill>
                          <a:latin typeface="Arial"/>
                          <a:ea typeface="Arial"/>
                          <a:cs typeface="Arial"/>
                        </a:rPr>
                        <a:t>Observation history</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3 samples</a:t>
                      </a:r>
                    </a:p>
                  </a:txBody>
                  <a:tcPr marL="91440" marR="91440" marT="45720" marB="45720">
                    <a:lnR w="7620">
                      <a:solidFill>
                        <a:srgbClr val="CFC8BA"/>
                      </a:solidFill>
                      <a:prstDash val="solid"/>
                    </a:lnR>
                    <a:lnB w="7620">
                      <a:solidFill>
                        <a:srgbClr val="CFC8BA"/>
                      </a:solidFill>
                      <a:prstDash val="solid"/>
                    </a:lnB>
                    <a:solidFill>
                      <a:srgbClr val="FFFFFF"/>
                    </a:solidFill>
                  </a:tcPr>
                </a:tc>
              </a:tr>
              <a:tr h="555625">
                <a:tc>
                  <a:txBody>
                    <a:bodyPr lIns="95250" tIns="95250" rIns="95250" bIns="66675">
                      <a:noAutofit/>
                    </a:bodyPr>
                    <a:lstStyle/>
                    <a:p>
                      <a:r>
                        <a:rPr sz="2000" b="0">
                          <a:solidFill>
                            <a:srgbClr val="1C1C1C"/>
                          </a:solidFill>
                          <a:latin typeface="Arial"/>
                          <a:ea typeface="Arial"/>
                          <a:cs typeface="Arial"/>
                        </a:rPr>
                        <a:t>Predicted action sequence</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12 steps</a:t>
                      </a:r>
                    </a:p>
                  </a:txBody>
                  <a:tcPr marL="91440" marR="91440" marT="45720" marB="45720">
                    <a:lnR w="7620">
                      <a:solidFill>
                        <a:srgbClr val="CFC8BA"/>
                      </a:solidFill>
                      <a:prstDash val="solid"/>
                    </a:lnR>
                    <a:lnB w="7620">
                      <a:solidFill>
                        <a:srgbClr val="CFC8BA"/>
                      </a:solidFill>
                      <a:prstDash val="solid"/>
                    </a:lnB>
                    <a:solidFill>
                      <a:srgbClr val="F5F3EF"/>
                    </a:solidFill>
                  </a:tcPr>
                </a:tc>
              </a:tr>
              <a:tr h="555625">
                <a:tc>
                  <a:txBody>
                    <a:bodyPr lIns="95250" tIns="95250" rIns="95250" bIns="66675">
                      <a:noAutofit/>
                    </a:bodyPr>
                    <a:lstStyle/>
                    <a:p>
                      <a:r>
                        <a:rPr sz="2000" b="0">
                          <a:solidFill>
                            <a:srgbClr val="1C1C1C"/>
                          </a:solidFill>
                          <a:latin typeface="Arial"/>
                          <a:ea typeface="Arial"/>
                          <a:cs typeface="Arial"/>
                        </a:rPr>
                        <a:t>Observation / action spacing</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0.1 s (10 Hz)</a:t>
                      </a:r>
                    </a:p>
                  </a:txBody>
                  <a:tcPr marL="91440" marR="91440" marT="45720" marB="45720">
                    <a:lnR w="7620">
                      <a:solidFill>
                        <a:srgbClr val="CFC8BA"/>
                      </a:solidFill>
                      <a:prstDash val="solid"/>
                    </a:lnR>
                    <a:lnB w="7620">
                      <a:solidFill>
                        <a:srgbClr val="CFC8BA"/>
                      </a:solidFill>
                      <a:prstDash val="solid"/>
                    </a:lnB>
                    <a:solidFill>
                      <a:srgbClr val="FFFFFF"/>
                    </a:solidFill>
                  </a:tcPr>
                </a:tc>
              </a:tr>
              <a:tr h="555625">
                <a:tc>
                  <a:txBody>
                    <a:bodyPr lIns="95250" tIns="95250" rIns="95250" bIns="66675">
                      <a:noAutofit/>
                    </a:bodyPr>
                    <a:lstStyle/>
                    <a:p>
                      <a:r>
                        <a:rPr sz="2000" b="0">
                          <a:solidFill>
                            <a:srgbClr val="1C1C1C"/>
                          </a:solidFill>
                          <a:latin typeface="Arial"/>
                          <a:ea typeface="Arial"/>
                          <a:cs typeface="Arial"/>
                        </a:rPr>
                        <a:t>Physical reference spacing</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0.005 s (200 Hz)</a:t>
                      </a:r>
                    </a:p>
                  </a:txBody>
                  <a:tcPr marL="91440" marR="91440" marT="45720" marB="45720">
                    <a:lnR w="7620">
                      <a:solidFill>
                        <a:srgbClr val="CFC8BA"/>
                      </a:solidFill>
                      <a:prstDash val="solid"/>
                    </a:lnR>
                    <a:lnB w="7620">
                      <a:solidFill>
                        <a:srgbClr val="CFC8BA"/>
                      </a:solidFill>
                      <a:prstDash val="solid"/>
                    </a:lnB>
                    <a:solidFill>
                      <a:srgbClr val="F5F3EF"/>
                    </a:solidFill>
                  </a:tcPr>
                </a:tc>
              </a:tr>
              <a:tr h="555625">
                <a:tc>
                  <a:txBody>
                    <a:bodyPr lIns="95250" tIns="95250" rIns="95250" bIns="66675">
                      <a:noAutofit/>
                    </a:bodyPr>
                    <a:lstStyle/>
                    <a:p>
                      <a:r>
                        <a:rPr sz="2000" b="0">
                          <a:solidFill>
                            <a:srgbClr val="1C1C1C"/>
                          </a:solidFill>
                          <a:latin typeface="Arial"/>
                          <a:ea typeface="Arial"/>
                          <a:cs typeface="Arial"/>
                        </a:rPr>
                        <a:t>ProDMP basis functions</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3</a:t>
                      </a:r>
                    </a:p>
                  </a:txBody>
                  <a:tcPr marL="91440" marR="91440" marT="45720" marB="45720">
                    <a:lnR w="7620">
                      <a:solidFill>
                        <a:srgbClr val="CFC8BA"/>
                      </a:solidFill>
                      <a:prstDash val="solid"/>
                    </a:lnR>
                    <a:lnB w="7620">
                      <a:solidFill>
                        <a:srgbClr val="CFC8BA"/>
                      </a:solidFill>
                      <a:prstDash val="solid"/>
                    </a:lnB>
                    <a:solidFill>
                      <a:srgbClr val="FFFFF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16821D5A-4C25-48BF-975B-4156D2530FAE}"/>
              </a:ext>
            </a:extLst>
          </p:cNvPr>
          <p:cNvSpPr>
            <a:spLocks xmlns:a="http://schemas.openxmlformats.org/drawingml/2006/main" noGrp="1"/>
          </p:cNvSpPr>
          <p:nvPr/>
        </p:nvSpPr>
        <p:spPr>
          <a:xfrm xmlns:a="http://schemas.openxmlformats.org/drawingml/2006/main">
            <a:off x="523875" y="542925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Reference sampling and policy inference describe different rates.</a:t>
            </a:r>
          </a:p>
        </p:txBody>
      </p:sp>
    </p:spTree>
    <p:extLst>
      <p:ext uri="{BB962C8B-B14F-4D97-AF65-F5344CB8AC3E}">
        <p14:creationId xmlns:p14="http://schemas.microsoft.com/office/powerpoint/2010/main" val="18147727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452ABF4-AEAF-46D5-A833-E3513929B080}"/>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Tasks Used in the Evaluation</a:t>
            </a:r>
          </a:p>
        </p:txBody>
      </p:sp>
      <p:sp>
        <p:nvSpPr>
          <p:cNvPr id="2" name="source">
            <a:extLst xmlns:a="http://schemas.openxmlformats.org/drawingml/2006/main">
              <a:ext uri="{FF2B5EF4-FFF2-40B4-BE49-F238E27FC236}">
                <a16:creationId xmlns:a16="http://schemas.microsoft.com/office/drawing/2014/main" id="{89D90BB2-FFB9-4E8C-B07C-23C7E2CACEB5}"/>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0B04510C-F881-413C-B245-C9D078DDA24B}"/>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15</a:t>
            </a:r>
          </a:p>
        </p:txBody>
      </p:sp>
      <p:sp>
        <p:nvSpPr>
          <p:cNvPr id="4" name="body-bullets">
            <a:extLst xmlns:a="http://schemas.openxmlformats.org/drawingml/2006/main">
              <a:ext uri="{FF2B5EF4-FFF2-40B4-BE49-F238E27FC236}">
                <a16:creationId xmlns:a16="http://schemas.microsoft.com/office/drawing/2014/main" id="{C267B3B5-2D59-4E7E-A4CB-F9BD99C3AE57}"/>
              </a:ext>
            </a:extLst>
          </p:cNvPr>
          <p:cNvSpPr>
            <a:spLocks xmlns:a="http://schemas.openxmlformats.org/drawingml/2006/main" noGrp="1"/>
          </p:cNvSpPr>
          <p:nvPr/>
        </p:nvSpPr>
        <p:spPr>
          <a:xfrm xmlns:a="http://schemas.openxmlformats.org/drawingml/2006/main">
            <a:off x="450533" y="1714500"/>
            <a:ext cx="5476875"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200"/>
              </a:spcAft>
              <a:buChar char="•"/>
              <a:defRPr sz="2000" b="0">
                <a:solidFill>
                  <a:srgbClr val="1C1C1C"/>
                </a:solidFill>
                <a:latin typeface="Arial"/>
                <a:ea typeface="Arial"/>
                <a:cs typeface="Arial"/>
              </a:defRPr>
            </a:pPr>
            <a:r>
              <a:t>Grasp Lift Touch: sequential bimanual coordination.</a:t>
            </a:r>
          </a:p>
          <a:p xmlns:a="http://schemas.openxmlformats.org/drawingml/2006/main">
            <a:pPr marL="279400" indent="-165100" algn="l">
              <a:spcAft>
                <a:spcPts val="2200"/>
              </a:spcAft>
              <a:buChar char="•"/>
              <a:defRPr sz="2000" b="0">
                <a:solidFill>
                  <a:srgbClr val="1C1C1C"/>
                </a:solidFill>
                <a:latin typeface="Arial"/>
                <a:ea typeface="Arial"/>
                <a:cs typeface="Arial"/>
              </a:defRPr>
            </a:pPr>
            <a:r>
              <a:t>Rope Threading: navigation through an eyelet.</a:t>
            </a:r>
          </a:p>
          <a:p xmlns:a="http://schemas.openxmlformats.org/drawingml/2006/main">
            <a:pPr marL="279400" indent="-165100" algn="l">
              <a:spcAft>
                <a:spcPts val="2200"/>
              </a:spcAft>
              <a:buChar char="•"/>
              <a:defRPr sz="2000" b="0">
                <a:solidFill>
                  <a:srgbClr val="1C1C1C"/>
                </a:solidFill>
                <a:latin typeface="Arial"/>
                <a:ea typeface="Arial"/>
                <a:cs typeface="Arial"/>
              </a:defRPr>
            </a:pPr>
            <a:r>
              <a:t>Bimanual Tissue Manipulation: coordinated deformation.</a:t>
            </a:r>
          </a:p>
          <a:p xmlns:a="http://schemas.openxmlformats.org/drawingml/2006/main">
            <a:pPr marL="279400" indent="-165100" algn="l">
              <a:spcAft>
                <a:spcPts val="2200"/>
              </a:spcAft>
              <a:buChar char="•"/>
              <a:defRPr sz="2000" b="0">
                <a:solidFill>
                  <a:srgbClr val="1C1C1C"/>
                </a:solidFill>
                <a:latin typeface="Arial"/>
                <a:ea typeface="Arial"/>
                <a:cs typeface="Arial"/>
              </a:defRPr>
            </a:pPr>
            <a:r>
              <a:t>Ligating Loop: positioning a flexible loop.</a:t>
            </a:r>
          </a:p>
        </p:txBody>
      </p:sp>
      <p:pic>
        <p:nvPicPr>
          <p:cNvPr id="5" name="">
            <a:extLst xmlns:a="http://schemas.openxmlformats.org/drawingml/2006/main">
              <a:ext uri="{FF2B5EF4-FFF2-40B4-BE49-F238E27FC236}">
                <a16:creationId xmlns:a16="http://schemas.microsoft.com/office/drawing/2014/main" id="{152F7CE6-5810-48D7-AEDF-A321C60800FB}"/>
              </a:ext>
            </a:extLst>
          </p:cNvPr>
          <p:cNvPicPr>
            <a:picLocks xmlns:a="http://schemas.openxmlformats.org/drawingml/2006/main" noChangeAspect="1"/>
          </p:cNvPicPr>
          <p:nvPr/>
        </p:nvPicPr>
        <p:blipFill>
          <a:blip xmlns:r="http://schemas.openxmlformats.org/officeDocument/2006/relationships" xmlns:a="http://schemas.openxmlformats.org/drawingml/2006/main" r:embed="R6b3dc0386ad749c1"/>
          <a:stretch xmlns:a="http://schemas.openxmlformats.org/drawingml/2006/main"/>
        </p:blipFill>
        <p:spPr>
          <a:xfrm xmlns:a="http://schemas.openxmlformats.org/drawingml/2006/main">
            <a:off x="6342745" y="1581150"/>
            <a:ext cx="5335810" cy="4552950"/>
          </a:xfrm>
          <a:prstGeom xmlns:a="http://schemas.openxmlformats.org/drawingml/2006/main" prst="rect">
            <a:avLst/>
          </a:prstGeom>
        </p:spPr>
      </p:pic>
    </p:spTree>
    <p:extLst>
      <p:ext uri="{BB962C8B-B14F-4D97-AF65-F5344CB8AC3E}">
        <p14:creationId xmlns:p14="http://schemas.microsoft.com/office/powerpoint/2010/main" val="160598853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7D625ED-45C2-4DC1-B3C6-42644C7A7F6C}"/>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Physical Experiments</a:t>
            </a:r>
          </a:p>
        </p:txBody>
      </p:sp>
      <p:sp>
        <p:nvSpPr>
          <p:cNvPr id="2" name="source">
            <a:extLst xmlns:a="http://schemas.openxmlformats.org/drawingml/2006/main">
              <a:ext uri="{FF2B5EF4-FFF2-40B4-BE49-F238E27FC236}">
                <a16:creationId xmlns:a16="http://schemas.microsoft.com/office/drawing/2014/main" id="{028D761D-F13A-477D-B931-3CEE4AF7B1F0}"/>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F9F54D80-9A71-42EC-95E6-0EEE1212AF1A}"/>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61B96614-ED1D-46D5-BA93-BF8B796D3EA7}"/>
              </a:ext>
            </a:extLst>
          </p:cNvPr>
          <p:cNvPicPr>
            <a:picLocks xmlns:a="http://schemas.openxmlformats.org/drawingml/2006/main" noChangeAspect="1"/>
          </p:cNvPicPr>
          <p:nvPr/>
        </p:nvPicPr>
        <p:blipFill>
          <a:blip xmlns:r="http://schemas.openxmlformats.org/officeDocument/2006/relationships" xmlns:a="http://schemas.openxmlformats.org/drawingml/2006/main" r:embed="R3cce3556e2d14a41"/>
          <a:stretch xmlns:a="http://schemas.openxmlformats.org/drawingml/2006/main"/>
        </p:blipFill>
        <p:spPr>
          <a:xfrm xmlns:a="http://schemas.openxmlformats.org/drawingml/2006/main">
            <a:off x="2065105" y="1666875"/>
            <a:ext cx="8061790" cy="2238375"/>
          </a:xfrm>
          <a:prstGeom xmlns:a="http://schemas.openxmlformats.org/drawingml/2006/main" prst="rect">
            <a:avLst/>
          </a:prstGeom>
        </p:spPr>
      </p:pic>
      <p:sp>
        <p:nvSpPr>
          <p:cNvPr id="5" name="body-bullets">
            <a:extLst xmlns:a="http://schemas.openxmlformats.org/drawingml/2006/main">
              <a:ext uri="{FF2B5EF4-FFF2-40B4-BE49-F238E27FC236}">
                <a16:creationId xmlns:a16="http://schemas.microsoft.com/office/drawing/2014/main" id="{29050EA5-AD25-4ECF-B18B-AF73A4DED70C}"/>
              </a:ext>
            </a:extLst>
          </p:cNvPr>
          <p:cNvSpPr>
            <a:spLocks xmlns:a="http://schemas.openxmlformats.org/drawingml/2006/main" noGrp="1"/>
          </p:cNvSpPr>
          <p:nvPr/>
        </p:nvSpPr>
        <p:spPr>
          <a:xfrm xmlns:a="http://schemas.openxmlformats.org/drawingml/2006/main">
            <a:off x="495300" y="4181475"/>
            <a:ext cx="11049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1500"/>
              </a:spcAft>
              <a:buChar char="•"/>
              <a:defRPr sz="2000" b="0">
                <a:solidFill>
                  <a:srgbClr val="1C1C1C"/>
                </a:solidFill>
                <a:latin typeface="Arial"/>
                <a:ea typeface="Arial"/>
                <a:cs typeface="Arial"/>
              </a:defRPr>
            </a:pPr>
            <a:r>
              <a:t>xArm7 manipulators use laparoscopic instruments and RGB images.</a:t>
            </a:r>
          </a:p>
          <a:p xmlns:a="http://schemas.openxmlformats.org/drawingml/2006/main">
            <a:pPr marL="279400" indent="-165100" algn="l">
              <a:spcAft>
                <a:spcPts val="1500"/>
              </a:spcAft>
              <a:buChar char="•"/>
              <a:defRPr sz="2000" b="0">
                <a:solidFill>
                  <a:srgbClr val="1C1C1C"/>
                </a:solidFill>
                <a:latin typeface="Arial"/>
                <a:ea typeface="Arial"/>
                <a:cs typeface="Arial"/>
              </a:defRPr>
            </a:pPr>
            <a:r>
              <a:t>Cloth and phantoms represent the deformable objects.</a:t>
            </a:r>
          </a:p>
          <a:p xmlns:a="http://schemas.openxmlformats.org/drawingml/2006/main">
            <a:pPr marL="279400" indent="-165100" algn="l">
              <a:spcAft>
                <a:spcPts val="1500"/>
              </a:spcAft>
              <a:buChar char="•"/>
              <a:defRPr sz="2000" b="0">
                <a:solidFill>
                  <a:srgbClr val="1C1C1C"/>
                </a:solidFill>
                <a:latin typeface="Arial"/>
                <a:ea typeface="Arial"/>
                <a:cs typeface="Arial"/>
              </a:defRPr>
            </a:pPr>
            <a:r>
              <a:t>The physical Ligating Loop task omits constriction.</a:t>
            </a:r>
          </a:p>
        </p:txBody>
      </p:sp>
    </p:spTree>
    <p:extLst>
      <p:ext uri="{BB962C8B-B14F-4D97-AF65-F5344CB8AC3E}">
        <p14:creationId xmlns:p14="http://schemas.microsoft.com/office/powerpoint/2010/main" val="5231852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FCD43B9-30CF-4AF8-98F1-CFFABE9123D8}"/>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Data and Evaluation Protocol</a:t>
            </a:r>
          </a:p>
        </p:txBody>
      </p:sp>
      <p:sp>
        <p:nvSpPr>
          <p:cNvPr id="2" name="source">
            <a:extLst xmlns:a="http://schemas.openxmlformats.org/drawingml/2006/main">
              <a:ext uri="{FF2B5EF4-FFF2-40B4-BE49-F238E27FC236}">
                <a16:creationId xmlns:a16="http://schemas.microsoft.com/office/drawing/2014/main" id="{C00F3CB2-9FE6-4157-9E03-B9FFCDDCE97F}"/>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04BDA703-A6F0-44B0-9649-94F97E881A17}"/>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9A0F3C5C-2066-4D14-9B00-CB52F948776A}"/>
              </a:ext>
            </a:extLst>
          </p:cNvPr>
          <p:cNvGraphicFramePr/>
          <p:nvPr/>
        </p:nvGraphicFramePr>
        <p:xfrm>
          <a:off xmlns:a="http://schemas.openxmlformats.org/drawingml/2006/main" x="523875" y="1809750"/>
          <a:ext xmlns:a="http://schemas.openxmlformats.org/drawingml/2006/main" cx="11049000" cy="3000375"/>
        </p:xfrm>
        <a:graphic xmlns:a="http://schemas.openxmlformats.org/drawingml/2006/main">
          <a:graphicData uri="http://schemas.openxmlformats.org/drawingml/2006/table">
            <a:tbl>
              <a:tblPr/>
              <a:tblGrid>
                <a:gridCol w="6191250"/>
                <a:gridCol w="2428875"/>
                <a:gridCol w="2428875"/>
              </a:tblGrid>
              <a:tr h="600075">
                <a:tc>
                  <a:txBody>
                    <a:bodyPr lIns="95250" tIns="95250" rIns="95250" bIns="66675">
                      <a:noAutofit/>
                    </a:bodyPr>
                    <a:lstStyle/>
                    <a:p>
                      <a:r>
                        <a:rPr sz="2000" b="1">
                          <a:solidFill>
                            <a:srgbClr val="FFFFFF"/>
                          </a:solidFill>
                          <a:latin typeface="Arial"/>
                          <a:ea typeface="Arial"/>
                          <a:cs typeface="Arial"/>
                        </a:rPr>
                        <a:t>Task</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Simulation demos</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Physical demos</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00075">
                <a:tc>
                  <a:txBody>
                    <a:bodyPr lIns="95250" tIns="95250" rIns="95250" bIns="66675">
                      <a:noAutofit/>
                    </a:bodyPr>
                    <a:lstStyle/>
                    <a:p>
                      <a:r>
                        <a:rPr sz="2000" b="0">
                          <a:solidFill>
                            <a:srgbClr val="1C1C1C"/>
                          </a:solidFill>
                          <a:latin typeface="Arial"/>
                          <a:ea typeface="Arial"/>
                          <a:cs typeface="Arial"/>
                        </a:rPr>
                        <a:t>Grasp Lift Touch</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45</a:t>
                      </a:r>
                    </a:p>
                  </a:txBody>
                  <a:tcPr marL="91440" marR="91440" marT="45720" marB="45720">
                    <a:lnR w="7620">
                      <a:solidFill>
                        <a:srgbClr val="CFC8BA"/>
                      </a:solidFill>
                      <a:prstDash val="solid"/>
                    </a:lnR>
                    <a:lnB w="7620">
                      <a:solidFill>
                        <a:srgbClr val="CFC8BA"/>
                      </a:solidFill>
                      <a:prstDash val="solid"/>
                    </a:lnB>
                    <a:solidFill>
                      <a:srgbClr val="FFFFFF"/>
                    </a:solidFill>
                  </a:tcPr>
                </a:tc>
              </a:tr>
              <a:tr h="600075">
                <a:tc>
                  <a:txBody>
                    <a:bodyPr lIns="95250" tIns="95250" rIns="95250" bIns="66675">
                      <a:noAutofit/>
                    </a:bodyPr>
                    <a:lstStyle/>
                    <a:p>
                      <a:r>
                        <a:rPr sz="2000" b="0">
                          <a:solidFill>
                            <a:srgbClr val="1C1C1C"/>
                          </a:solidFill>
                          <a:latin typeface="Arial"/>
                          <a:ea typeface="Arial"/>
                          <a:cs typeface="Arial"/>
                        </a:rPr>
                        <a:t>Rope Threading</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200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45</a:t>
                      </a:r>
                    </a:p>
                  </a:txBody>
                  <a:tcPr marL="91440" marR="91440" marT="45720" marB="45720">
                    <a:lnR w="7620">
                      <a:solidFill>
                        <a:srgbClr val="CFC8BA"/>
                      </a:solidFill>
                      <a:prstDash val="solid"/>
                    </a:lnR>
                    <a:lnB w="7620">
                      <a:solidFill>
                        <a:srgbClr val="CFC8BA"/>
                      </a:solidFill>
                      <a:prstDash val="solid"/>
                    </a:lnB>
                    <a:solidFill>
                      <a:srgbClr val="F5F3EF"/>
                    </a:solidFill>
                  </a:tcPr>
                </a:tc>
              </a:tr>
              <a:tr h="600075">
                <a:tc>
                  <a:txBody>
                    <a:bodyPr lIns="95250" tIns="95250" rIns="95250" bIns="66675">
                      <a:noAutofit/>
                    </a:bodyPr>
                    <a:lstStyle/>
                    <a:p>
                      <a:r>
                        <a:rPr sz="2000" b="0">
                          <a:solidFill>
                            <a:srgbClr val="1C1C1C"/>
                          </a:solidFill>
                          <a:latin typeface="Arial"/>
                          <a:ea typeface="Arial"/>
                          <a:cs typeface="Arial"/>
                        </a:rPr>
                        <a:t>Bimanual Tissue Manipulation</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150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200</a:t>
                      </a:r>
                    </a:p>
                  </a:txBody>
                  <a:tcPr marL="91440" marR="91440" marT="45720" marB="45720">
                    <a:lnR w="7620">
                      <a:solidFill>
                        <a:srgbClr val="CFC8BA"/>
                      </a:solidFill>
                      <a:prstDash val="solid"/>
                    </a:lnR>
                    <a:lnB w="7620">
                      <a:solidFill>
                        <a:srgbClr val="CFC8BA"/>
                      </a:solidFill>
                      <a:prstDash val="solid"/>
                    </a:lnB>
                    <a:solidFill>
                      <a:srgbClr val="FFFFFF"/>
                    </a:solidFill>
                  </a:tcPr>
                </a:tc>
              </a:tr>
              <a:tr h="600075">
                <a:tc>
                  <a:txBody>
                    <a:bodyPr lIns="95250" tIns="95250" rIns="95250" bIns="66675">
                      <a:noAutofit/>
                    </a:bodyPr>
                    <a:lstStyle/>
                    <a:p>
                      <a:r>
                        <a:rPr sz="2000" b="0">
                          <a:solidFill>
                            <a:srgbClr val="1C1C1C"/>
                          </a:solidFill>
                          <a:latin typeface="Arial"/>
                          <a:ea typeface="Arial"/>
                          <a:cs typeface="Arial"/>
                        </a:rPr>
                        <a:t>Ligating Loop</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135</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45</a:t>
                      </a:r>
                    </a:p>
                  </a:txBody>
                  <a:tcPr marL="91440" marR="91440" marT="45720" marB="45720">
                    <a:lnR w="7620">
                      <a:solidFill>
                        <a:srgbClr val="CFC8BA"/>
                      </a:solidFill>
                      <a:prstDash val="solid"/>
                    </a:lnR>
                    <a:lnB w="7620">
                      <a:solidFill>
                        <a:srgbClr val="CFC8BA"/>
                      </a:solidFill>
                      <a:prstDash val="solid"/>
                    </a:lnB>
                    <a:solidFill>
                      <a:srgbClr val="F5F3E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E4D441EB-80AF-4B15-ADFF-D6B0798BED67}"/>
              </a:ext>
            </a:extLst>
          </p:cNvPr>
          <p:cNvSpPr>
            <a:spLocks xmlns:a="http://schemas.openxmlformats.org/drawingml/2006/main" noGrp="1"/>
          </p:cNvSpPr>
          <p:nvPr/>
        </p:nvSpPr>
        <p:spPr>
          <a:xfrm xmlns:a="http://schemas.openxmlformats.org/drawingml/2006/main">
            <a:off x="523875" y="52292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One demonstrator. Five simulation seeds. Fifty physical test runs per model.</a:t>
            </a:r>
          </a:p>
        </p:txBody>
      </p:sp>
    </p:spTree>
    <p:extLst>
      <p:ext uri="{BB962C8B-B14F-4D97-AF65-F5344CB8AC3E}">
        <p14:creationId xmlns:p14="http://schemas.microsoft.com/office/powerpoint/2010/main" val="189553596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E142297-7DFB-4225-82AD-367B9EFAA24B}"/>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Baselines Used to Evaluate MPD</a:t>
            </a:r>
          </a:p>
        </p:txBody>
      </p:sp>
      <p:sp>
        <p:nvSpPr>
          <p:cNvPr id="2" name="source">
            <a:extLst xmlns:a="http://schemas.openxmlformats.org/drawingml/2006/main">
              <a:ext uri="{FF2B5EF4-FFF2-40B4-BE49-F238E27FC236}">
                <a16:creationId xmlns:a16="http://schemas.microsoft.com/office/drawing/2014/main" id="{D17BE331-E6CD-4C6D-99B3-BC6947F37FAE}"/>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D5AB8D57-77C7-4079-995F-54C4042D65F0}"/>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B957047F-D949-4585-825B-2F8B4CF36C91}"/>
              </a:ext>
            </a:extLst>
          </p:cNvPr>
          <p:cNvGraphicFramePr/>
          <p:nvPr/>
        </p:nvGraphicFramePr>
        <p:xfrm>
          <a:off xmlns:a="http://schemas.openxmlformats.org/drawingml/2006/main" x="523875" y="1809750"/>
          <a:ext xmlns:a="http://schemas.openxmlformats.org/drawingml/2006/main" cx="11049000" cy="3143250"/>
        </p:xfrm>
        <a:graphic xmlns:a="http://schemas.openxmlformats.org/drawingml/2006/main">
          <a:graphicData uri="http://schemas.openxmlformats.org/drawingml/2006/table">
            <a:tbl>
              <a:tblPr/>
              <a:tblGrid>
                <a:gridCol w="1428750"/>
                <a:gridCol w="2190750"/>
                <a:gridCol w="2476500"/>
                <a:gridCol w="4953000"/>
              </a:tblGrid>
              <a:tr h="628650">
                <a:tc>
                  <a:txBody>
                    <a:bodyPr lIns="95250" tIns="95250" rIns="95250" bIns="66675">
                      <a:noAutofit/>
                    </a:bodyPr>
                    <a:lstStyle/>
                    <a:p>
                      <a:r>
                        <a:rPr sz="2000" b="1">
                          <a:solidFill>
                            <a:srgbClr val="FFFFFF"/>
                          </a:solidFill>
                          <a:latin typeface="Arial"/>
                          <a:ea typeface="Arial"/>
                          <a:cs typeface="Arial"/>
                        </a:rPr>
                        <a:t>Method</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Diffusion</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Network</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Motion representation</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28650">
                <a:tc>
                  <a:txBody>
                    <a:bodyPr lIns="95250" tIns="95250" rIns="95250" bIns="66675">
                      <a:noAutofit/>
                    </a:bodyPr>
                    <a:lstStyle/>
                    <a:p>
                      <a:r>
                        <a:rPr sz="2000" b="0">
                          <a:solidFill>
                            <a:srgbClr val="1C1C1C"/>
                          </a:solidFill>
                          <a:latin typeface="Arial"/>
                          <a:ea typeface="Arial"/>
                          <a:cs typeface="Arial"/>
                        </a:rPr>
                        <a:t>BESO</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Score-based</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Transformer</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Sequence denoising</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0">
                          <a:solidFill>
                            <a:srgbClr val="1C1C1C"/>
                          </a:solidFill>
                          <a:latin typeface="Arial"/>
                          <a:ea typeface="Arial"/>
                          <a:cs typeface="Arial"/>
                        </a:rPr>
                        <a:t>DP-T</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DDPM</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Transformer</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Sequence denoising</a:t>
                      </a:r>
                    </a:p>
                  </a:txBody>
                  <a:tcPr marL="91440" marR="91440" marT="45720" marB="45720">
                    <a:lnR w="7620">
                      <a:solidFill>
                        <a:srgbClr val="CFC8BA"/>
                      </a:solidFill>
                      <a:prstDash val="solid"/>
                    </a:lnR>
                    <a:lnB w="7620">
                      <a:solidFill>
                        <a:srgbClr val="CFC8BA"/>
                      </a:solidFill>
                      <a:prstDash val="solid"/>
                    </a:lnB>
                    <a:solidFill>
                      <a:srgbClr val="F5F3EF"/>
                    </a:solidFill>
                  </a:tcPr>
                </a:tc>
              </a:tr>
              <a:tr h="628650">
                <a:tc>
                  <a:txBody>
                    <a:bodyPr lIns="95250" tIns="95250" rIns="95250" bIns="66675">
                      <a:noAutofit/>
                    </a:bodyPr>
                    <a:lstStyle/>
                    <a:p>
                      <a:r>
                        <a:rPr sz="2000" b="0">
                          <a:solidFill>
                            <a:srgbClr val="1C1C1C"/>
                          </a:solidFill>
                          <a:latin typeface="Arial"/>
                          <a:ea typeface="Arial"/>
                          <a:cs typeface="Arial"/>
                        </a:rPr>
                        <a:t>DP-C</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DDPM</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Temporal CNN</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Sequence denoising</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1">
                          <a:solidFill>
                            <a:srgbClr val="1C1C1C"/>
                          </a:solidFill>
                          <a:latin typeface="Arial"/>
                          <a:ea typeface="Arial"/>
                          <a:cs typeface="Arial"/>
                        </a:rPr>
                        <a:t>MPD</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Score-based</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Transformer</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ProDMP inside the denoiser</a:t>
                      </a:r>
                    </a:p>
                  </a:txBody>
                  <a:tcPr marL="91440" marR="91440" marT="45720" marB="45720">
                    <a:lnR w="7620">
                      <a:solidFill>
                        <a:srgbClr val="CFC8BA"/>
                      </a:solidFill>
                      <a:prstDash val="solid"/>
                    </a:lnR>
                    <a:lnB w="7620">
                      <a:solidFill>
                        <a:srgbClr val="CFC8BA"/>
                      </a:solidFill>
                      <a:prstDash val="solid"/>
                    </a:lnB>
                    <a:solidFill>
                      <a:srgbClr val="E0D5C0"/>
                    </a:solidFill>
                  </a:tcPr>
                </a:tc>
              </a:tr>
            </a:tbl>
          </a:graphicData>
        </a:graphic>
      </p:graphicFrame>
      <p:sp>
        <p:nvSpPr>
          <p:cNvPr id="5" name="interpretation">
            <a:extLst xmlns:a="http://schemas.openxmlformats.org/drawingml/2006/main">
              <a:ext uri="{FF2B5EF4-FFF2-40B4-BE49-F238E27FC236}">
                <a16:creationId xmlns:a16="http://schemas.microsoft.com/office/drawing/2014/main" id="{031F41D2-840A-449C-9539-74504C740A6B}"/>
              </a:ext>
            </a:extLst>
          </p:cNvPr>
          <p:cNvSpPr>
            <a:spLocks xmlns:a="http://schemas.openxmlformats.org/drawingml/2006/main" noGrp="1"/>
          </p:cNvSpPr>
          <p:nvPr/>
        </p:nvSpPr>
        <p:spPr>
          <a:xfrm xmlns:a="http://schemas.openxmlformats.org/drawingml/2006/main">
            <a:off x="523875" y="53816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The comparisons change more than one architectural choice.</a:t>
            </a:r>
          </a:p>
        </p:txBody>
      </p:sp>
    </p:spTree>
    <p:extLst>
      <p:ext uri="{BB962C8B-B14F-4D97-AF65-F5344CB8AC3E}">
        <p14:creationId xmlns:p14="http://schemas.microsoft.com/office/powerpoint/2010/main" val="111910076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3A1D51C-4A56-4E70-B45B-0833D074C8A4}"/>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Motion-Quality Metrics</a:t>
            </a:r>
          </a:p>
        </p:txBody>
      </p:sp>
      <p:sp>
        <p:nvSpPr>
          <p:cNvPr id="2" name="source">
            <a:extLst xmlns:a="http://schemas.openxmlformats.org/drawingml/2006/main">
              <a:ext uri="{FF2B5EF4-FFF2-40B4-BE49-F238E27FC236}">
                <a16:creationId xmlns:a16="http://schemas.microsoft.com/office/drawing/2014/main" id="{2079900A-76E9-473A-B124-F66874305E44}"/>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CFEEF711-BA4B-4FA1-9855-22FEAE602CFB}"/>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9B2FFB25-EE46-4533-8134-444A6B839925}"/>
              </a:ext>
            </a:extLst>
          </p:cNvPr>
          <p:cNvGraphicFramePr/>
          <p:nvPr/>
        </p:nvGraphicFramePr>
        <p:xfrm>
          <a:off xmlns:a="http://schemas.openxmlformats.org/drawingml/2006/main" x="523875" y="1809750"/>
          <a:ext xmlns:a="http://schemas.openxmlformats.org/drawingml/2006/main" cx="11049000" cy="3429000"/>
        </p:xfrm>
        <a:graphic xmlns:a="http://schemas.openxmlformats.org/drawingml/2006/main">
          <a:graphicData uri="http://schemas.openxmlformats.org/drawingml/2006/table">
            <a:tbl>
              <a:tblPr/>
              <a:tblGrid>
                <a:gridCol w="4095750"/>
                <a:gridCol w="6953250"/>
              </a:tblGrid>
              <a:tr h="571500">
                <a:tc>
                  <a:txBody>
                    <a:bodyPr lIns="95250" tIns="95250" rIns="95250" bIns="66675">
                      <a:noAutofit/>
                    </a:bodyPr>
                    <a:lstStyle/>
                    <a:p>
                      <a:r>
                        <a:rPr sz="2000" b="1">
                          <a:solidFill>
                            <a:srgbClr val="FFFFFF"/>
                          </a:solidFill>
                          <a:latin typeface="Arial"/>
                          <a:ea typeface="Arial"/>
                          <a:cs typeface="Arial"/>
                        </a:rPr>
                        <a:t>Metric</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Meaning in this study</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571500">
                <a:tc>
                  <a:txBody>
                    <a:bodyPr lIns="95250" tIns="95250" rIns="95250" bIns="66675">
                      <a:noAutofit/>
                    </a:bodyPr>
                    <a:lstStyle/>
                    <a:p>
                      <a:r>
                        <a:rPr sz="2000" b="0">
                          <a:solidFill>
                            <a:srgbClr val="1C1C1C"/>
                          </a:solidFill>
                          <a:latin typeface="Arial"/>
                          <a:ea typeface="Arial"/>
                          <a:cs typeface="Arial"/>
                        </a:rPr>
                        <a:t>Tissue / marker acceleration</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How strongly the manipulated object accelerates</a:t>
                      </a:r>
                    </a:p>
                  </a:txBody>
                  <a:tcPr marL="91440" marR="91440" marT="45720" marB="45720">
                    <a:lnR w="7620">
                      <a:solidFill>
                        <a:srgbClr val="CFC8BA"/>
                      </a:solidFill>
                      <a:prstDash val="solid"/>
                    </a:lnR>
                    <a:lnB w="7620">
                      <a:solidFill>
                        <a:srgbClr val="CFC8BA"/>
                      </a:solidFill>
                      <a:prstDash val="solid"/>
                    </a:lnB>
                    <a:solidFill>
                      <a:srgbClr val="FFFFFF"/>
                    </a:solidFill>
                  </a:tcPr>
                </a:tc>
              </a:tr>
              <a:tr h="571500">
                <a:tc>
                  <a:txBody>
                    <a:bodyPr lIns="95250" tIns="95250" rIns="95250" bIns="66675">
                      <a:noAutofit/>
                    </a:bodyPr>
                    <a:lstStyle/>
                    <a:p>
                      <a:r>
                        <a:rPr sz="2000" b="0">
                          <a:solidFill>
                            <a:srgbClr val="1C1C1C"/>
                          </a:solidFill>
                          <a:latin typeface="Arial"/>
                          <a:ea typeface="Arial"/>
                          <a:cs typeface="Arial"/>
                        </a:rPr>
                        <a:t>Instrument jerk</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How abruptly instrument acceleration changes</a:t>
                      </a:r>
                    </a:p>
                  </a:txBody>
                  <a:tcPr marL="91440" marR="91440" marT="45720" marB="45720">
                    <a:lnR w="7620">
                      <a:solidFill>
                        <a:srgbClr val="CFC8BA"/>
                      </a:solidFill>
                      <a:prstDash val="solid"/>
                    </a:lnR>
                    <a:lnB w="7620">
                      <a:solidFill>
                        <a:srgbClr val="CFC8BA"/>
                      </a:solidFill>
                      <a:prstDash val="solid"/>
                    </a:lnB>
                    <a:solidFill>
                      <a:srgbClr val="F5F3EF"/>
                    </a:solidFill>
                  </a:tcPr>
                </a:tc>
              </a:tr>
              <a:tr h="571500">
                <a:tc>
                  <a:txBody>
                    <a:bodyPr lIns="95250" tIns="95250" rIns="95250" bIns="66675">
                      <a:noAutofit/>
                    </a:bodyPr>
                    <a:lstStyle/>
                    <a:p>
                      <a:r>
                        <a:rPr sz="2000" b="0">
                          <a:solidFill>
                            <a:srgbClr val="1C1C1C"/>
                          </a:solidFill>
                          <a:latin typeface="Arial"/>
                          <a:ea typeface="Arial"/>
                          <a:cs typeface="Arial"/>
                        </a:rPr>
                        <a:t>Instrument “energy”</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An acceleration-sum motion proxy</a:t>
                      </a:r>
                    </a:p>
                  </a:txBody>
                  <a:tcPr marL="91440" marR="91440" marT="45720" marB="45720">
                    <a:lnR w="7620">
                      <a:solidFill>
                        <a:srgbClr val="CFC8BA"/>
                      </a:solidFill>
                      <a:prstDash val="solid"/>
                    </a:lnR>
                    <a:lnB w="7620">
                      <a:solidFill>
                        <a:srgbClr val="CFC8BA"/>
                      </a:solidFill>
                      <a:prstDash val="solid"/>
                    </a:lnB>
                    <a:solidFill>
                      <a:srgbClr val="FFFFFF"/>
                    </a:solidFill>
                  </a:tcPr>
                </a:tc>
              </a:tr>
              <a:tr h="571500">
                <a:tc>
                  <a:txBody>
                    <a:bodyPr lIns="95250" tIns="95250" rIns="95250" bIns="66675">
                      <a:noAutofit/>
                    </a:bodyPr>
                    <a:lstStyle/>
                    <a:p>
                      <a:r>
                        <a:rPr sz="2000" b="0">
                          <a:solidFill>
                            <a:srgbClr val="1C1C1C"/>
                          </a:solidFill>
                          <a:latin typeface="Arial"/>
                          <a:ea typeface="Arial"/>
                          <a:cs typeface="Arial"/>
                        </a:rPr>
                        <a:t>Path length</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Total distance travelled by the instrument</a:t>
                      </a:r>
                    </a:p>
                  </a:txBody>
                  <a:tcPr marL="91440" marR="91440" marT="45720" marB="45720">
                    <a:lnR w="7620">
                      <a:solidFill>
                        <a:srgbClr val="CFC8BA"/>
                      </a:solidFill>
                      <a:prstDash val="solid"/>
                    </a:lnR>
                    <a:lnB w="7620">
                      <a:solidFill>
                        <a:srgbClr val="CFC8BA"/>
                      </a:solidFill>
                      <a:prstDash val="solid"/>
                    </a:lnB>
                    <a:solidFill>
                      <a:srgbClr val="F5F3EF"/>
                    </a:solidFill>
                  </a:tcPr>
                </a:tc>
              </a:tr>
              <a:tr h="571500">
                <a:tc>
                  <a:txBody>
                    <a:bodyPr lIns="95250" tIns="95250" rIns="95250" bIns="66675">
                      <a:noAutofit/>
                    </a:bodyPr>
                    <a:lstStyle/>
                    <a:p>
                      <a:r>
                        <a:rPr sz="2000" b="0">
                          <a:solidFill>
                            <a:srgbClr val="1C1C1C"/>
                          </a:solidFill>
                          <a:latin typeface="Arial"/>
                          <a:ea typeface="Arial"/>
                          <a:cs typeface="Arial"/>
                        </a:rPr>
                        <a:t>Episode length</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Time required to finish the task</a:t>
                      </a:r>
                    </a:p>
                  </a:txBody>
                  <a:tcPr marL="91440" marR="91440" marT="45720" marB="45720">
                    <a:lnR w="7620">
                      <a:solidFill>
                        <a:srgbClr val="CFC8BA"/>
                      </a:solidFill>
                      <a:prstDash val="solid"/>
                    </a:lnR>
                    <a:lnB w="7620">
                      <a:solidFill>
                        <a:srgbClr val="CFC8BA"/>
                      </a:solidFill>
                      <a:prstDash val="solid"/>
                    </a:lnB>
                    <a:solidFill>
                      <a:srgbClr val="FFFFF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CCAD26FF-7DF2-4BAF-8FD8-A3F26FDC232E}"/>
              </a:ext>
            </a:extLst>
          </p:cNvPr>
          <p:cNvSpPr>
            <a:spLocks xmlns:a="http://schemas.openxmlformats.org/drawingml/2006/main" noGrp="1"/>
          </p:cNvSpPr>
          <p:nvPr/>
        </p:nvSpPr>
        <p:spPr>
          <a:xfrm xmlns:a="http://schemas.openxmlformats.org/drawingml/2006/main">
            <a:off x="523875" y="55340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These motion metrics complement the task-success rate.</a:t>
            </a:r>
          </a:p>
        </p:txBody>
      </p:sp>
    </p:spTree>
    <p:extLst>
      <p:ext uri="{BB962C8B-B14F-4D97-AF65-F5344CB8AC3E}">
        <p14:creationId xmlns:p14="http://schemas.microsoft.com/office/powerpoint/2010/main" val="115778660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BA02897-60F5-457A-9FB2-DA7C14ED180D}"/>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Results with State Observations</a:t>
            </a:r>
          </a:p>
        </p:txBody>
      </p:sp>
      <p:sp>
        <p:nvSpPr>
          <p:cNvPr id="2" name="source">
            <a:extLst xmlns:a="http://schemas.openxmlformats.org/drawingml/2006/main">
              <a:ext uri="{FF2B5EF4-FFF2-40B4-BE49-F238E27FC236}">
                <a16:creationId xmlns:a16="http://schemas.microsoft.com/office/drawing/2014/main" id="{38B2AFC9-4C78-4DAB-A9AB-8E834A7334C5}"/>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1AD2F0BD-B664-4BD3-898E-392DA8BF5091}"/>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4EFEE305-7AA9-4B9E-9BD0-218F84651BA9}"/>
              </a:ext>
            </a:extLst>
          </p:cNvPr>
          <p:cNvGraphicFramePr/>
          <p:nvPr/>
        </p:nvGraphicFramePr>
        <p:xfrm>
          <a:off xmlns:a="http://schemas.openxmlformats.org/drawingml/2006/main" x="523875" y="1809750"/>
          <a:ext xmlns:a="http://schemas.openxmlformats.org/drawingml/2006/main" cx="11049000" cy="3143250"/>
        </p:xfrm>
        <a:graphic xmlns:a="http://schemas.openxmlformats.org/drawingml/2006/main">
          <a:graphicData uri="http://schemas.openxmlformats.org/drawingml/2006/table">
            <a:tbl>
              <a:tblPr/>
              <a:tblGrid>
                <a:gridCol w="1524000"/>
                <a:gridCol w="1905000"/>
                <a:gridCol w="1905000"/>
                <a:gridCol w="1905000"/>
                <a:gridCol w="1905000"/>
                <a:gridCol w="1905000"/>
              </a:tblGrid>
              <a:tr h="628650">
                <a:tc>
                  <a:txBody>
                    <a:bodyPr lIns="95250" tIns="95250" rIns="95250" bIns="66675">
                      <a:noAutofit/>
                    </a:bodyPr>
                    <a:lstStyle/>
                    <a:p>
                      <a:r>
                        <a:rPr sz="2000" b="1">
                          <a:solidFill>
                            <a:srgbClr val="FFFFFF"/>
                          </a:solidFill>
                          <a:latin typeface="Arial"/>
                          <a:ea typeface="Arial"/>
                          <a:cs typeface="Arial"/>
                        </a:rPr>
                        <a:t>Method</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GLT</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RT</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BTM</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LL</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Average</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28650">
                <a:tc>
                  <a:txBody>
                    <a:bodyPr lIns="95250" tIns="95250" rIns="95250" bIns="66675">
                      <a:noAutofit/>
                    </a:bodyPr>
                    <a:lstStyle/>
                    <a:p>
                      <a:r>
                        <a:rPr sz="2000" b="0">
                          <a:solidFill>
                            <a:srgbClr val="1C1C1C"/>
                          </a:solidFill>
                          <a:latin typeface="Arial"/>
                          <a:ea typeface="Arial"/>
                          <a:cs typeface="Arial"/>
                        </a:rPr>
                        <a:t>BESO</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68.4 (6.8)</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90.4 (1.2)</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88.2 (3.9)</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83.2 (4.8)</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82.55</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0">
                          <a:solidFill>
                            <a:srgbClr val="1C1C1C"/>
                          </a:solidFill>
                          <a:latin typeface="Arial"/>
                          <a:ea typeface="Arial"/>
                          <a:cs typeface="Arial"/>
                        </a:rPr>
                        <a:t>DP-T</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89.6 (1.9)</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98.4 (0.5)</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97.00</a:t>
                      </a:r>
                    </a:p>
                  </a:txBody>
                  <a:tcPr marL="91440" marR="91440" marT="45720" marB="45720">
                    <a:lnR w="7620">
                      <a:solidFill>
                        <a:srgbClr val="CFC8BA"/>
                      </a:solidFill>
                      <a:prstDash val="solid"/>
                    </a:lnR>
                    <a:lnB w="7620">
                      <a:solidFill>
                        <a:srgbClr val="CFC8BA"/>
                      </a:solidFill>
                      <a:prstDash val="solid"/>
                    </a:lnB>
                    <a:solidFill>
                      <a:srgbClr val="F5F3EF"/>
                    </a:solidFill>
                  </a:tcPr>
                </a:tc>
              </a:tr>
              <a:tr h="628650">
                <a:tc>
                  <a:txBody>
                    <a:bodyPr lIns="95250" tIns="95250" rIns="95250" bIns="66675">
                      <a:noAutofit/>
                    </a:bodyPr>
                    <a:lstStyle/>
                    <a:p>
                      <a:r>
                        <a:rPr sz="2000" b="0">
                          <a:solidFill>
                            <a:srgbClr val="1C1C1C"/>
                          </a:solidFill>
                          <a:latin typeface="Arial"/>
                          <a:ea typeface="Arial"/>
                          <a:cs typeface="Arial"/>
                        </a:rPr>
                        <a:t>DP-C</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82.0 (2.3)</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93.2 (1.9)</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93.80</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1">
                          <a:solidFill>
                            <a:srgbClr val="1C1C1C"/>
                          </a:solidFill>
                          <a:latin typeface="Arial"/>
                          <a:ea typeface="Arial"/>
                          <a:cs typeface="Arial"/>
                        </a:rPr>
                        <a:t>MPD</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99.2 (0.7)</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93.8 (1.2)</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99.0 (0.6)</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99.6 (0.5)</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97.90</a:t>
                      </a:r>
                    </a:p>
                  </a:txBody>
                  <a:tcPr marL="91440" marR="91440" marT="45720" marB="45720">
                    <a:lnR w="7620">
                      <a:solidFill>
                        <a:srgbClr val="CFC8BA"/>
                      </a:solidFill>
                      <a:prstDash val="solid"/>
                    </a:lnR>
                    <a:lnB w="7620">
                      <a:solidFill>
                        <a:srgbClr val="CFC8BA"/>
                      </a:solidFill>
                      <a:prstDash val="solid"/>
                    </a:lnB>
                    <a:solidFill>
                      <a:srgbClr val="E0D5C0"/>
                    </a:solidFill>
                  </a:tcPr>
                </a:tc>
              </a:tr>
            </a:tbl>
          </a:graphicData>
        </a:graphic>
      </p:graphicFrame>
      <p:sp>
        <p:nvSpPr>
          <p:cNvPr id="5" name="interpretation">
            <a:extLst xmlns:a="http://schemas.openxmlformats.org/drawingml/2006/main">
              <a:ext uri="{FF2B5EF4-FFF2-40B4-BE49-F238E27FC236}">
                <a16:creationId xmlns:a16="http://schemas.microsoft.com/office/drawing/2014/main" id="{6871455C-1416-48D4-9A9D-68EED9E56FF5}"/>
              </a:ext>
            </a:extLst>
          </p:cNvPr>
          <p:cNvSpPr>
            <a:spLocks xmlns:a="http://schemas.openxmlformats.org/drawingml/2006/main" noGrp="1"/>
          </p:cNvSpPr>
          <p:nvPr/>
        </p:nvSpPr>
        <p:spPr>
          <a:xfrm xmlns:a="http://schemas.openxmlformats.org/drawingml/2006/main">
            <a:off x="523875" y="52673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Success (%), mean (SD). MPD leads the average by 0.90 percentage points over DP-T.</a:t>
            </a:r>
          </a:p>
        </p:txBody>
      </p:sp>
    </p:spTree>
    <p:extLst>
      <p:ext uri="{BB962C8B-B14F-4D97-AF65-F5344CB8AC3E}">
        <p14:creationId xmlns:p14="http://schemas.microsoft.com/office/powerpoint/2010/main" val="203107865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34488E2-D525-4123-9F9F-27D96C0EC0C4}"/>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Results with Image Observations</a:t>
            </a:r>
          </a:p>
        </p:txBody>
      </p:sp>
      <p:sp>
        <p:nvSpPr>
          <p:cNvPr id="2" name="source">
            <a:extLst xmlns:a="http://schemas.openxmlformats.org/drawingml/2006/main">
              <a:ext uri="{FF2B5EF4-FFF2-40B4-BE49-F238E27FC236}">
                <a16:creationId xmlns:a16="http://schemas.microsoft.com/office/drawing/2014/main" id="{734E155B-4991-4F6A-9F45-C4343E95B846}"/>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37BAE8DE-907A-4E53-8C19-2CE4E31B02DC}"/>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21</a:t>
            </a:r>
          </a:p>
        </p:txBody>
      </p:sp>
      <p:graphicFrame>
        <p:nvGraphicFramePr>
          <p:cNvPr id="4" name="">
            <a:extLst xmlns:a="http://schemas.openxmlformats.org/drawingml/2006/main">
              <a:ext uri="{FF2B5EF4-FFF2-40B4-BE49-F238E27FC236}">
                <a16:creationId xmlns:a16="http://schemas.microsoft.com/office/drawing/2014/main" id="{DBACE61A-4D2D-4900-99F0-0B53DD5D183F}"/>
              </a:ext>
            </a:extLst>
          </p:cNvPr>
          <p:cNvGraphicFramePr/>
          <p:nvPr/>
        </p:nvGraphicFramePr>
        <p:xfrm>
          <a:off xmlns:a="http://schemas.openxmlformats.org/drawingml/2006/main" x="523875" y="1809750"/>
          <a:ext xmlns:a="http://schemas.openxmlformats.org/drawingml/2006/main" cx="11049000" cy="3143250"/>
        </p:xfrm>
        <a:graphic xmlns:a="http://schemas.openxmlformats.org/drawingml/2006/main">
          <a:graphicData uri="http://schemas.openxmlformats.org/drawingml/2006/table">
            <a:tbl>
              <a:tblPr/>
              <a:tblGrid>
                <a:gridCol w="1524000"/>
                <a:gridCol w="1905000"/>
                <a:gridCol w="1905000"/>
                <a:gridCol w="1905000"/>
                <a:gridCol w="1905000"/>
                <a:gridCol w="1905000"/>
              </a:tblGrid>
              <a:tr h="628650">
                <a:tc>
                  <a:txBody>
                    <a:bodyPr lIns="95250" tIns="95250" rIns="95250" bIns="66675">
                      <a:noAutofit/>
                    </a:bodyPr>
                    <a:lstStyle/>
                    <a:p>
                      <a:r>
                        <a:rPr sz="2000" b="1">
                          <a:solidFill>
                            <a:srgbClr val="FFFFFF"/>
                          </a:solidFill>
                          <a:latin typeface="Arial"/>
                          <a:ea typeface="Arial"/>
                          <a:cs typeface="Arial"/>
                        </a:rPr>
                        <a:t>Method</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GLT</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RT</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BTM</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LL</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Average</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28650">
                <a:tc>
                  <a:txBody>
                    <a:bodyPr lIns="95250" tIns="95250" rIns="95250" bIns="66675">
                      <a:noAutofit/>
                    </a:bodyPr>
                    <a:lstStyle/>
                    <a:p>
                      <a:r>
                        <a:rPr sz="2000" b="0">
                          <a:solidFill>
                            <a:srgbClr val="1C1C1C"/>
                          </a:solidFill>
                          <a:latin typeface="Arial"/>
                          <a:ea typeface="Arial"/>
                          <a:cs typeface="Arial"/>
                        </a:rPr>
                        <a:t>BESO</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99.8 (0.4)</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66.8 (2.3)</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91.4 (2.4)</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99.8 (0.4)</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89.45</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0">
                          <a:solidFill>
                            <a:srgbClr val="1C1C1C"/>
                          </a:solidFill>
                          <a:latin typeface="Arial"/>
                          <a:ea typeface="Arial"/>
                          <a:cs typeface="Arial"/>
                        </a:rPr>
                        <a:t>DP-T</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76.6 (4.5)</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95.8 (0.7)</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99.8 (0.4)</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93.05</a:t>
                      </a:r>
                    </a:p>
                  </a:txBody>
                  <a:tcPr marL="91440" marR="91440" marT="45720" marB="45720">
                    <a:lnR w="7620">
                      <a:solidFill>
                        <a:srgbClr val="CFC8BA"/>
                      </a:solidFill>
                      <a:prstDash val="solid"/>
                    </a:lnR>
                    <a:lnB w="7620">
                      <a:solidFill>
                        <a:srgbClr val="CFC8BA"/>
                      </a:solidFill>
                      <a:prstDash val="solid"/>
                    </a:lnB>
                    <a:solidFill>
                      <a:srgbClr val="F5F3EF"/>
                    </a:solidFill>
                  </a:tcPr>
                </a:tc>
              </a:tr>
              <a:tr h="628650">
                <a:tc>
                  <a:txBody>
                    <a:bodyPr lIns="95250" tIns="95250" rIns="95250" bIns="66675">
                      <a:noAutofit/>
                    </a:bodyPr>
                    <a:lstStyle/>
                    <a:p>
                      <a:r>
                        <a:rPr sz="2000" b="0">
                          <a:solidFill>
                            <a:srgbClr val="1C1C1C"/>
                          </a:solidFill>
                          <a:latin typeface="Arial"/>
                          <a:ea typeface="Arial"/>
                          <a:cs typeface="Arial"/>
                        </a:rPr>
                        <a:t>DP-C</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83.2 (1.2)</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85.2 (1.3)</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92.15</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1">
                          <a:solidFill>
                            <a:srgbClr val="1C1C1C"/>
                          </a:solidFill>
                          <a:latin typeface="Arial"/>
                          <a:ea typeface="Arial"/>
                          <a:cs typeface="Arial"/>
                        </a:rPr>
                        <a:t>MPD</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78.6 (3.4)</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99.0 (1.1)</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100 (0.0)</a:t>
                      </a:r>
                    </a:p>
                  </a:txBody>
                  <a:tcPr marL="91440" marR="91440" marT="45720" marB="45720">
                    <a:lnR w="7620">
                      <a:solidFill>
                        <a:srgbClr val="CFC8BA"/>
                      </a:solidFill>
                      <a:prstDash val="solid"/>
                    </a:lnR>
                    <a:lnB w="7620">
                      <a:solidFill>
                        <a:srgbClr val="CFC8BA"/>
                      </a:solidFill>
                      <a:prstDash val="solid"/>
                    </a:lnB>
                    <a:solidFill>
                      <a:srgbClr val="E0D5C0"/>
                    </a:solidFill>
                  </a:tcPr>
                </a:tc>
                <a:tc>
                  <a:txBody>
                    <a:bodyPr lIns="95250" tIns="95250" rIns="95250" bIns="66675">
                      <a:noAutofit/>
                    </a:bodyPr>
                    <a:lstStyle/>
                    <a:p>
                      <a:r>
                        <a:rPr sz="2000" b="1">
                          <a:solidFill>
                            <a:srgbClr val="1C1C1C"/>
                          </a:solidFill>
                          <a:latin typeface="Arial"/>
                          <a:ea typeface="Arial"/>
                          <a:cs typeface="Arial"/>
                        </a:rPr>
                        <a:t>94.40</a:t>
                      </a:r>
                    </a:p>
                  </a:txBody>
                  <a:tcPr marL="91440" marR="91440" marT="45720" marB="45720">
                    <a:lnR w="7620">
                      <a:solidFill>
                        <a:srgbClr val="CFC8BA"/>
                      </a:solidFill>
                      <a:prstDash val="solid"/>
                    </a:lnR>
                    <a:lnB w="7620">
                      <a:solidFill>
                        <a:srgbClr val="CFC8BA"/>
                      </a:solidFill>
                      <a:prstDash val="solid"/>
                    </a:lnB>
                    <a:solidFill>
                      <a:srgbClr val="E0D5C0"/>
                    </a:solidFill>
                  </a:tcPr>
                </a:tc>
              </a:tr>
            </a:tbl>
          </a:graphicData>
        </a:graphic>
      </p:graphicFrame>
      <p:sp>
        <p:nvSpPr>
          <p:cNvPr id="5" name="interpretation">
            <a:extLst xmlns:a="http://schemas.openxmlformats.org/drawingml/2006/main">
              <a:ext uri="{FF2B5EF4-FFF2-40B4-BE49-F238E27FC236}">
                <a16:creationId xmlns:a16="http://schemas.microsoft.com/office/drawing/2014/main" id="{0DFFED16-2F1E-4DF6-82D6-39D563E4EFBA}"/>
              </a:ext>
            </a:extLst>
          </p:cNvPr>
          <p:cNvSpPr>
            <a:spLocks xmlns:a="http://schemas.openxmlformats.org/drawingml/2006/main" noGrp="1"/>
          </p:cNvSpPr>
          <p:nvPr/>
        </p:nvSpPr>
        <p:spPr>
          <a:xfrm xmlns:a="http://schemas.openxmlformats.org/drawingml/2006/main">
            <a:off x="523875" y="526732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MPD leads the average, while DP-C performs best on image-based Rope Threading.</a:t>
            </a:r>
          </a:p>
        </p:txBody>
      </p:sp>
    </p:spTree>
    <p:extLst>
      <p:ext uri="{BB962C8B-B14F-4D97-AF65-F5344CB8AC3E}">
        <p14:creationId xmlns:p14="http://schemas.microsoft.com/office/powerpoint/2010/main" val="68399133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F2817C9-A1C2-40D4-BBEE-8F1C2603C1D2}"/>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Results on the Physical Robots</a:t>
            </a:r>
          </a:p>
        </p:txBody>
      </p:sp>
      <p:sp>
        <p:nvSpPr>
          <p:cNvPr id="2" name="source">
            <a:extLst xmlns:a="http://schemas.openxmlformats.org/drawingml/2006/main">
              <a:ext uri="{FF2B5EF4-FFF2-40B4-BE49-F238E27FC236}">
                <a16:creationId xmlns:a16="http://schemas.microsoft.com/office/drawing/2014/main" id="{0B68CF4B-31A0-43EB-B531-9D9F0F4A3EA3}"/>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171562A1-89B3-454F-A7B0-B665170592A3}"/>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60469245-86F6-4F27-A35F-51DC3BB46FD7}"/>
              </a:ext>
            </a:extLst>
          </p:cNvPr>
          <p:cNvGraphicFramePr/>
          <p:nvPr/>
        </p:nvGraphicFramePr>
        <p:xfrm>
          <a:off xmlns:a="http://schemas.openxmlformats.org/drawingml/2006/main" x="523875" y="1809750"/>
          <a:ext xmlns:a="http://schemas.openxmlformats.org/drawingml/2006/main" cx="11049000" cy="3143250"/>
        </p:xfrm>
        <a:graphic xmlns:a="http://schemas.openxmlformats.org/drawingml/2006/main">
          <a:graphicData uri="http://schemas.openxmlformats.org/drawingml/2006/table">
            <a:tbl>
              <a:tblPr/>
              <a:tblGrid>
                <a:gridCol w="7429500"/>
                <a:gridCol w="1809750"/>
                <a:gridCol w="1809750"/>
              </a:tblGrid>
              <a:tr h="628650">
                <a:tc>
                  <a:txBody>
                    <a:bodyPr lIns="95250" tIns="95250" rIns="95250" bIns="66675">
                      <a:noAutofit/>
                    </a:bodyPr>
                    <a:lstStyle/>
                    <a:p>
                      <a:r>
                        <a:rPr sz="2000" b="1">
                          <a:solidFill>
                            <a:srgbClr val="FFFFFF"/>
                          </a:solidFill>
                          <a:latin typeface="Arial"/>
                          <a:ea typeface="Arial"/>
                          <a:cs typeface="Arial"/>
                        </a:rPr>
                        <a:t>Task / condition</a:t>
                      </a:r>
                    </a:p>
                  </a:txBody>
                  <a:tcPr marL="91440" marR="91440" marT="45720" marB="45720">
                    <a:lnL w="7620">
                      <a:solidFill>
                        <a:srgbClr val="CFC8BA"/>
                      </a:solidFill>
                      <a:prstDash val="solid"/>
                    </a:lnL>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MPD</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c>
                  <a:txBody>
                    <a:bodyPr lIns="95250" tIns="95250" rIns="95250" bIns="66675">
                      <a:noAutofit/>
                    </a:bodyPr>
                    <a:lstStyle/>
                    <a:p>
                      <a:r>
                        <a:rPr sz="2000" b="1">
                          <a:solidFill>
                            <a:srgbClr val="FFFFFF"/>
                          </a:solidFill>
                          <a:latin typeface="Arial"/>
                          <a:ea typeface="Arial"/>
                          <a:cs typeface="Arial"/>
                        </a:rPr>
                        <a:t>DP-C</a:t>
                      </a:r>
                    </a:p>
                  </a:txBody>
                  <a:tcPr marL="91440" marR="91440" marT="45720" marB="45720">
                    <a:lnR w="7620">
                      <a:solidFill>
                        <a:srgbClr val="CFC8BA"/>
                      </a:solidFill>
                      <a:prstDash val="solid"/>
                    </a:lnR>
                    <a:lnT w="7620">
                      <a:solidFill>
                        <a:srgbClr val="CFC8BA"/>
                      </a:solidFill>
                      <a:prstDash val="solid"/>
                    </a:lnT>
                    <a:lnB w="7620">
                      <a:solidFill>
                        <a:srgbClr val="CFC8BA"/>
                      </a:solidFill>
                      <a:prstDash val="solid"/>
                    </a:lnB>
                    <a:solidFill>
                      <a:srgbClr val="1C1C1C"/>
                    </a:solidFill>
                  </a:tcPr>
                </a:tc>
              </a:tr>
              <a:tr h="628650">
                <a:tc>
                  <a:txBody>
                    <a:bodyPr lIns="95250" tIns="95250" rIns="95250" bIns="66675">
                      <a:noAutofit/>
                    </a:bodyPr>
                    <a:lstStyle/>
                    <a:p>
                      <a:r>
                        <a:rPr sz="2000" b="0">
                          <a:solidFill>
                            <a:srgbClr val="1C1C1C"/>
                          </a:solidFill>
                          <a:latin typeface="Arial"/>
                          <a:ea typeface="Arial"/>
                          <a:cs typeface="Arial"/>
                        </a:rPr>
                        <a:t>BTM (2 mm threshold, state input)</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90%</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70%</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0">
                          <a:solidFill>
                            <a:srgbClr val="1C1C1C"/>
                          </a:solidFill>
                          <a:latin typeface="Arial"/>
                          <a:ea typeface="Arial"/>
                          <a:cs typeface="Arial"/>
                        </a:rPr>
                        <a:t>Grasp Lift Touch</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a:t>
                      </a:r>
                    </a:p>
                  </a:txBody>
                  <a:tcPr marL="91440" marR="91440" marT="45720" marB="45720">
                    <a:lnR w="7620">
                      <a:solidFill>
                        <a:srgbClr val="CFC8BA"/>
                      </a:solidFill>
                      <a:prstDash val="solid"/>
                    </a:lnR>
                    <a:lnB w="7620">
                      <a:solidFill>
                        <a:srgbClr val="CFC8BA"/>
                      </a:solidFill>
                      <a:prstDash val="solid"/>
                    </a:lnB>
                    <a:solidFill>
                      <a:srgbClr val="F5F3EF"/>
                    </a:solidFill>
                  </a:tcPr>
                </a:tc>
              </a:tr>
              <a:tr h="628650">
                <a:tc>
                  <a:txBody>
                    <a:bodyPr lIns="95250" tIns="95250" rIns="95250" bIns="66675">
                      <a:noAutofit/>
                    </a:bodyPr>
                    <a:lstStyle/>
                    <a:p>
                      <a:r>
                        <a:rPr sz="2000" b="0">
                          <a:solidFill>
                            <a:srgbClr val="1C1C1C"/>
                          </a:solidFill>
                          <a:latin typeface="Arial"/>
                          <a:ea typeface="Arial"/>
                          <a:cs typeface="Arial"/>
                        </a:rPr>
                        <a:t>Rope Threading</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96%</a:t>
                      </a:r>
                    </a:p>
                  </a:txBody>
                  <a:tcPr marL="91440" marR="91440" marT="45720" marB="45720">
                    <a:lnR w="7620">
                      <a:solidFill>
                        <a:srgbClr val="CFC8BA"/>
                      </a:solidFill>
                      <a:prstDash val="solid"/>
                    </a:lnR>
                    <a:lnB w="7620">
                      <a:solidFill>
                        <a:srgbClr val="CFC8BA"/>
                      </a:solidFill>
                      <a:prstDash val="solid"/>
                    </a:lnB>
                    <a:solidFill>
                      <a:srgbClr val="FFFFFF"/>
                    </a:solidFill>
                  </a:tcPr>
                </a:tc>
                <a:tc>
                  <a:txBody>
                    <a:bodyPr lIns="95250" tIns="95250" rIns="95250" bIns="66675">
                      <a:noAutofit/>
                    </a:bodyPr>
                    <a:lstStyle/>
                    <a:p>
                      <a:r>
                        <a:rPr sz="2000" b="0">
                          <a:solidFill>
                            <a:srgbClr val="1C1C1C"/>
                          </a:solidFill>
                          <a:latin typeface="Arial"/>
                          <a:ea typeface="Arial"/>
                          <a:cs typeface="Arial"/>
                        </a:rPr>
                        <a:t>100%</a:t>
                      </a:r>
                    </a:p>
                  </a:txBody>
                  <a:tcPr marL="91440" marR="91440" marT="45720" marB="45720">
                    <a:lnR w="7620">
                      <a:solidFill>
                        <a:srgbClr val="CFC8BA"/>
                      </a:solidFill>
                      <a:prstDash val="solid"/>
                    </a:lnR>
                    <a:lnB w="7620">
                      <a:solidFill>
                        <a:srgbClr val="CFC8BA"/>
                      </a:solidFill>
                      <a:prstDash val="solid"/>
                    </a:lnB>
                    <a:solidFill>
                      <a:srgbClr val="FFFFFF"/>
                    </a:solidFill>
                  </a:tcPr>
                </a:tc>
              </a:tr>
              <a:tr h="628650">
                <a:tc>
                  <a:txBody>
                    <a:bodyPr lIns="95250" tIns="95250" rIns="95250" bIns="66675">
                      <a:noAutofit/>
                    </a:bodyPr>
                    <a:lstStyle/>
                    <a:p>
                      <a:r>
                        <a:rPr sz="2000" b="0">
                          <a:solidFill>
                            <a:srgbClr val="1C1C1C"/>
                          </a:solidFill>
                          <a:latin typeface="Arial"/>
                          <a:ea typeface="Arial"/>
                          <a:cs typeface="Arial"/>
                        </a:rPr>
                        <a:t>Ligating Loop (simplified)</a:t>
                      </a:r>
                    </a:p>
                  </a:txBody>
                  <a:tcPr marL="91440" marR="91440" marT="45720" marB="45720">
                    <a:lnL w="7620">
                      <a:solidFill>
                        <a:srgbClr val="CFC8BA"/>
                      </a:solidFill>
                      <a:prstDash val="solid"/>
                    </a:lnL>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a:t>
                      </a:r>
                    </a:p>
                  </a:txBody>
                  <a:tcPr marL="91440" marR="91440" marT="45720" marB="45720">
                    <a:lnR w="7620">
                      <a:solidFill>
                        <a:srgbClr val="CFC8BA"/>
                      </a:solidFill>
                      <a:prstDash val="solid"/>
                    </a:lnR>
                    <a:lnB w="7620">
                      <a:solidFill>
                        <a:srgbClr val="CFC8BA"/>
                      </a:solidFill>
                      <a:prstDash val="solid"/>
                    </a:lnB>
                    <a:solidFill>
                      <a:srgbClr val="F5F3EF"/>
                    </a:solidFill>
                  </a:tcPr>
                </a:tc>
                <a:tc>
                  <a:txBody>
                    <a:bodyPr lIns="95250" tIns="95250" rIns="95250" bIns="66675">
                      <a:noAutofit/>
                    </a:bodyPr>
                    <a:lstStyle/>
                    <a:p>
                      <a:r>
                        <a:rPr sz="2000" b="0">
                          <a:solidFill>
                            <a:srgbClr val="1C1C1C"/>
                          </a:solidFill>
                          <a:latin typeface="Arial"/>
                          <a:ea typeface="Arial"/>
                          <a:cs typeface="Arial"/>
                        </a:rPr>
                        <a:t>100%</a:t>
                      </a:r>
                    </a:p>
                  </a:txBody>
                  <a:tcPr marL="91440" marR="91440" marT="45720" marB="45720">
                    <a:lnR w="7620">
                      <a:solidFill>
                        <a:srgbClr val="CFC8BA"/>
                      </a:solidFill>
                      <a:prstDash val="solid"/>
                    </a:lnR>
                    <a:lnB w="7620">
                      <a:solidFill>
                        <a:srgbClr val="CFC8BA"/>
                      </a:solidFill>
                      <a:prstDash val="solid"/>
                    </a:lnB>
                    <a:solidFill>
                      <a:srgbClr val="F5F3EF"/>
                    </a:solidFill>
                  </a:tcPr>
                </a:tc>
              </a:tr>
            </a:tbl>
          </a:graphicData>
        </a:graphic>
      </p:graphicFrame>
      <p:sp>
        <p:nvSpPr>
          <p:cNvPr id="5" name="interpretation">
            <a:extLst xmlns:a="http://schemas.openxmlformats.org/drawingml/2006/main">
              <a:ext uri="{FF2B5EF4-FFF2-40B4-BE49-F238E27FC236}">
                <a16:creationId xmlns:a16="http://schemas.microsoft.com/office/drawing/2014/main" id="{5501DE79-1496-4FBA-A436-7136D6F0E2D0}"/>
              </a:ext>
            </a:extLst>
          </p:cNvPr>
          <p:cNvSpPr>
            <a:spLocks xmlns:a="http://schemas.openxmlformats.org/drawingml/2006/main" noGrp="1"/>
          </p:cNvSpPr>
          <p:nvPr/>
        </p:nvSpPr>
        <p:spPr>
          <a:xfrm xmlns:a="http://schemas.openxmlformats.org/drawingml/2006/main">
            <a:off x="523875" y="531495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Fifty executions per evaluated model. Hardware comparison: MPD and DP-C.</a:t>
            </a:r>
          </a:p>
        </p:txBody>
      </p:sp>
    </p:spTree>
    <p:extLst>
      <p:ext uri="{BB962C8B-B14F-4D97-AF65-F5344CB8AC3E}">
        <p14:creationId xmlns:p14="http://schemas.microsoft.com/office/powerpoint/2010/main" val="168484567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917EB48-22BA-4A36-BFBB-0F65D71715D0}"/>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Accuracy Threshold and Task Success</a:t>
            </a:r>
          </a:p>
        </p:txBody>
      </p:sp>
      <p:sp>
        <p:nvSpPr>
          <p:cNvPr id="2" name="source">
            <a:extLst xmlns:a="http://schemas.openxmlformats.org/drawingml/2006/main">
              <a:ext uri="{FF2B5EF4-FFF2-40B4-BE49-F238E27FC236}">
                <a16:creationId xmlns:a16="http://schemas.microsoft.com/office/drawing/2014/main" id="{1EE696FB-AC04-44D1-9807-B53D563741C0}"/>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AE9922A7-790E-48C3-AB75-597259B34ED5}"/>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23</a:t>
            </a:r>
          </a:p>
        </p:txBody>
      </p:sp>
      <p:pic>
        <p:nvPicPr>
          <p:cNvPr id="4" name="">
            <a:extLst xmlns:a="http://schemas.openxmlformats.org/drawingml/2006/main">
              <a:ext uri="{FF2B5EF4-FFF2-40B4-BE49-F238E27FC236}">
                <a16:creationId xmlns:a16="http://schemas.microsoft.com/office/drawing/2014/main" id="{B885D6EF-33D6-4507-8EF7-BD914B4B997C}"/>
              </a:ext>
            </a:extLst>
          </p:cNvPr>
          <p:cNvPicPr>
            <a:picLocks xmlns:a="http://schemas.openxmlformats.org/drawingml/2006/main" noChangeAspect="1"/>
          </p:cNvPicPr>
          <p:nvPr/>
        </p:nvPicPr>
        <p:blipFill>
          <a:blip xmlns:r="http://schemas.openxmlformats.org/officeDocument/2006/relationships" xmlns:a="http://schemas.openxmlformats.org/drawingml/2006/main" r:embed="R38b5c4c4463b4f8e"/>
          <a:stretch xmlns:a="http://schemas.openxmlformats.org/drawingml/2006/main"/>
        </p:blipFill>
        <p:spPr>
          <a:xfrm xmlns:a="http://schemas.openxmlformats.org/drawingml/2006/main">
            <a:off x="2451709" y="1524000"/>
            <a:ext cx="7288582" cy="3619500"/>
          </a:xfrm>
          <a:prstGeom xmlns:a="http://schemas.openxmlformats.org/drawingml/2006/main" prst="rect">
            <a:avLst/>
          </a:prstGeom>
        </p:spPr>
      </p:pic>
      <p:sp>
        <p:nvSpPr>
          <p:cNvPr id="5" name="body-bullets">
            <a:extLst xmlns:a="http://schemas.openxmlformats.org/drawingml/2006/main">
              <a:ext uri="{FF2B5EF4-FFF2-40B4-BE49-F238E27FC236}">
                <a16:creationId xmlns:a16="http://schemas.microsoft.com/office/drawing/2014/main" id="{CCB88E0C-1EBB-49A8-AEB2-7D94477928F4}"/>
              </a:ext>
            </a:extLst>
          </p:cNvPr>
          <p:cNvSpPr>
            <a:spLocks xmlns:a="http://schemas.openxmlformats.org/drawingml/2006/main" noGrp="1"/>
          </p:cNvSpPr>
          <p:nvPr/>
        </p:nvSpPr>
        <p:spPr>
          <a:xfrm xmlns:a="http://schemas.openxmlformats.org/drawingml/2006/main">
            <a:off x="495300" y="5305425"/>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800"/>
              </a:spcAft>
              <a:buChar char="•"/>
              <a:defRPr sz="2000" b="0">
                <a:solidFill>
                  <a:srgbClr val="1C1C1C"/>
                </a:solidFill>
                <a:latin typeface="Arial"/>
                <a:ea typeface="Arial"/>
                <a:cs typeface="Arial"/>
              </a:defRPr>
            </a:pPr>
            <a:r>
              <a:t>Both marker errors must satisfy the chosen distance threshold.</a:t>
            </a:r>
          </a:p>
          <a:p xmlns:a="http://schemas.openxmlformats.org/drawingml/2006/main">
            <a:pPr marL="279400" indent="-165100" algn="l">
              <a:spcAft>
                <a:spcPts val="800"/>
              </a:spcAft>
              <a:buChar char="•"/>
              <a:defRPr sz="2000" b="0">
                <a:solidFill>
                  <a:srgbClr val="1C1C1C"/>
                </a:solidFill>
                <a:latin typeface="Arial"/>
                <a:ea typeface="Arial"/>
                <a:cs typeface="Arial"/>
              </a:defRPr>
            </a:pPr>
            <a:r>
              <a:t>The reported success rate depends on the required accuracy.</a:t>
            </a:r>
          </a:p>
        </p:txBody>
      </p:sp>
    </p:spTree>
    <p:extLst>
      <p:ext uri="{BB962C8B-B14F-4D97-AF65-F5344CB8AC3E}">
        <p14:creationId xmlns:p14="http://schemas.microsoft.com/office/powerpoint/2010/main" val="126563508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D4C263C-47C1-474E-A53D-7F9927370060}"/>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Motion Quality in the Experiments</a:t>
            </a:r>
          </a:p>
        </p:txBody>
      </p:sp>
      <p:sp>
        <p:nvSpPr>
          <p:cNvPr id="2" name="source">
            <a:extLst xmlns:a="http://schemas.openxmlformats.org/drawingml/2006/main">
              <a:ext uri="{FF2B5EF4-FFF2-40B4-BE49-F238E27FC236}">
                <a16:creationId xmlns:a16="http://schemas.microsoft.com/office/drawing/2014/main" id="{BD14A7BC-56AC-4644-83CD-3935E0A82C6A}"/>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5A9CA49F-998F-461E-83F5-D032AD263688}"/>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24</a:t>
            </a:r>
          </a:p>
        </p:txBody>
      </p:sp>
      <p:pic>
        <p:nvPicPr>
          <p:cNvPr id="4" name="">
            <a:extLst xmlns:a="http://schemas.openxmlformats.org/drawingml/2006/main">
              <a:ext uri="{FF2B5EF4-FFF2-40B4-BE49-F238E27FC236}">
                <a16:creationId xmlns:a16="http://schemas.microsoft.com/office/drawing/2014/main" id="{12574E54-1A69-4FA2-9D4A-1EA617BFC39E}"/>
              </a:ext>
            </a:extLst>
          </p:cNvPr>
          <p:cNvPicPr>
            <a:picLocks xmlns:a="http://schemas.openxmlformats.org/drawingml/2006/main" noChangeAspect="1"/>
          </p:cNvPicPr>
          <p:nvPr/>
        </p:nvPicPr>
        <p:blipFill>
          <a:blip xmlns:r="http://schemas.openxmlformats.org/officeDocument/2006/relationships" xmlns:a="http://schemas.openxmlformats.org/drawingml/2006/main" r:embed="R6dcdbf2ac51e4012"/>
          <a:stretch xmlns:a="http://schemas.openxmlformats.org/drawingml/2006/main"/>
        </p:blipFill>
        <p:spPr>
          <a:xfrm xmlns:a="http://schemas.openxmlformats.org/drawingml/2006/main">
            <a:off x="1635856" y="1504950"/>
            <a:ext cx="8825037" cy="4505325"/>
          </a:xfrm>
          <a:prstGeom xmlns:a="http://schemas.openxmlformats.org/drawingml/2006/main" prst="rect">
            <a:avLst/>
          </a:prstGeom>
        </p:spPr>
      </p:pic>
      <p:sp>
        <p:nvSpPr>
          <p:cNvPr id="5" name="interpretation">
            <a:extLst xmlns:a="http://schemas.openxmlformats.org/drawingml/2006/main">
              <a:ext uri="{FF2B5EF4-FFF2-40B4-BE49-F238E27FC236}">
                <a16:creationId xmlns:a16="http://schemas.microsoft.com/office/drawing/2014/main" id="{EDC5044F-4384-4C8D-ACEF-66FB431B25EB}"/>
              </a:ext>
            </a:extLst>
          </p:cNvPr>
          <p:cNvSpPr>
            <a:spLocks xmlns:a="http://schemas.openxmlformats.org/drawingml/2006/main" noGrp="1"/>
          </p:cNvSpPr>
          <p:nvPr/>
        </p:nvSpPr>
        <p:spPr>
          <a:xfrm xmlns:a="http://schemas.openxmlformats.org/drawingml/2006/main">
            <a:off x="523875" y="601027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buNone/>
              <a:defRPr sz="1800" b="0">
                <a:solidFill>
                  <a:srgbClr val="1C1C1C"/>
                </a:solidFill>
                <a:latin typeface="Arial"/>
                <a:ea typeface="Arial"/>
                <a:cs typeface="Arial"/>
              </a:defRPr>
            </a:lvl1pPr>
            <a:lvl2pPr algn="l">
              <a:buNone/>
              <a:defRPr sz="1800" b="0">
                <a:solidFill>
                  <a:srgbClr val="1C1C1C"/>
                </a:solidFill>
                <a:latin typeface="Arial"/>
                <a:ea typeface="Arial"/>
                <a:cs typeface="Arial"/>
              </a:defRPr>
            </a:lvl2pPr>
            <a:lvl3pPr algn="l">
              <a:buNone/>
              <a:defRPr sz="1800" b="0">
                <a:solidFill>
                  <a:srgbClr val="1C1C1C"/>
                </a:solidFill>
                <a:latin typeface="Arial"/>
                <a:ea typeface="Arial"/>
                <a:cs typeface="Arial"/>
              </a:defRPr>
            </a:lvl3pPr>
            <a:lvl4pPr algn="l">
              <a:buNone/>
              <a:defRPr sz="1800" b="0">
                <a:solidFill>
                  <a:srgbClr val="1C1C1C"/>
                </a:solidFill>
                <a:latin typeface="Arial"/>
                <a:ea typeface="Arial"/>
                <a:cs typeface="Arial"/>
              </a:defRPr>
            </a:lvl4pPr>
            <a:lvl5pPr algn="l">
              <a:buNone/>
              <a:defRPr sz="1800" b="0">
                <a:solidFill>
                  <a:srgbClr val="1C1C1C"/>
                </a:solidFill>
                <a:latin typeface="Arial"/>
                <a:ea typeface="Arial"/>
                <a:cs typeface="Arial"/>
              </a:defRPr>
            </a:lvl5pPr>
            <a:lvl6pPr algn="l">
              <a:buNone/>
              <a:defRPr sz="1800" b="0">
                <a:solidFill>
                  <a:srgbClr val="1C1C1C"/>
                </a:solidFill>
                <a:latin typeface="Arial"/>
                <a:ea typeface="Arial"/>
                <a:cs typeface="Arial"/>
              </a:defRPr>
            </a:lvl6pPr>
            <a:lvl7pPr algn="l">
              <a:buNone/>
              <a:defRPr sz="1800" b="0">
                <a:solidFill>
                  <a:srgbClr val="1C1C1C"/>
                </a:solidFill>
                <a:latin typeface="Arial"/>
                <a:ea typeface="Arial"/>
                <a:cs typeface="Arial"/>
              </a:defRPr>
            </a:lvl7pPr>
            <a:lvl8pPr algn="l">
              <a:buNone/>
              <a:defRPr sz="1800" b="0">
                <a:solidFill>
                  <a:srgbClr val="1C1C1C"/>
                </a:solidFill>
                <a:latin typeface="Arial"/>
                <a:ea typeface="Arial"/>
                <a:cs typeface="Arial"/>
              </a:defRPr>
            </a:lvl8pPr>
            <a:lvl9pPr algn="l">
              <a:buNone/>
              <a:defRPr sz="1800" b="0">
                <a:solidFill>
                  <a:srgbClr val="1C1C1C"/>
                </a:solidFill>
                <a:latin typeface="Arial"/>
                <a:ea typeface="Arial"/>
                <a:cs typeface="Arial"/>
              </a:defRPr>
            </a:lvl9pPr>
          </a:lstStyle>
          <a:p xmlns:a="http://schemas.openxmlformats.org/drawingml/2006/main">
            <a:pPr algn="l">
              <a:buNone/>
              <a:defRPr sz="1800" b="0">
                <a:solidFill>
                  <a:srgbClr val="1C1C1C"/>
                </a:solidFill>
                <a:latin typeface="Arial"/>
                <a:ea typeface="Arial"/>
                <a:cs typeface="Arial"/>
              </a:defRPr>
            </a:pPr>
            <a:r>
              <a:rPr sz="1800" b="0">
                <a:solidFill>
                  <a:srgbClr val="1C1C1C"/>
                </a:solidFill>
                <a:latin typeface="Arial"/>
                <a:ea typeface="Arial"/>
                <a:cs typeface="Arial"/>
              </a:rPr>
              <a:t>Human reference = 1. Lower is better. Error bars show minima and maxima.</a:t>
            </a:r>
          </a:p>
        </p:txBody>
      </p:sp>
    </p:spTree>
    <p:extLst>
      <p:ext uri="{BB962C8B-B14F-4D97-AF65-F5344CB8AC3E}">
        <p14:creationId xmlns:p14="http://schemas.microsoft.com/office/powerpoint/2010/main" val="8865339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9D5BF08-EFF7-4D23-B4BB-1B86FF9F8A45}"/>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Demonstration Data Efficiency</a:t>
            </a:r>
          </a:p>
        </p:txBody>
      </p:sp>
      <p:sp>
        <p:nvSpPr>
          <p:cNvPr id="2" name="source">
            <a:extLst xmlns:a="http://schemas.openxmlformats.org/drawingml/2006/main">
              <a:ext uri="{FF2B5EF4-FFF2-40B4-BE49-F238E27FC236}">
                <a16:creationId xmlns:a16="http://schemas.microsoft.com/office/drawing/2014/main" id="{FAA97248-1827-4258-B8CF-398CD7812862}"/>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77CD6688-4B2D-4605-82EC-DCE41AC42FB1}"/>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25</a:t>
            </a:r>
          </a:p>
        </p:txBody>
      </p:sp>
      <p:pic>
        <p:nvPicPr>
          <p:cNvPr id="4" name="">
            <a:extLst xmlns:a="http://schemas.openxmlformats.org/drawingml/2006/main">
              <a:ext uri="{FF2B5EF4-FFF2-40B4-BE49-F238E27FC236}">
                <a16:creationId xmlns:a16="http://schemas.microsoft.com/office/drawing/2014/main" id="{030F1961-60F6-47E4-9A3A-DAC2C6349462}"/>
              </a:ext>
            </a:extLst>
          </p:cNvPr>
          <p:cNvPicPr>
            <a:picLocks xmlns:a="http://schemas.openxmlformats.org/drawingml/2006/main" noChangeAspect="1"/>
          </p:cNvPicPr>
          <p:nvPr/>
        </p:nvPicPr>
        <p:blipFill>
          <a:blip xmlns:r="http://schemas.openxmlformats.org/officeDocument/2006/relationships" xmlns:a="http://schemas.openxmlformats.org/drawingml/2006/main" r:embed="R460be93971764892"/>
          <a:stretch xmlns:a="http://schemas.openxmlformats.org/drawingml/2006/main"/>
        </p:blipFill>
        <p:spPr>
          <a:xfrm xmlns:a="http://schemas.openxmlformats.org/drawingml/2006/main">
            <a:off x="2381250" y="1524000"/>
            <a:ext cx="7429500" cy="4000500"/>
          </a:xfrm>
          <a:prstGeom xmlns:a="http://schemas.openxmlformats.org/drawingml/2006/main" prst="rect">
            <a:avLst/>
          </a:prstGeom>
        </p:spPr>
      </p:pic>
      <p:sp>
        <p:nvSpPr>
          <p:cNvPr id="5" name="interpretation">
            <a:extLst xmlns:a="http://schemas.openxmlformats.org/drawingml/2006/main">
              <a:ext uri="{FF2B5EF4-FFF2-40B4-BE49-F238E27FC236}">
                <a16:creationId xmlns:a16="http://schemas.microsoft.com/office/drawing/2014/main" id="{85B26F15-01E1-4190-BDF9-E167733E1CBC}"/>
              </a:ext>
            </a:extLst>
          </p:cNvPr>
          <p:cNvSpPr>
            <a:spLocks xmlns:a="http://schemas.openxmlformats.org/drawingml/2006/main" noGrp="1"/>
          </p:cNvSpPr>
          <p:nvPr/>
        </p:nvSpPr>
        <p:spPr>
          <a:xfrm xmlns:a="http://schemas.openxmlformats.org/drawingml/2006/main">
            <a:off x="523875" y="5619750"/>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00" b="0">
                <a:solidFill>
                  <a:srgbClr val="1C1C1C"/>
                </a:solidFill>
                <a:latin typeface="Arial"/>
                <a:ea typeface="Arial"/>
                <a:cs typeface="Arial"/>
              </a:defRPr>
            </a:defPPr>
            <a:lvl1pPr algn="l">
              <a:buNone/>
              <a:defRPr sz="1900" b="0">
                <a:solidFill>
                  <a:srgbClr val="1C1C1C"/>
                </a:solidFill>
                <a:latin typeface="Arial"/>
                <a:ea typeface="Arial"/>
                <a:cs typeface="Arial"/>
              </a:defRPr>
            </a:lvl1pPr>
            <a:lvl2pPr algn="l">
              <a:buNone/>
              <a:defRPr sz="1900" b="0">
                <a:solidFill>
                  <a:srgbClr val="1C1C1C"/>
                </a:solidFill>
                <a:latin typeface="Arial"/>
                <a:ea typeface="Arial"/>
                <a:cs typeface="Arial"/>
              </a:defRPr>
            </a:lvl2pPr>
            <a:lvl3pPr algn="l">
              <a:buNone/>
              <a:defRPr sz="1900" b="0">
                <a:solidFill>
                  <a:srgbClr val="1C1C1C"/>
                </a:solidFill>
                <a:latin typeface="Arial"/>
                <a:ea typeface="Arial"/>
                <a:cs typeface="Arial"/>
              </a:defRPr>
            </a:lvl3pPr>
            <a:lvl4pPr algn="l">
              <a:buNone/>
              <a:defRPr sz="1900" b="0">
                <a:solidFill>
                  <a:srgbClr val="1C1C1C"/>
                </a:solidFill>
                <a:latin typeface="Arial"/>
                <a:ea typeface="Arial"/>
                <a:cs typeface="Arial"/>
              </a:defRPr>
            </a:lvl4pPr>
            <a:lvl5pPr algn="l">
              <a:buNone/>
              <a:defRPr sz="1900" b="0">
                <a:solidFill>
                  <a:srgbClr val="1C1C1C"/>
                </a:solidFill>
                <a:latin typeface="Arial"/>
                <a:ea typeface="Arial"/>
                <a:cs typeface="Arial"/>
              </a:defRPr>
            </a:lvl5pPr>
            <a:lvl6pPr algn="l">
              <a:buNone/>
              <a:defRPr sz="1900" b="0">
                <a:solidFill>
                  <a:srgbClr val="1C1C1C"/>
                </a:solidFill>
                <a:latin typeface="Arial"/>
                <a:ea typeface="Arial"/>
                <a:cs typeface="Arial"/>
              </a:defRPr>
            </a:lvl6pPr>
            <a:lvl7pPr algn="l">
              <a:buNone/>
              <a:defRPr sz="1900" b="0">
                <a:solidFill>
                  <a:srgbClr val="1C1C1C"/>
                </a:solidFill>
                <a:latin typeface="Arial"/>
                <a:ea typeface="Arial"/>
                <a:cs typeface="Arial"/>
              </a:defRPr>
            </a:lvl7pPr>
            <a:lvl8pPr algn="l">
              <a:buNone/>
              <a:defRPr sz="1900" b="0">
                <a:solidFill>
                  <a:srgbClr val="1C1C1C"/>
                </a:solidFill>
                <a:latin typeface="Arial"/>
                <a:ea typeface="Arial"/>
                <a:cs typeface="Arial"/>
              </a:defRPr>
            </a:lvl8pPr>
            <a:lvl9pPr algn="l">
              <a:buNone/>
              <a:defRPr sz="1900" b="0">
                <a:solidFill>
                  <a:srgbClr val="1C1C1C"/>
                </a:solidFill>
                <a:latin typeface="Arial"/>
                <a:ea typeface="Arial"/>
                <a:cs typeface="Arial"/>
              </a:defRPr>
            </a:lvl9pPr>
          </a:lstStyle>
          <a:p xmlns:a="http://schemas.openxmlformats.org/drawingml/2006/main">
            <a:pPr algn="l">
              <a:buNone/>
              <a:defRPr sz="1900" b="0">
                <a:solidFill>
                  <a:srgbClr val="1C1C1C"/>
                </a:solidFill>
                <a:latin typeface="Arial"/>
                <a:ea typeface="Arial"/>
                <a:cs typeface="Arial"/>
              </a:defRPr>
            </a:pPr>
            <a:r>
              <a:rPr sz="1900" b="0">
                <a:solidFill>
                  <a:srgbClr val="1C1C1C"/>
                </a:solidFill>
                <a:latin typeface="Arial"/>
                <a:ea typeface="Arial"/>
                <a:cs typeface="Arial"/>
              </a:rPr>
              <a:t>BTM example: about 90% success with 90 demos for MPD and 120 for DP-T.</a:t>
            </a:r>
          </a:p>
        </p:txBody>
      </p:sp>
    </p:spTree>
    <p:extLst>
      <p:ext uri="{BB962C8B-B14F-4D97-AF65-F5344CB8AC3E}">
        <p14:creationId xmlns:p14="http://schemas.microsoft.com/office/powerpoint/2010/main" val="503447200"/>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002ACC3-A227-4297-B69D-C69E5828E171}"/>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Generated Instrument Trajectories</a:t>
            </a:r>
          </a:p>
        </p:txBody>
      </p:sp>
      <p:sp>
        <p:nvSpPr>
          <p:cNvPr id="2" name="source">
            <a:extLst xmlns:a="http://schemas.openxmlformats.org/drawingml/2006/main">
              <a:ext uri="{FF2B5EF4-FFF2-40B4-BE49-F238E27FC236}">
                <a16:creationId xmlns:a16="http://schemas.microsoft.com/office/drawing/2014/main" id="{340DD345-33AE-4FEB-8D80-71FC7247EDEF}"/>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C808B8C9-645B-4A71-959F-9796B543FD31}"/>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26</a:t>
            </a:r>
          </a:p>
        </p:txBody>
      </p:sp>
      <p:pic>
        <p:nvPicPr>
          <p:cNvPr id="4" name="">
            <a:extLst xmlns:a="http://schemas.openxmlformats.org/drawingml/2006/main">
              <a:ext uri="{FF2B5EF4-FFF2-40B4-BE49-F238E27FC236}">
                <a16:creationId xmlns:a16="http://schemas.microsoft.com/office/drawing/2014/main" id="{8A738E4E-0B47-48BD-8637-083E58000395}"/>
              </a:ext>
            </a:extLst>
          </p:cNvPr>
          <p:cNvPicPr>
            <a:picLocks xmlns:a="http://schemas.openxmlformats.org/drawingml/2006/main" noChangeAspect="1"/>
          </p:cNvPicPr>
          <p:nvPr/>
        </p:nvPicPr>
        <p:blipFill>
          <a:blip xmlns:r="http://schemas.openxmlformats.org/officeDocument/2006/relationships" xmlns:a="http://schemas.openxmlformats.org/drawingml/2006/main" r:embed="R23839ffd0bbe4add"/>
          <a:stretch xmlns:a="http://schemas.openxmlformats.org/drawingml/2006/main"/>
        </p:blipFill>
        <p:spPr>
          <a:xfrm xmlns:a="http://schemas.openxmlformats.org/drawingml/2006/main">
            <a:off x="2803116" y="1362075"/>
            <a:ext cx="6585768" cy="4572000"/>
          </a:xfrm>
          <a:prstGeom xmlns:a="http://schemas.openxmlformats.org/drawingml/2006/main" prst="rect">
            <a:avLst/>
          </a:prstGeom>
        </p:spPr>
      </p:pic>
      <p:sp>
        <p:nvSpPr>
          <p:cNvPr id="5" name="interpretation">
            <a:extLst xmlns:a="http://schemas.openxmlformats.org/drawingml/2006/main">
              <a:ext uri="{FF2B5EF4-FFF2-40B4-BE49-F238E27FC236}">
                <a16:creationId xmlns:a16="http://schemas.microsoft.com/office/drawing/2014/main" id="{1C2A5690-6E16-4598-B1C8-13660EFC7B50}"/>
              </a:ext>
            </a:extLst>
          </p:cNvPr>
          <p:cNvSpPr>
            <a:spLocks xmlns:a="http://schemas.openxmlformats.org/drawingml/2006/main" noGrp="1"/>
          </p:cNvSpPr>
          <p:nvPr/>
        </p:nvSpPr>
        <p:spPr>
          <a:xfrm xmlns:a="http://schemas.openxmlformats.org/drawingml/2006/main">
            <a:off x="523875" y="6010275"/>
            <a:ext cx="1104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buNone/>
              <a:defRPr sz="1800" b="0">
                <a:solidFill>
                  <a:srgbClr val="1C1C1C"/>
                </a:solidFill>
                <a:latin typeface="Arial"/>
                <a:ea typeface="Arial"/>
                <a:cs typeface="Arial"/>
              </a:defRPr>
            </a:lvl1pPr>
            <a:lvl2pPr algn="l">
              <a:buNone/>
              <a:defRPr sz="1800" b="0">
                <a:solidFill>
                  <a:srgbClr val="1C1C1C"/>
                </a:solidFill>
                <a:latin typeface="Arial"/>
                <a:ea typeface="Arial"/>
                <a:cs typeface="Arial"/>
              </a:defRPr>
            </a:lvl2pPr>
            <a:lvl3pPr algn="l">
              <a:buNone/>
              <a:defRPr sz="1800" b="0">
                <a:solidFill>
                  <a:srgbClr val="1C1C1C"/>
                </a:solidFill>
                <a:latin typeface="Arial"/>
                <a:ea typeface="Arial"/>
                <a:cs typeface="Arial"/>
              </a:defRPr>
            </a:lvl3pPr>
            <a:lvl4pPr algn="l">
              <a:buNone/>
              <a:defRPr sz="1800" b="0">
                <a:solidFill>
                  <a:srgbClr val="1C1C1C"/>
                </a:solidFill>
                <a:latin typeface="Arial"/>
                <a:ea typeface="Arial"/>
                <a:cs typeface="Arial"/>
              </a:defRPr>
            </a:lvl4pPr>
            <a:lvl5pPr algn="l">
              <a:buNone/>
              <a:defRPr sz="1800" b="0">
                <a:solidFill>
                  <a:srgbClr val="1C1C1C"/>
                </a:solidFill>
                <a:latin typeface="Arial"/>
                <a:ea typeface="Arial"/>
                <a:cs typeface="Arial"/>
              </a:defRPr>
            </a:lvl5pPr>
            <a:lvl6pPr algn="l">
              <a:buNone/>
              <a:defRPr sz="1800" b="0">
                <a:solidFill>
                  <a:srgbClr val="1C1C1C"/>
                </a:solidFill>
                <a:latin typeface="Arial"/>
                <a:ea typeface="Arial"/>
                <a:cs typeface="Arial"/>
              </a:defRPr>
            </a:lvl6pPr>
            <a:lvl7pPr algn="l">
              <a:buNone/>
              <a:defRPr sz="1800" b="0">
                <a:solidFill>
                  <a:srgbClr val="1C1C1C"/>
                </a:solidFill>
                <a:latin typeface="Arial"/>
                <a:ea typeface="Arial"/>
                <a:cs typeface="Arial"/>
              </a:defRPr>
            </a:lvl7pPr>
            <a:lvl8pPr algn="l">
              <a:buNone/>
              <a:defRPr sz="1800" b="0">
                <a:solidFill>
                  <a:srgbClr val="1C1C1C"/>
                </a:solidFill>
                <a:latin typeface="Arial"/>
                <a:ea typeface="Arial"/>
                <a:cs typeface="Arial"/>
              </a:defRPr>
            </a:lvl8pPr>
            <a:lvl9pPr algn="l">
              <a:buNone/>
              <a:defRPr sz="1800" b="0">
                <a:solidFill>
                  <a:srgbClr val="1C1C1C"/>
                </a:solidFill>
                <a:latin typeface="Arial"/>
                <a:ea typeface="Arial"/>
                <a:cs typeface="Arial"/>
              </a:defRPr>
            </a:lvl9pPr>
          </a:lstStyle>
          <a:p xmlns:a="http://schemas.openxmlformats.org/drawingml/2006/main">
            <a:pPr algn="l">
              <a:buNone/>
              <a:defRPr sz="1800" b="0">
                <a:solidFill>
                  <a:srgbClr val="1C1C1C"/>
                </a:solidFill>
                <a:latin typeface="Arial"/>
                <a:ea typeface="Arial"/>
                <a:cs typeface="Arial"/>
              </a:defRPr>
            </a:pPr>
            <a:r>
              <a:rPr sz="1800" b="0">
                <a:solidFill>
                  <a:srgbClr val="1C1C1C"/>
                </a:solidFill>
                <a:latin typeface="Arial"/>
                <a:ea typeface="Arial"/>
                <a:cs typeface="Arial"/>
              </a:rPr>
              <a:t>Path shape makes the motion-quality difference visible.</a:t>
            </a:r>
          </a:p>
        </p:txBody>
      </p:sp>
    </p:spTree>
    <p:extLst>
      <p:ext uri="{BB962C8B-B14F-4D97-AF65-F5344CB8AC3E}">
        <p14:creationId xmlns:p14="http://schemas.microsoft.com/office/powerpoint/2010/main" val="64955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88B5A99-8DA3-4FDA-AA13-74AFE3F027A7}"/>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Advantages of MPD</a:t>
            </a:r>
          </a:p>
        </p:txBody>
      </p:sp>
      <p:sp>
        <p:nvSpPr>
          <p:cNvPr id="2" name="source">
            <a:extLst xmlns:a="http://schemas.openxmlformats.org/drawingml/2006/main">
              <a:ext uri="{FF2B5EF4-FFF2-40B4-BE49-F238E27FC236}">
                <a16:creationId xmlns:a16="http://schemas.microsoft.com/office/drawing/2014/main" id="{659F8378-7F1A-4FDF-8C59-60172AB21F82}"/>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F3EAE96C-FA02-4878-8BCA-81E2820009F2}"/>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27</a:t>
            </a:r>
          </a:p>
        </p:txBody>
      </p:sp>
      <p:sp>
        <p:nvSpPr>
          <p:cNvPr id="4" name="body-bullets">
            <a:extLst xmlns:a="http://schemas.openxmlformats.org/drawingml/2006/main">
              <a:ext uri="{FF2B5EF4-FFF2-40B4-BE49-F238E27FC236}">
                <a16:creationId xmlns:a16="http://schemas.microsoft.com/office/drawing/2014/main" id="{C98E1527-63CF-4C52-85F4-C027E0CCF447}"/>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1800"/>
              </a:spcAft>
              <a:buChar char="•"/>
              <a:defRPr sz="2000" b="0">
                <a:solidFill>
                  <a:srgbClr val="1C1C1C"/>
                </a:solidFill>
                <a:latin typeface="Arial"/>
                <a:ea typeface="Arial"/>
                <a:cs typeface="Arial"/>
              </a:defRPr>
            </a:pPr>
            <a:r>
              <a:t>Represents different valid demonstrated behaviors.</a:t>
            </a:r>
          </a:p>
          <a:p xmlns:a="http://schemas.openxmlformats.org/drawingml/2006/main">
            <a:pPr marL="279400" indent="-165100" algn="l">
              <a:spcAft>
                <a:spcPts val="1800"/>
              </a:spcAft>
              <a:buChar char="•"/>
              <a:defRPr sz="2000" b="0">
                <a:solidFill>
                  <a:srgbClr val="1C1C1C"/>
                </a:solidFill>
                <a:latin typeface="Arial"/>
                <a:ea typeface="Arial"/>
                <a:cs typeface="Arial"/>
              </a:defRPr>
            </a:pPr>
            <a:r>
              <a:t>Sets the initial position and velocity of each motion segment.</a:t>
            </a:r>
          </a:p>
          <a:p xmlns:a="http://schemas.openxmlformats.org/drawingml/2006/main">
            <a:pPr marL="279400" indent="-165100" algn="l">
              <a:spcAft>
                <a:spcPts val="1800"/>
              </a:spcAft>
              <a:buChar char="•"/>
              <a:defRPr sz="2000" b="0">
                <a:solidFill>
                  <a:srgbClr val="1C1C1C"/>
                </a:solidFill>
                <a:latin typeface="Arial"/>
                <a:ea typeface="Arial"/>
                <a:cs typeface="Arial"/>
              </a:defRPr>
            </a:pPr>
            <a:r>
              <a:t>Produces high-frequency references from a continuous decoder.</a:t>
            </a:r>
          </a:p>
          <a:p xmlns:a="http://schemas.openxmlformats.org/drawingml/2006/main">
            <a:pPr marL="279400" indent="-165100" algn="l">
              <a:spcAft>
                <a:spcPts val="1800"/>
              </a:spcAft>
              <a:buChar char="•"/>
              <a:defRPr sz="2000" b="0">
                <a:solidFill>
                  <a:srgbClr val="1C1C1C"/>
                </a:solidFill>
                <a:latin typeface="Arial"/>
                <a:ea typeface="Arial"/>
                <a:cs typeface="Arial"/>
              </a:defRPr>
            </a:pPr>
            <a:r>
              <a:t>Improves motion metrics on the evaluated tasks.</a:t>
            </a:r>
          </a:p>
          <a:p xmlns:a="http://schemas.openxmlformats.org/drawingml/2006/main">
            <a:pPr marL="279400" indent="-165100" algn="l">
              <a:spcAft>
                <a:spcPts val="1800"/>
              </a:spcAft>
              <a:buChar char="•"/>
              <a:defRPr sz="2000" b="0">
                <a:solidFill>
                  <a:srgbClr val="1C1C1C"/>
                </a:solidFill>
                <a:latin typeface="Arial"/>
                <a:ea typeface="Arial"/>
                <a:cs typeface="Arial"/>
              </a:defRPr>
            </a:pPr>
            <a:r>
              <a:t>Learns useful behavior with fewer demonstrations in the reported tests.</a:t>
            </a:r>
          </a:p>
        </p:txBody>
      </p:sp>
    </p:spTree>
    <p:extLst>
      <p:ext uri="{BB962C8B-B14F-4D97-AF65-F5344CB8AC3E}">
        <p14:creationId xmlns:p14="http://schemas.microsoft.com/office/powerpoint/2010/main" val="87783790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515FE48-EFB9-4D51-A30A-B09498A5FBAB}"/>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Limitations and Open Problems</a:t>
            </a:r>
          </a:p>
        </p:txBody>
      </p:sp>
      <p:sp>
        <p:nvSpPr>
          <p:cNvPr id="2" name="source">
            <a:extLst xmlns:a="http://schemas.openxmlformats.org/drawingml/2006/main">
              <a:ext uri="{FF2B5EF4-FFF2-40B4-BE49-F238E27FC236}">
                <a16:creationId xmlns:a16="http://schemas.microsoft.com/office/drawing/2014/main" id="{BA66831D-BCEA-42E9-B298-DBEFCBEF5DCD}"/>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3D6BB428-FC52-43D3-9495-6E347A781EA1}"/>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28</a:t>
            </a:r>
          </a:p>
        </p:txBody>
      </p:sp>
      <p:sp>
        <p:nvSpPr>
          <p:cNvPr id="4" name="body-bullets">
            <a:extLst xmlns:a="http://schemas.openxmlformats.org/drawingml/2006/main">
              <a:ext uri="{FF2B5EF4-FFF2-40B4-BE49-F238E27FC236}">
                <a16:creationId xmlns:a16="http://schemas.microsoft.com/office/drawing/2014/main" id="{B303D879-9CE1-449B-8EBA-AB02D053DD9C}"/>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1800"/>
              </a:spcAft>
              <a:buChar char="•"/>
              <a:defRPr sz="2000" b="0">
                <a:solidFill>
                  <a:srgbClr val="1C1C1C"/>
                </a:solidFill>
                <a:latin typeface="Arial"/>
                <a:ea typeface="Arial"/>
                <a:cs typeface="Arial"/>
              </a:defRPr>
            </a:pPr>
            <a:r>
              <a:t>Unfamiliar failure states can prevent recovery.</a:t>
            </a:r>
          </a:p>
          <a:p xmlns:a="http://schemas.openxmlformats.org/drawingml/2006/main">
            <a:pPr marL="279400" indent="-165100" algn="l">
              <a:spcAft>
                <a:spcPts val="1800"/>
              </a:spcAft>
              <a:buChar char="•"/>
              <a:defRPr sz="2000" b="0">
                <a:solidFill>
                  <a:srgbClr val="1C1C1C"/>
                </a:solidFill>
                <a:latin typeface="Arial"/>
                <a:ea typeface="Arial"/>
                <a:cs typeface="Arial"/>
              </a:defRPr>
            </a:pPr>
            <a:r>
              <a:t>Smooth references do not supply a contact-force guarantee.</a:t>
            </a:r>
          </a:p>
          <a:p xmlns:a="http://schemas.openxmlformats.org/drawingml/2006/main">
            <a:pPr marL="279400" indent="-165100" algn="l">
              <a:spcAft>
                <a:spcPts val="1800"/>
              </a:spcAft>
              <a:buChar char="•"/>
              <a:defRPr sz="2000" b="0">
                <a:solidFill>
                  <a:srgbClr val="1C1C1C"/>
                </a:solidFill>
                <a:latin typeface="Arial"/>
                <a:ea typeface="Arial"/>
                <a:cs typeface="Arial"/>
              </a:defRPr>
            </a:pPr>
            <a:r>
              <a:t>Sampling and representation choices add design and computation costs.</a:t>
            </a:r>
          </a:p>
          <a:p xmlns:a="http://schemas.openxmlformats.org/drawingml/2006/main">
            <a:pPr marL="279400" indent="-165100" algn="l">
              <a:spcAft>
                <a:spcPts val="1800"/>
              </a:spcAft>
              <a:buChar char="•"/>
              <a:defRPr sz="2000" b="0">
                <a:solidFill>
                  <a:srgbClr val="1C1C1C"/>
                </a:solidFill>
                <a:latin typeface="Arial"/>
                <a:ea typeface="Arial"/>
                <a:cs typeface="Arial"/>
              </a:defRPr>
            </a:pPr>
            <a:r>
              <a:t>The hardware tests compare only MPD and DP-C.</a:t>
            </a:r>
          </a:p>
          <a:p xmlns:a="http://schemas.openxmlformats.org/drawingml/2006/main">
            <a:pPr marL="279400" indent="-165100" algn="l">
              <a:spcAft>
                <a:spcPts val="1800"/>
              </a:spcAft>
              <a:buChar char="•"/>
              <a:defRPr sz="2000" b="0">
                <a:solidFill>
                  <a:srgbClr val="1C1C1C"/>
                </a:solidFill>
                <a:latin typeface="Arial"/>
                <a:ea typeface="Arial"/>
                <a:cs typeface="Arial"/>
              </a:defRPr>
            </a:pPr>
            <a:r>
              <a:t>Bench substitutes leave clinical generalization unresolved.</a:t>
            </a:r>
          </a:p>
        </p:txBody>
      </p:sp>
    </p:spTree>
    <p:extLst>
      <p:ext uri="{BB962C8B-B14F-4D97-AF65-F5344CB8AC3E}">
        <p14:creationId xmlns:p14="http://schemas.microsoft.com/office/powerpoint/2010/main" val="154848097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5AF9D09-D3A7-4275-B6D5-5F4883CA07D7}"/>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Discussion: The Controls Perspective</a:t>
            </a:r>
          </a:p>
        </p:txBody>
      </p:sp>
      <p:sp>
        <p:nvSpPr>
          <p:cNvPr id="2" name="source">
            <a:extLst xmlns:a="http://schemas.openxmlformats.org/drawingml/2006/main">
              <a:ext uri="{FF2B5EF4-FFF2-40B4-BE49-F238E27FC236}">
                <a16:creationId xmlns:a16="http://schemas.microsoft.com/office/drawing/2014/main" id="{178B9BCD-F160-43F7-A306-4D85AD31366F}"/>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3AA2102F-3539-4438-BD83-E537FDF1985D}"/>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29</a:t>
            </a:r>
          </a:p>
        </p:txBody>
      </p:sp>
      <p:sp>
        <p:nvSpPr>
          <p:cNvPr id="4" name="body-bullets">
            <a:extLst xmlns:a="http://schemas.openxmlformats.org/drawingml/2006/main">
              <a:ext uri="{FF2B5EF4-FFF2-40B4-BE49-F238E27FC236}">
                <a16:creationId xmlns:a16="http://schemas.microsoft.com/office/drawing/2014/main" id="{CE025FBE-69CE-47F0-8A5A-2ACC8C29810D}"/>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700"/>
              </a:spcAft>
              <a:buChar char="•"/>
              <a:defRPr sz="2000" b="0">
                <a:solidFill>
                  <a:srgbClr val="1C1C1C"/>
                </a:solidFill>
                <a:latin typeface="Arial"/>
                <a:ea typeface="Arial"/>
                <a:cs typeface="Arial"/>
              </a:defRPr>
            </a:pPr>
            <a:r>
              <a:t>MPD supplies a learned reference for the physical system.</a:t>
            </a:r>
          </a:p>
          <a:p xmlns:a="http://schemas.openxmlformats.org/drawingml/2006/main">
            <a:pPr marL="279400" indent="-165100" algn="l">
              <a:spcAft>
                <a:spcPts val="2700"/>
              </a:spcAft>
              <a:buChar char="•"/>
              <a:defRPr sz="2000" b="0">
                <a:solidFill>
                  <a:srgbClr val="1C1C1C"/>
                </a:solidFill>
                <a:latin typeface="Arial"/>
                <a:ea typeface="Arial"/>
                <a:cs typeface="Arial"/>
              </a:defRPr>
            </a:pPr>
            <a:r>
              <a:t>Tracking control still handles execution and disturbances.</a:t>
            </a:r>
          </a:p>
          <a:p xmlns:a="http://schemas.openxmlformats.org/drawingml/2006/main">
            <a:pPr marL="279400" indent="-165100" algn="l">
              <a:spcAft>
                <a:spcPts val="2700"/>
              </a:spcAft>
              <a:buChar char="•"/>
              <a:defRPr sz="2000" b="0">
                <a:solidFill>
                  <a:srgbClr val="1C1C1C"/>
                </a:solidFill>
                <a:latin typeface="Arial"/>
                <a:ea typeface="Arial"/>
                <a:cs typeface="Arial"/>
              </a:defRPr>
            </a:pPr>
            <a:r>
              <a:t>Interaction sensing could help detect a bad plan or contact state.</a:t>
            </a:r>
          </a:p>
          <a:p xmlns:a="http://schemas.openxmlformats.org/drawingml/2006/main">
            <a:pPr marL="279400" indent="-165100" algn="l">
              <a:spcAft>
                <a:spcPts val="2700"/>
              </a:spcAft>
              <a:buChar char="•"/>
              <a:defRPr sz="2000" b="0">
                <a:solidFill>
                  <a:srgbClr val="1C1C1C"/>
                </a:solidFill>
                <a:latin typeface="Arial"/>
                <a:ea typeface="Arial"/>
                <a:cs typeface="Arial"/>
              </a:defRPr>
            </a:pPr>
            <a:r>
              <a:t>Supervisory logic could manage replanning and human intervention.</a:t>
            </a:r>
          </a:p>
        </p:txBody>
      </p:sp>
    </p:spTree>
    <p:extLst>
      <p:ext uri="{BB962C8B-B14F-4D97-AF65-F5344CB8AC3E}">
        <p14:creationId xmlns:p14="http://schemas.microsoft.com/office/powerpoint/2010/main" val="201295263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3B1E0A3-0F6A-40A6-88BF-78E03E25170F}"/>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Five Main Takeaways</a:t>
            </a:r>
          </a:p>
        </p:txBody>
      </p:sp>
      <p:sp>
        <p:nvSpPr>
          <p:cNvPr id="2" name="source">
            <a:extLst xmlns:a="http://schemas.openxmlformats.org/drawingml/2006/main">
              <a:ext uri="{FF2B5EF4-FFF2-40B4-BE49-F238E27FC236}">
                <a16:creationId xmlns:a16="http://schemas.microsoft.com/office/drawing/2014/main" id="{0D86614E-F897-4D71-B793-B3E40C1762A9}"/>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C7602DC8-D857-4C93-A919-91E1D76D1B57}"/>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30</a:t>
            </a:r>
          </a:p>
        </p:txBody>
      </p:sp>
      <p:sp>
        <p:nvSpPr>
          <p:cNvPr id="4" name="body-bullets">
            <a:extLst xmlns:a="http://schemas.openxmlformats.org/drawingml/2006/main">
              <a:ext uri="{FF2B5EF4-FFF2-40B4-BE49-F238E27FC236}">
                <a16:creationId xmlns:a16="http://schemas.microsoft.com/office/drawing/2014/main" id="{717F390F-D1D2-40C8-B43E-0C4A4EB2DC38}"/>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200"/>
              </a:spcAft>
              <a:buChar char="•"/>
              <a:defRPr sz="2000" b="0">
                <a:solidFill>
                  <a:srgbClr val="1C1C1C"/>
                </a:solidFill>
                <a:latin typeface="Arial"/>
                <a:ea typeface="Arial"/>
                <a:cs typeface="Arial"/>
              </a:defRPr>
            </a:pPr>
            <a:r>
              <a:t>Task success and motion quality answer different questions.</a:t>
            </a:r>
          </a:p>
          <a:p xmlns:a="http://schemas.openxmlformats.org/drawingml/2006/main">
            <a:pPr marL="279400" indent="-165100" algn="l">
              <a:spcAft>
                <a:spcPts val="2200"/>
              </a:spcAft>
              <a:buChar char="•"/>
              <a:defRPr sz="2000" b="0">
                <a:solidFill>
                  <a:srgbClr val="1C1C1C"/>
                </a:solidFill>
                <a:latin typeface="Arial"/>
                <a:ea typeface="Arial"/>
                <a:cs typeface="Arial"/>
              </a:defRPr>
            </a:pPr>
            <a:r>
              <a:t>Diffusion captures variation. ProDMPs structure the trajectory.</a:t>
            </a:r>
          </a:p>
          <a:p xmlns:a="http://schemas.openxmlformats.org/drawingml/2006/main">
            <a:pPr marL="279400" indent="-165100" algn="l">
              <a:spcAft>
                <a:spcPts val="2200"/>
              </a:spcAft>
              <a:buChar char="•"/>
              <a:defRPr sz="2000" b="0">
                <a:solidFill>
                  <a:srgbClr val="1C1C1C"/>
                </a:solidFill>
                <a:latin typeface="Arial"/>
                <a:ea typeface="Arial"/>
                <a:cs typeface="Arial"/>
              </a:defRPr>
            </a:pPr>
            <a:r>
              <a:t>Initial conditions help connect consecutive motion segments.</a:t>
            </a:r>
          </a:p>
          <a:p xmlns:a="http://schemas.openxmlformats.org/drawingml/2006/main">
            <a:pPr marL="279400" indent="-165100" algn="l">
              <a:spcAft>
                <a:spcPts val="2200"/>
              </a:spcAft>
              <a:buChar char="•"/>
              <a:defRPr sz="2000" b="0">
                <a:solidFill>
                  <a:srgbClr val="1C1C1C"/>
                </a:solidFill>
                <a:latin typeface="Arial"/>
                <a:ea typeface="Arial"/>
                <a:cs typeface="Arial"/>
              </a:defRPr>
            </a:pPr>
            <a:r>
              <a:t>MPD needs fewer demonstrations in the reported comparisons.</a:t>
            </a:r>
          </a:p>
          <a:p xmlns:a="http://schemas.openxmlformats.org/drawingml/2006/main">
            <a:pPr marL="279400" indent="-165100" algn="l">
              <a:spcAft>
                <a:spcPts val="2200"/>
              </a:spcAft>
              <a:buChar char="•"/>
              <a:defRPr sz="2000" b="0">
                <a:solidFill>
                  <a:srgbClr val="1C1C1C"/>
                </a:solidFill>
                <a:latin typeface="Arial"/>
                <a:ea typeface="Arial"/>
                <a:cs typeface="Arial"/>
              </a:defRPr>
            </a:pPr>
            <a:r>
              <a:t>Recovery and clinical safety still require further work.</a:t>
            </a:r>
          </a:p>
        </p:txBody>
      </p:sp>
    </p:spTree>
    <p:extLst>
      <p:ext uri="{BB962C8B-B14F-4D97-AF65-F5344CB8AC3E}">
        <p14:creationId xmlns:p14="http://schemas.microsoft.com/office/powerpoint/2010/main" val="179508697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78B53FC-07A8-4F3E-AD61-358DBA22DF32}"/>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MPD’s Position in Our Course</a:t>
            </a:r>
          </a:p>
        </p:txBody>
      </p:sp>
      <p:sp>
        <p:nvSpPr>
          <p:cNvPr id="2" name="source">
            <a:extLst xmlns:a="http://schemas.openxmlformats.org/drawingml/2006/main">
              <a:ext uri="{FF2B5EF4-FFF2-40B4-BE49-F238E27FC236}">
                <a16:creationId xmlns:a16="http://schemas.microsoft.com/office/drawing/2014/main" id="{9391F0FD-5E3A-4E8E-B0B5-FAA353DDC11E}"/>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65A8B5B1-1F5A-42D9-9E45-BBDDD5C875E4}"/>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31</a:t>
            </a:r>
          </a:p>
        </p:txBody>
      </p:sp>
      <p:sp>
        <p:nvSpPr>
          <p:cNvPr id="4" name="body-bullets">
            <a:extLst xmlns:a="http://schemas.openxmlformats.org/drawingml/2006/main">
              <a:ext uri="{FF2B5EF4-FFF2-40B4-BE49-F238E27FC236}">
                <a16:creationId xmlns:a16="http://schemas.microsoft.com/office/drawing/2014/main" id="{20ECC5FA-FCEE-4830-BD8C-790CA4F0901B}"/>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2000"/>
              </a:spcAft>
              <a:buChar char="•"/>
              <a:defRPr sz="2000" b="0">
                <a:solidFill>
                  <a:srgbClr val="1C1C1C"/>
                </a:solidFill>
                <a:latin typeface="Arial"/>
                <a:ea typeface="Arial"/>
                <a:cs typeface="Arial"/>
              </a:defRPr>
            </a:pPr>
            <a:r>
              <a:t>Perception papers estimate tissue shape and motion.</a:t>
            </a:r>
          </a:p>
          <a:p xmlns:a="http://schemas.openxmlformats.org/drawingml/2006/main">
            <a:pPr marL="279400" indent="-165100" algn="l">
              <a:spcAft>
                <a:spcPts val="2000"/>
              </a:spcAft>
              <a:buChar char="•"/>
              <a:defRPr sz="2000" b="0">
                <a:solidFill>
                  <a:srgbClr val="1C1C1C"/>
                </a:solidFill>
                <a:latin typeface="Arial"/>
                <a:ea typeface="Arial"/>
                <a:cs typeface="Arial"/>
              </a:defRPr>
            </a:pPr>
            <a:r>
              <a:t>Gesture and skill papers represent the surgeon’s behavior.</a:t>
            </a:r>
          </a:p>
          <a:p xmlns:a="http://schemas.openxmlformats.org/drawingml/2006/main">
            <a:pPr marL="279400" indent="-165100" algn="l">
              <a:spcAft>
                <a:spcPts val="2000"/>
              </a:spcAft>
              <a:buChar char="•"/>
              <a:defRPr sz="2000" b="0">
                <a:solidFill>
                  <a:srgbClr val="1C1C1C"/>
                </a:solidFill>
                <a:latin typeface="Arial"/>
                <a:ea typeface="Arial"/>
                <a:cs typeface="Arial"/>
              </a:defRPr>
            </a:pPr>
            <a:r>
              <a:t>SUFIA-BC learns actions from demonstrations.</a:t>
            </a:r>
          </a:p>
          <a:p xmlns:a="http://schemas.openxmlformats.org/drawingml/2006/main">
            <a:pPr marL="279400" indent="-165100" algn="l">
              <a:spcAft>
                <a:spcPts val="2000"/>
              </a:spcAft>
              <a:buChar char="•"/>
              <a:defRPr sz="2000" b="0">
                <a:solidFill>
                  <a:srgbClr val="1C1C1C"/>
                </a:solidFill>
                <a:latin typeface="Arial"/>
                <a:ea typeface="Arial"/>
                <a:cs typeface="Arial"/>
              </a:defRPr>
            </a:pPr>
            <a:r>
              <a:t>MPD structures the motion produced by a learned policy.</a:t>
            </a:r>
          </a:p>
          <a:p xmlns:a="http://schemas.openxmlformats.org/drawingml/2006/main">
            <a:pPr marL="279400" indent="-165100" algn="l">
              <a:spcAft>
                <a:spcPts val="2000"/>
              </a:spcAft>
              <a:buChar char="•"/>
              <a:defRPr sz="2000" b="0">
                <a:solidFill>
                  <a:srgbClr val="1C1C1C"/>
                </a:solidFill>
                <a:latin typeface="Arial"/>
                <a:ea typeface="Arial"/>
                <a:cs typeface="Arial"/>
              </a:defRPr>
            </a:pPr>
            <a:r>
              <a:t>STAR connects task planning with supervised physical execution.</a:t>
            </a:r>
          </a:p>
        </p:txBody>
      </p:sp>
    </p:spTree>
    <p:extLst>
      <p:ext uri="{BB962C8B-B14F-4D97-AF65-F5344CB8AC3E}">
        <p14:creationId xmlns:p14="http://schemas.microsoft.com/office/powerpoint/2010/main" val="3151340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60998DB-DF35-4FD5-8AF7-8E9F853BFC97}"/>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Questions for Discussion</a:t>
            </a:r>
          </a:p>
        </p:txBody>
      </p:sp>
      <p:sp>
        <p:nvSpPr>
          <p:cNvPr id="2" name="source">
            <a:extLst xmlns:a="http://schemas.openxmlformats.org/drawingml/2006/main">
              <a:ext uri="{FF2B5EF4-FFF2-40B4-BE49-F238E27FC236}">
                <a16:creationId xmlns:a16="http://schemas.microsoft.com/office/drawing/2014/main" id="{5F13ABEC-AB14-4EE7-836C-B43B57A66A01}"/>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85541488-FFBB-46E4-AF10-652DEEC6F69B}"/>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32</a:t>
            </a:r>
          </a:p>
        </p:txBody>
      </p:sp>
      <p:sp>
        <p:nvSpPr>
          <p:cNvPr id="4" name="body-bullets">
            <a:extLst xmlns:a="http://schemas.openxmlformats.org/drawingml/2006/main">
              <a:ext uri="{FF2B5EF4-FFF2-40B4-BE49-F238E27FC236}">
                <a16:creationId xmlns:a16="http://schemas.microsoft.com/office/drawing/2014/main" id="{6C5C8D37-6454-418D-8C10-C445783907F7}"/>
              </a:ext>
            </a:extLst>
          </p:cNvPr>
          <p:cNvSpPr>
            <a:spLocks xmlns:a="http://schemas.openxmlformats.org/drawingml/2006/main" noGrp="1"/>
          </p:cNvSpPr>
          <p:nvPr/>
        </p:nvSpPr>
        <p:spPr>
          <a:xfrm xmlns:a="http://schemas.openxmlformats.org/drawingml/2006/main">
            <a:off x="495300" y="1762125"/>
            <a:ext cx="11049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marL="279400" indent="-165100" algn="l">
              <a:spcAft>
                <a:spcPts val="3800"/>
              </a:spcAft>
              <a:buChar char="•"/>
              <a:defRPr sz="2000" b="0">
                <a:solidFill>
                  <a:srgbClr val="1C1C1C"/>
                </a:solidFill>
                <a:latin typeface="Arial"/>
                <a:ea typeface="Arial"/>
                <a:cs typeface="Arial"/>
              </a:defRPr>
            </a:pPr>
            <a:r>
              <a:t>What would we measure before calling the manipulation safe?</a:t>
            </a:r>
          </a:p>
          <a:p xmlns:a="http://schemas.openxmlformats.org/drawingml/2006/main">
            <a:pPr marL="279400" indent="-165100" algn="l">
              <a:spcAft>
                <a:spcPts val="3800"/>
              </a:spcAft>
              <a:buChar char="•"/>
              <a:defRPr sz="2000" b="0">
                <a:solidFill>
                  <a:srgbClr val="1C1C1C"/>
                </a:solidFill>
                <a:latin typeface="Arial"/>
                <a:ea typeface="Arial"/>
                <a:cs typeface="Arial"/>
              </a:defRPr>
            </a:pPr>
            <a:r>
              <a:t>Would corrective demonstrations improve the rope-recovery failure?</a:t>
            </a:r>
          </a:p>
          <a:p xmlns:a="http://schemas.openxmlformats.org/drawingml/2006/main">
            <a:pPr marL="279400" indent="-165100" algn="l">
              <a:spcAft>
                <a:spcPts val="3800"/>
              </a:spcAft>
              <a:buChar char="•"/>
              <a:defRPr sz="2000" b="0">
                <a:solidFill>
                  <a:srgbClr val="1C1C1C"/>
                </a:solidFill>
                <a:latin typeface="Arial"/>
                <a:ea typeface="Arial"/>
                <a:cs typeface="Arial"/>
              </a:defRPr>
            </a:pPr>
            <a:r>
              <a:t>How should feedback change the motion when tissue moves unexpectedly?</a:t>
            </a:r>
          </a:p>
        </p:txBody>
      </p:sp>
    </p:spTree>
    <p:extLst>
      <p:ext uri="{BB962C8B-B14F-4D97-AF65-F5344CB8AC3E}">
        <p14:creationId xmlns:p14="http://schemas.microsoft.com/office/powerpoint/2010/main" val="50977687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892DCA2-8F7D-4335-8CFB-23152242D506}"/>
              </a:ext>
            </a:extLst>
          </p:cNvPr>
          <p:cNvSpPr>
            <a:spLocks xmlns:a="http://schemas.openxmlformats.org/drawingml/2006/main" noGrp="1"/>
          </p:cNvSpPr>
          <p:nvPr/>
        </p:nvSpPr>
        <p:spPr>
          <a:xfrm xmlns:a="http://schemas.openxmlformats.org/drawingml/2006/main">
            <a:off x="495300" y="6477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1C1C1C"/>
                </a:solidFill>
                <a:latin typeface="Arial"/>
                <a:ea typeface="Arial"/>
                <a:cs typeface="Arial"/>
              </a:defRPr>
            </a:defPPr>
            <a:lvl1pPr algn="l">
              <a:buNone/>
              <a:defRPr sz="3600" b="0">
                <a:solidFill>
                  <a:srgbClr val="1C1C1C"/>
                </a:solidFill>
                <a:latin typeface="Arial"/>
                <a:ea typeface="Arial"/>
                <a:cs typeface="Arial"/>
              </a:defRPr>
            </a:lvl1pPr>
            <a:lvl2pPr algn="l">
              <a:buNone/>
              <a:defRPr sz="3600" b="0">
                <a:solidFill>
                  <a:srgbClr val="1C1C1C"/>
                </a:solidFill>
                <a:latin typeface="Arial"/>
                <a:ea typeface="Arial"/>
                <a:cs typeface="Arial"/>
              </a:defRPr>
            </a:lvl2pPr>
            <a:lvl3pPr algn="l">
              <a:buNone/>
              <a:defRPr sz="3600" b="0">
                <a:solidFill>
                  <a:srgbClr val="1C1C1C"/>
                </a:solidFill>
                <a:latin typeface="Arial"/>
                <a:ea typeface="Arial"/>
                <a:cs typeface="Arial"/>
              </a:defRPr>
            </a:lvl3pPr>
            <a:lvl4pPr algn="l">
              <a:buNone/>
              <a:defRPr sz="3600" b="0">
                <a:solidFill>
                  <a:srgbClr val="1C1C1C"/>
                </a:solidFill>
                <a:latin typeface="Arial"/>
                <a:ea typeface="Arial"/>
                <a:cs typeface="Arial"/>
              </a:defRPr>
            </a:lvl4pPr>
            <a:lvl5pPr algn="l">
              <a:buNone/>
              <a:defRPr sz="3600" b="0">
                <a:solidFill>
                  <a:srgbClr val="1C1C1C"/>
                </a:solidFill>
                <a:latin typeface="Arial"/>
                <a:ea typeface="Arial"/>
                <a:cs typeface="Arial"/>
              </a:defRPr>
            </a:lvl5pPr>
            <a:lvl6pPr algn="l">
              <a:buNone/>
              <a:defRPr sz="3600" b="0">
                <a:solidFill>
                  <a:srgbClr val="1C1C1C"/>
                </a:solidFill>
                <a:latin typeface="Arial"/>
                <a:ea typeface="Arial"/>
                <a:cs typeface="Arial"/>
              </a:defRPr>
            </a:lvl6pPr>
            <a:lvl7pPr algn="l">
              <a:buNone/>
              <a:defRPr sz="3600" b="0">
                <a:solidFill>
                  <a:srgbClr val="1C1C1C"/>
                </a:solidFill>
                <a:latin typeface="Arial"/>
                <a:ea typeface="Arial"/>
                <a:cs typeface="Arial"/>
              </a:defRPr>
            </a:lvl7pPr>
            <a:lvl8pPr algn="l">
              <a:buNone/>
              <a:defRPr sz="3600" b="0">
                <a:solidFill>
                  <a:srgbClr val="1C1C1C"/>
                </a:solidFill>
                <a:latin typeface="Arial"/>
                <a:ea typeface="Arial"/>
                <a:cs typeface="Arial"/>
              </a:defRPr>
            </a:lvl8pPr>
            <a:lvl9pPr algn="l">
              <a:buNone/>
              <a:defRPr sz="3600" b="0">
                <a:solidFill>
                  <a:srgbClr val="1C1C1C"/>
                </a:solidFill>
                <a:latin typeface="Arial"/>
                <a:ea typeface="Arial"/>
                <a:cs typeface="Arial"/>
              </a:defRPr>
            </a:lvl9pPr>
          </a:lstStyle>
          <a:p xmlns:a="http://schemas.openxmlformats.org/drawingml/2006/main">
            <a:pPr algn="l">
              <a:buNone/>
              <a:defRPr sz="3600" b="0">
                <a:solidFill>
                  <a:srgbClr val="1C1C1C"/>
                </a:solidFill>
                <a:latin typeface="Arial"/>
                <a:ea typeface="Arial"/>
                <a:cs typeface="Arial"/>
              </a:defRPr>
            </a:pPr>
            <a:r>
              <a:rPr sz="3600" b="0">
                <a:solidFill>
                  <a:srgbClr val="1C1C1C"/>
                </a:solidFill>
                <a:latin typeface="Arial"/>
                <a:ea typeface="Arial"/>
                <a:cs typeface="Arial"/>
              </a:rPr>
              <a:t>Main Paper and Supporting Resources</a:t>
            </a:r>
          </a:p>
        </p:txBody>
      </p:sp>
      <p:sp>
        <p:nvSpPr>
          <p:cNvPr id="2" name="source">
            <a:extLst xmlns:a="http://schemas.openxmlformats.org/drawingml/2006/main">
              <a:ext uri="{FF2B5EF4-FFF2-40B4-BE49-F238E27FC236}">
                <a16:creationId xmlns:a16="http://schemas.microsoft.com/office/drawing/2014/main" id="{3F2FC0D2-4314-44ED-83A8-5F34E6EF9889}"/>
              </a:ext>
            </a:extLst>
          </p:cNvPr>
          <p:cNvSpPr>
            <a:spLocks xmlns:a="http://schemas.openxmlformats.org/drawingml/2006/main" noGrp="1"/>
          </p:cNvSpPr>
          <p:nvPr/>
        </p:nvSpPr>
        <p:spPr>
          <a:xfrm xmlns:a="http://schemas.openxmlformats.org/drawingml/2006/main">
            <a:off x="476250" y="6391275"/>
            <a:ext cx="1009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Scheikl et al., RA-L 2024</a:t>
            </a:r>
          </a:p>
        </p:txBody>
      </p:sp>
      <p:sp>
        <p:nvSpPr>
          <p:cNvPr id="3" name="slide-number">
            <a:extLst xmlns:a="http://schemas.openxmlformats.org/drawingml/2006/main">
              <a:ext uri="{FF2B5EF4-FFF2-40B4-BE49-F238E27FC236}">
                <a16:creationId xmlns:a16="http://schemas.microsoft.com/office/drawing/2014/main" id="{9E426E87-173D-40B1-8DD6-B41232850F02}"/>
              </a:ext>
            </a:extLst>
          </p:cNvPr>
          <p:cNvSpPr>
            <a:spLocks xmlns:a="http://schemas.openxmlformats.org/drawingml/2006/main" noGrp="1"/>
          </p:cNvSpPr>
          <p:nvPr/>
        </p:nvSpPr>
        <p:spPr>
          <a:xfrm xmlns:a="http://schemas.openxmlformats.org/drawingml/2006/main">
            <a:off x="11144250" y="639127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Arial"/>
                <a:ea typeface="Arial"/>
                <a:cs typeface="Arial"/>
              </a:defRPr>
            </a:defPPr>
            <a:lvl1pPr algn="l">
              <a:buNone/>
              <a:defRPr sz="1200" b="0">
                <a:solidFill>
                  <a:srgbClr val="666666"/>
                </a:solidFill>
                <a:latin typeface="Arial"/>
                <a:ea typeface="Arial"/>
                <a:cs typeface="Arial"/>
              </a:defRPr>
            </a:lvl1pPr>
            <a:lvl2pPr algn="l">
              <a:buNone/>
              <a:defRPr sz="1200" b="0">
                <a:solidFill>
                  <a:srgbClr val="666666"/>
                </a:solidFill>
                <a:latin typeface="Arial"/>
                <a:ea typeface="Arial"/>
                <a:cs typeface="Arial"/>
              </a:defRPr>
            </a:lvl2pPr>
            <a:lvl3pPr algn="l">
              <a:buNone/>
              <a:defRPr sz="1200" b="0">
                <a:solidFill>
                  <a:srgbClr val="666666"/>
                </a:solidFill>
                <a:latin typeface="Arial"/>
                <a:ea typeface="Arial"/>
                <a:cs typeface="Arial"/>
              </a:defRPr>
            </a:lvl3pPr>
            <a:lvl4pPr algn="l">
              <a:buNone/>
              <a:defRPr sz="1200" b="0">
                <a:solidFill>
                  <a:srgbClr val="666666"/>
                </a:solidFill>
                <a:latin typeface="Arial"/>
                <a:ea typeface="Arial"/>
                <a:cs typeface="Arial"/>
              </a:defRPr>
            </a:lvl4pPr>
            <a:lvl5pPr algn="l">
              <a:buNone/>
              <a:defRPr sz="1200" b="0">
                <a:solidFill>
                  <a:srgbClr val="666666"/>
                </a:solidFill>
                <a:latin typeface="Arial"/>
                <a:ea typeface="Arial"/>
                <a:cs typeface="Arial"/>
              </a:defRPr>
            </a:lvl5pPr>
            <a:lvl6pPr algn="l">
              <a:buNone/>
              <a:defRPr sz="1200" b="0">
                <a:solidFill>
                  <a:srgbClr val="666666"/>
                </a:solidFill>
                <a:latin typeface="Arial"/>
                <a:ea typeface="Arial"/>
                <a:cs typeface="Arial"/>
              </a:defRPr>
            </a:lvl6pPr>
            <a:lvl7pPr algn="l">
              <a:buNone/>
              <a:defRPr sz="1200" b="0">
                <a:solidFill>
                  <a:srgbClr val="666666"/>
                </a:solidFill>
                <a:latin typeface="Arial"/>
                <a:ea typeface="Arial"/>
                <a:cs typeface="Arial"/>
              </a:defRPr>
            </a:lvl7pPr>
            <a:lvl8pPr algn="l">
              <a:buNone/>
              <a:defRPr sz="1200" b="0">
                <a:solidFill>
                  <a:srgbClr val="666666"/>
                </a:solidFill>
                <a:latin typeface="Arial"/>
                <a:ea typeface="Arial"/>
                <a:cs typeface="Arial"/>
              </a:defRPr>
            </a:lvl8pPr>
            <a:lvl9pPr algn="l">
              <a:buNone/>
              <a:defRPr sz="1200" b="0">
                <a:solidFill>
                  <a:srgbClr val="666666"/>
                </a:solidFill>
                <a:latin typeface="Arial"/>
                <a:ea typeface="Arial"/>
                <a:cs typeface="Arial"/>
              </a:defRPr>
            </a:lvl9pPr>
          </a:lstStyle>
          <a:p xmlns:a="http://schemas.openxmlformats.org/drawingml/2006/main">
            <a:pPr algn="l">
              <a:buNone/>
              <a:defRPr sz="1200" b="0">
                <a:solidFill>
                  <a:srgbClr val="666666"/>
                </a:solidFill>
                <a:latin typeface="Arial"/>
                <a:ea typeface="Arial"/>
                <a:cs typeface="Arial"/>
              </a:defRPr>
            </a:pPr>
            <a:r>
              <a:rPr sz="1200" b="0">
                <a:solidFill>
                  <a:srgbClr val="666666"/>
                </a:solidFill>
                <a:latin typeface="Arial"/>
                <a:ea typeface="Arial"/>
                <a:cs typeface="Arial"/>
              </a:rPr>
              <a:t>33</a:t>
            </a:r>
          </a:p>
        </p:txBody>
      </p:sp>
      <p:sp>
        <p:nvSpPr>
          <p:cNvPr id="4" name="main-paper-label">
            <a:extLst xmlns:a="http://schemas.openxmlformats.org/drawingml/2006/main">
              <a:ext uri="{FF2B5EF4-FFF2-40B4-BE49-F238E27FC236}">
                <a16:creationId xmlns:a16="http://schemas.microsoft.com/office/drawing/2014/main" id="{71773234-90ED-4BA6-825A-BFA0962AAAF4}"/>
              </a:ext>
            </a:extLst>
          </p:cNvPr>
          <p:cNvSpPr>
            <a:spLocks xmlns:a="http://schemas.openxmlformats.org/drawingml/2006/main" noGrp="1"/>
          </p:cNvSpPr>
          <p:nvPr/>
        </p:nvSpPr>
        <p:spPr>
          <a:xfrm xmlns:a="http://schemas.openxmlformats.org/drawingml/2006/main">
            <a:off x="495300" y="1762125"/>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00" b="1">
                <a:solidFill>
                  <a:srgbClr val="1C1C1C"/>
                </a:solidFill>
                <a:latin typeface="Arial"/>
                <a:ea typeface="Arial"/>
                <a:cs typeface="Arial"/>
              </a:defRPr>
            </a:defPPr>
            <a:lvl1pPr algn="l">
              <a:buNone/>
              <a:defRPr sz="2200" b="1">
                <a:solidFill>
                  <a:srgbClr val="1C1C1C"/>
                </a:solidFill>
                <a:latin typeface="Arial"/>
                <a:ea typeface="Arial"/>
                <a:cs typeface="Arial"/>
              </a:defRPr>
            </a:lvl1pPr>
            <a:lvl2pPr algn="l">
              <a:buNone/>
              <a:defRPr sz="2200" b="1">
                <a:solidFill>
                  <a:srgbClr val="1C1C1C"/>
                </a:solidFill>
                <a:latin typeface="Arial"/>
                <a:ea typeface="Arial"/>
                <a:cs typeface="Arial"/>
              </a:defRPr>
            </a:lvl2pPr>
            <a:lvl3pPr algn="l">
              <a:buNone/>
              <a:defRPr sz="2200" b="1">
                <a:solidFill>
                  <a:srgbClr val="1C1C1C"/>
                </a:solidFill>
                <a:latin typeface="Arial"/>
                <a:ea typeface="Arial"/>
                <a:cs typeface="Arial"/>
              </a:defRPr>
            </a:lvl3pPr>
            <a:lvl4pPr algn="l">
              <a:buNone/>
              <a:defRPr sz="2200" b="1">
                <a:solidFill>
                  <a:srgbClr val="1C1C1C"/>
                </a:solidFill>
                <a:latin typeface="Arial"/>
                <a:ea typeface="Arial"/>
                <a:cs typeface="Arial"/>
              </a:defRPr>
            </a:lvl4pPr>
            <a:lvl5pPr algn="l">
              <a:buNone/>
              <a:defRPr sz="2200" b="1">
                <a:solidFill>
                  <a:srgbClr val="1C1C1C"/>
                </a:solidFill>
                <a:latin typeface="Arial"/>
                <a:ea typeface="Arial"/>
                <a:cs typeface="Arial"/>
              </a:defRPr>
            </a:lvl5pPr>
            <a:lvl6pPr algn="l">
              <a:buNone/>
              <a:defRPr sz="2200" b="1">
                <a:solidFill>
                  <a:srgbClr val="1C1C1C"/>
                </a:solidFill>
                <a:latin typeface="Arial"/>
                <a:ea typeface="Arial"/>
                <a:cs typeface="Arial"/>
              </a:defRPr>
            </a:lvl6pPr>
            <a:lvl7pPr algn="l">
              <a:buNone/>
              <a:defRPr sz="2200" b="1">
                <a:solidFill>
                  <a:srgbClr val="1C1C1C"/>
                </a:solidFill>
                <a:latin typeface="Arial"/>
                <a:ea typeface="Arial"/>
                <a:cs typeface="Arial"/>
              </a:defRPr>
            </a:lvl7pPr>
            <a:lvl8pPr algn="l">
              <a:buNone/>
              <a:defRPr sz="2200" b="1">
                <a:solidFill>
                  <a:srgbClr val="1C1C1C"/>
                </a:solidFill>
                <a:latin typeface="Arial"/>
                <a:ea typeface="Arial"/>
                <a:cs typeface="Arial"/>
              </a:defRPr>
            </a:lvl8pPr>
            <a:lvl9pPr algn="l">
              <a:buNone/>
              <a:defRPr sz="2200" b="1">
                <a:solidFill>
                  <a:srgbClr val="1C1C1C"/>
                </a:solidFill>
                <a:latin typeface="Arial"/>
                <a:ea typeface="Arial"/>
                <a:cs typeface="Arial"/>
              </a:defRPr>
            </a:lvl9pPr>
          </a:lstStyle>
          <a:p xmlns:a="http://schemas.openxmlformats.org/drawingml/2006/main">
            <a:pPr algn="l">
              <a:buNone/>
              <a:defRPr sz="2200" b="1">
                <a:solidFill>
                  <a:srgbClr val="1C1C1C"/>
                </a:solidFill>
                <a:latin typeface="Arial"/>
                <a:ea typeface="Arial"/>
                <a:cs typeface="Arial"/>
              </a:defRPr>
            </a:pPr>
            <a:r>
              <a:rPr sz="2200" b="1">
                <a:solidFill>
                  <a:srgbClr val="1C1C1C"/>
                </a:solidFill>
                <a:latin typeface="Arial"/>
                <a:ea typeface="Arial"/>
                <a:cs typeface="Arial"/>
              </a:rPr>
              <a:t>Movement Primitive Diffusion</a:t>
            </a:r>
          </a:p>
        </p:txBody>
      </p:sp>
      <p:sp>
        <p:nvSpPr>
          <p:cNvPr id="5" name="main-paper-citation">
            <a:extLst xmlns:a="http://schemas.openxmlformats.org/drawingml/2006/main">
              <a:ext uri="{FF2B5EF4-FFF2-40B4-BE49-F238E27FC236}">
                <a16:creationId xmlns:a16="http://schemas.microsoft.com/office/drawing/2014/main" id="{D0AA65BD-2D98-47F9-912D-E8598CCA905D}"/>
              </a:ext>
            </a:extLst>
          </p:cNvPr>
          <p:cNvSpPr>
            <a:spLocks xmlns:a="http://schemas.openxmlformats.org/drawingml/2006/main" noGrp="1"/>
          </p:cNvSpPr>
          <p:nvPr/>
        </p:nvSpPr>
        <p:spPr>
          <a:xfrm xmlns:a="http://schemas.openxmlformats.org/drawingml/2006/main">
            <a:off x="495300" y="23812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00" b="0">
                <a:solidFill>
                  <a:srgbClr val="1C1C1C"/>
                </a:solidFill>
                <a:latin typeface="Arial"/>
                <a:ea typeface="Arial"/>
                <a:cs typeface="Arial"/>
              </a:defRPr>
            </a:defPPr>
            <a:lvl1pPr algn="l">
              <a:buNone/>
              <a:defRPr sz="2000" b="0">
                <a:solidFill>
                  <a:srgbClr val="1C1C1C"/>
                </a:solidFill>
                <a:latin typeface="Arial"/>
                <a:ea typeface="Arial"/>
                <a:cs typeface="Arial"/>
              </a:defRPr>
            </a:lvl1pPr>
            <a:lvl2pPr algn="l">
              <a:buNone/>
              <a:defRPr sz="2000" b="0">
                <a:solidFill>
                  <a:srgbClr val="1C1C1C"/>
                </a:solidFill>
                <a:latin typeface="Arial"/>
                <a:ea typeface="Arial"/>
                <a:cs typeface="Arial"/>
              </a:defRPr>
            </a:lvl2pPr>
            <a:lvl3pPr algn="l">
              <a:buNone/>
              <a:defRPr sz="2000" b="0">
                <a:solidFill>
                  <a:srgbClr val="1C1C1C"/>
                </a:solidFill>
                <a:latin typeface="Arial"/>
                <a:ea typeface="Arial"/>
                <a:cs typeface="Arial"/>
              </a:defRPr>
            </a:lvl3pPr>
            <a:lvl4pPr algn="l">
              <a:buNone/>
              <a:defRPr sz="2000" b="0">
                <a:solidFill>
                  <a:srgbClr val="1C1C1C"/>
                </a:solidFill>
                <a:latin typeface="Arial"/>
                <a:ea typeface="Arial"/>
                <a:cs typeface="Arial"/>
              </a:defRPr>
            </a:lvl4pPr>
            <a:lvl5pPr algn="l">
              <a:buNone/>
              <a:defRPr sz="2000" b="0">
                <a:solidFill>
                  <a:srgbClr val="1C1C1C"/>
                </a:solidFill>
                <a:latin typeface="Arial"/>
                <a:ea typeface="Arial"/>
                <a:cs typeface="Arial"/>
              </a:defRPr>
            </a:lvl5pPr>
            <a:lvl6pPr algn="l">
              <a:buNone/>
              <a:defRPr sz="2000" b="0">
                <a:solidFill>
                  <a:srgbClr val="1C1C1C"/>
                </a:solidFill>
                <a:latin typeface="Arial"/>
                <a:ea typeface="Arial"/>
                <a:cs typeface="Arial"/>
              </a:defRPr>
            </a:lvl6pPr>
            <a:lvl7pPr algn="l">
              <a:buNone/>
              <a:defRPr sz="2000" b="0">
                <a:solidFill>
                  <a:srgbClr val="1C1C1C"/>
                </a:solidFill>
                <a:latin typeface="Arial"/>
                <a:ea typeface="Arial"/>
                <a:cs typeface="Arial"/>
              </a:defRPr>
            </a:lvl7pPr>
            <a:lvl8pPr algn="l">
              <a:buNone/>
              <a:defRPr sz="2000" b="0">
                <a:solidFill>
                  <a:srgbClr val="1C1C1C"/>
                </a:solidFill>
                <a:latin typeface="Arial"/>
                <a:ea typeface="Arial"/>
                <a:cs typeface="Arial"/>
              </a:defRPr>
            </a:lvl8pPr>
            <a:lvl9pPr algn="l">
              <a:buNone/>
              <a:defRPr sz="2000" b="0">
                <a:solidFill>
                  <a:srgbClr val="1C1C1C"/>
                </a:solidFill>
                <a:latin typeface="Arial"/>
                <a:ea typeface="Arial"/>
                <a:cs typeface="Arial"/>
              </a:defRPr>
            </a:lvl9pPr>
          </a:lstStyle>
          <a:p xmlns:a="http://schemas.openxmlformats.org/drawingml/2006/main">
            <a:pPr algn="l">
              <a:buNone/>
              <a:defRPr sz="2000" b="0">
                <a:solidFill>
                  <a:srgbClr val="1C1C1C"/>
                </a:solidFill>
                <a:latin typeface="Arial"/>
                <a:ea typeface="Arial"/>
                <a:cs typeface="Arial"/>
              </a:defRPr>
            </a:pPr>
            <a:r>
              <a:rPr sz="2000" b="0">
                <a:solidFill>
                  <a:srgbClr val="1C1C1C"/>
                </a:solidFill>
                <a:latin typeface="Arial"/>
                <a:ea typeface="Arial"/>
                <a:cs typeface="Arial"/>
              </a:rPr>
              <a:t>Scheikl, P. M., et al. “Movement Primitive Diffusion: Learning Gentle Robotic Manipulation of Deformable Objects.” IEEE Robotics and Automation Letters 9(6), 5338–5345, 2024.</a:t>
            </a:r>
          </a:p>
        </p:txBody>
      </p:sp>
      <p:sp>
        <p:nvSpPr>
          <p:cNvPr id="6" name="doi">
            <a:extLst xmlns:a="http://schemas.openxmlformats.org/drawingml/2006/main">
              <a:ext uri="{FF2B5EF4-FFF2-40B4-BE49-F238E27FC236}">
                <a16:creationId xmlns:a16="http://schemas.microsoft.com/office/drawing/2014/main" id="{E1B70604-3FED-4EC2-9913-A6FE0D8F303F}"/>
              </a:ext>
            </a:extLst>
          </p:cNvPr>
          <p:cNvSpPr>
            <a:spLocks xmlns:a="http://schemas.openxmlformats.org/drawingml/2006/main" noGrp="1"/>
          </p:cNvSpPr>
          <p:nvPr/>
        </p:nvSpPr>
        <p:spPr>
          <a:xfrm xmlns:a="http://schemas.openxmlformats.org/drawingml/2006/main">
            <a:off x="495300" y="35909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buNone/>
              <a:defRPr sz="1800" b="0">
                <a:solidFill>
                  <a:srgbClr val="1C1C1C"/>
                </a:solidFill>
                <a:latin typeface="Arial"/>
                <a:ea typeface="Arial"/>
                <a:cs typeface="Arial"/>
              </a:defRPr>
            </a:lvl1pPr>
            <a:lvl2pPr algn="l">
              <a:buNone/>
              <a:defRPr sz="1800" b="0">
                <a:solidFill>
                  <a:srgbClr val="1C1C1C"/>
                </a:solidFill>
                <a:latin typeface="Arial"/>
                <a:ea typeface="Arial"/>
                <a:cs typeface="Arial"/>
              </a:defRPr>
            </a:lvl2pPr>
            <a:lvl3pPr algn="l">
              <a:buNone/>
              <a:defRPr sz="1800" b="0">
                <a:solidFill>
                  <a:srgbClr val="1C1C1C"/>
                </a:solidFill>
                <a:latin typeface="Arial"/>
                <a:ea typeface="Arial"/>
                <a:cs typeface="Arial"/>
              </a:defRPr>
            </a:lvl3pPr>
            <a:lvl4pPr algn="l">
              <a:buNone/>
              <a:defRPr sz="1800" b="0">
                <a:solidFill>
                  <a:srgbClr val="1C1C1C"/>
                </a:solidFill>
                <a:latin typeface="Arial"/>
                <a:ea typeface="Arial"/>
                <a:cs typeface="Arial"/>
              </a:defRPr>
            </a:lvl4pPr>
            <a:lvl5pPr algn="l">
              <a:buNone/>
              <a:defRPr sz="1800" b="0">
                <a:solidFill>
                  <a:srgbClr val="1C1C1C"/>
                </a:solidFill>
                <a:latin typeface="Arial"/>
                <a:ea typeface="Arial"/>
                <a:cs typeface="Arial"/>
              </a:defRPr>
            </a:lvl5pPr>
            <a:lvl6pPr algn="l">
              <a:buNone/>
              <a:defRPr sz="1800" b="0">
                <a:solidFill>
                  <a:srgbClr val="1C1C1C"/>
                </a:solidFill>
                <a:latin typeface="Arial"/>
                <a:ea typeface="Arial"/>
                <a:cs typeface="Arial"/>
              </a:defRPr>
            </a:lvl6pPr>
            <a:lvl7pPr algn="l">
              <a:buNone/>
              <a:defRPr sz="1800" b="0">
                <a:solidFill>
                  <a:srgbClr val="1C1C1C"/>
                </a:solidFill>
                <a:latin typeface="Arial"/>
                <a:ea typeface="Arial"/>
                <a:cs typeface="Arial"/>
              </a:defRPr>
            </a:lvl7pPr>
            <a:lvl8pPr algn="l">
              <a:buNone/>
              <a:defRPr sz="1800" b="0">
                <a:solidFill>
                  <a:srgbClr val="1C1C1C"/>
                </a:solidFill>
                <a:latin typeface="Arial"/>
                <a:ea typeface="Arial"/>
                <a:cs typeface="Arial"/>
              </a:defRPr>
            </a:lvl8pPr>
            <a:lvl9pPr algn="l">
              <a:buNone/>
              <a:defRPr sz="1800" b="0">
                <a:solidFill>
                  <a:srgbClr val="1C1C1C"/>
                </a:solidFill>
                <a:latin typeface="Arial"/>
                <a:ea typeface="Arial"/>
                <a:cs typeface="Arial"/>
              </a:defRPr>
            </a:lvl9pPr>
          </a:lstStyle>
          <a:p xmlns:a="http://schemas.openxmlformats.org/drawingml/2006/main">
            <a:pPr algn="l">
              <a:buNone/>
              <a:defRPr sz="1800" b="0">
                <a:solidFill>
                  <a:srgbClr val="1C1C1C"/>
                </a:solidFill>
                <a:latin typeface="Arial"/>
                <a:ea typeface="Arial"/>
                <a:cs typeface="Arial"/>
              </a:defRPr>
            </a:pPr>
            <a:r>
              <a:rPr sz="1800" b="0">
                <a:solidFill>
                  <a:srgbClr val="1C1C1C"/>
                </a:solidFill>
                <a:latin typeface="Arial"/>
                <a:ea typeface="Arial"/>
                <a:cs typeface="Arial"/>
              </a:rPr>
              <a:t>https://doi.org/10.1109/LRA.2024.3382529</a:t>
            </a:r>
          </a:p>
        </p:txBody>
      </p:sp>
      <p:sp>
        <p:nvSpPr>
          <p:cNvPr id="7" name="project-label">
            <a:extLst xmlns:a="http://schemas.openxmlformats.org/drawingml/2006/main">
              <a:ext uri="{FF2B5EF4-FFF2-40B4-BE49-F238E27FC236}">
                <a16:creationId xmlns:a16="http://schemas.microsoft.com/office/drawing/2014/main" id="{3609FF51-01E3-44D2-820B-20D615DC91C4}"/>
              </a:ext>
            </a:extLst>
          </p:cNvPr>
          <p:cNvSpPr>
            <a:spLocks xmlns:a="http://schemas.openxmlformats.org/drawingml/2006/main" noGrp="1"/>
          </p:cNvSpPr>
          <p:nvPr/>
        </p:nvSpPr>
        <p:spPr>
          <a:xfrm xmlns:a="http://schemas.openxmlformats.org/drawingml/2006/main">
            <a:off x="495300" y="451485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00" b="1">
                <a:solidFill>
                  <a:srgbClr val="1C1C1C"/>
                </a:solidFill>
                <a:latin typeface="Arial"/>
                <a:ea typeface="Arial"/>
                <a:cs typeface="Arial"/>
              </a:defRPr>
            </a:defPPr>
            <a:lvl1pPr algn="l">
              <a:buNone/>
              <a:defRPr sz="2200" b="1">
                <a:solidFill>
                  <a:srgbClr val="1C1C1C"/>
                </a:solidFill>
                <a:latin typeface="Arial"/>
                <a:ea typeface="Arial"/>
                <a:cs typeface="Arial"/>
              </a:defRPr>
            </a:lvl1pPr>
            <a:lvl2pPr algn="l">
              <a:buNone/>
              <a:defRPr sz="2200" b="1">
                <a:solidFill>
                  <a:srgbClr val="1C1C1C"/>
                </a:solidFill>
                <a:latin typeface="Arial"/>
                <a:ea typeface="Arial"/>
                <a:cs typeface="Arial"/>
              </a:defRPr>
            </a:lvl2pPr>
            <a:lvl3pPr algn="l">
              <a:buNone/>
              <a:defRPr sz="2200" b="1">
                <a:solidFill>
                  <a:srgbClr val="1C1C1C"/>
                </a:solidFill>
                <a:latin typeface="Arial"/>
                <a:ea typeface="Arial"/>
                <a:cs typeface="Arial"/>
              </a:defRPr>
            </a:lvl3pPr>
            <a:lvl4pPr algn="l">
              <a:buNone/>
              <a:defRPr sz="2200" b="1">
                <a:solidFill>
                  <a:srgbClr val="1C1C1C"/>
                </a:solidFill>
                <a:latin typeface="Arial"/>
                <a:ea typeface="Arial"/>
                <a:cs typeface="Arial"/>
              </a:defRPr>
            </a:lvl4pPr>
            <a:lvl5pPr algn="l">
              <a:buNone/>
              <a:defRPr sz="2200" b="1">
                <a:solidFill>
                  <a:srgbClr val="1C1C1C"/>
                </a:solidFill>
                <a:latin typeface="Arial"/>
                <a:ea typeface="Arial"/>
                <a:cs typeface="Arial"/>
              </a:defRPr>
            </a:lvl5pPr>
            <a:lvl6pPr algn="l">
              <a:buNone/>
              <a:defRPr sz="2200" b="1">
                <a:solidFill>
                  <a:srgbClr val="1C1C1C"/>
                </a:solidFill>
                <a:latin typeface="Arial"/>
                <a:ea typeface="Arial"/>
                <a:cs typeface="Arial"/>
              </a:defRPr>
            </a:lvl6pPr>
            <a:lvl7pPr algn="l">
              <a:buNone/>
              <a:defRPr sz="2200" b="1">
                <a:solidFill>
                  <a:srgbClr val="1C1C1C"/>
                </a:solidFill>
                <a:latin typeface="Arial"/>
                <a:ea typeface="Arial"/>
                <a:cs typeface="Arial"/>
              </a:defRPr>
            </a:lvl7pPr>
            <a:lvl8pPr algn="l">
              <a:buNone/>
              <a:defRPr sz="2200" b="1">
                <a:solidFill>
                  <a:srgbClr val="1C1C1C"/>
                </a:solidFill>
                <a:latin typeface="Arial"/>
                <a:ea typeface="Arial"/>
                <a:cs typeface="Arial"/>
              </a:defRPr>
            </a:lvl8pPr>
            <a:lvl9pPr algn="l">
              <a:buNone/>
              <a:defRPr sz="2200" b="1">
                <a:solidFill>
                  <a:srgbClr val="1C1C1C"/>
                </a:solidFill>
                <a:latin typeface="Arial"/>
                <a:ea typeface="Arial"/>
                <a:cs typeface="Arial"/>
              </a:defRPr>
            </a:lvl9pPr>
          </a:lstStyle>
          <a:p xmlns:a="http://schemas.openxmlformats.org/drawingml/2006/main">
            <a:pPr algn="l">
              <a:buNone/>
              <a:defRPr sz="2200" b="1">
                <a:solidFill>
                  <a:srgbClr val="1C1C1C"/>
                </a:solidFill>
                <a:latin typeface="Arial"/>
                <a:ea typeface="Arial"/>
                <a:cs typeface="Arial"/>
              </a:defRPr>
            </a:pPr>
            <a:r>
              <a:rPr sz="2200" b="1">
                <a:solidFill>
                  <a:srgbClr val="1C1C1C"/>
                </a:solidFill>
                <a:latin typeface="Arial"/>
                <a:ea typeface="Arial"/>
                <a:cs typeface="Arial"/>
              </a:rPr>
              <a:t>Project Page, Code, Data, and Demonstration Video</a:t>
            </a:r>
          </a:p>
        </p:txBody>
      </p:sp>
      <p:sp>
        <p:nvSpPr>
          <p:cNvPr id="8" name="project-link">
            <a:extLst xmlns:a="http://schemas.openxmlformats.org/drawingml/2006/main">
              <a:ext uri="{FF2B5EF4-FFF2-40B4-BE49-F238E27FC236}">
                <a16:creationId xmlns:a16="http://schemas.microsoft.com/office/drawing/2014/main" id="{D19EC563-37B7-47F8-B419-D8E1A796C334}"/>
              </a:ext>
            </a:extLst>
          </p:cNvPr>
          <p:cNvSpPr>
            <a:spLocks xmlns:a="http://schemas.openxmlformats.org/drawingml/2006/main" noGrp="1"/>
          </p:cNvSpPr>
          <p:nvPr/>
        </p:nvSpPr>
        <p:spPr>
          <a:xfrm xmlns:a="http://schemas.openxmlformats.org/drawingml/2006/main">
            <a:off x="495300" y="51054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C1C1C"/>
                </a:solidFill>
                <a:latin typeface="Arial"/>
                <a:ea typeface="Arial"/>
                <a:cs typeface="Arial"/>
              </a:defRPr>
            </a:defPPr>
            <a:lvl1pPr algn="l">
              <a:buNone/>
              <a:defRPr sz="1800" b="0">
                <a:solidFill>
                  <a:srgbClr val="1C1C1C"/>
                </a:solidFill>
                <a:latin typeface="Arial"/>
                <a:ea typeface="Arial"/>
                <a:cs typeface="Arial"/>
              </a:defRPr>
            </a:lvl1pPr>
            <a:lvl2pPr algn="l">
              <a:buNone/>
              <a:defRPr sz="1800" b="0">
                <a:solidFill>
                  <a:srgbClr val="1C1C1C"/>
                </a:solidFill>
                <a:latin typeface="Arial"/>
                <a:ea typeface="Arial"/>
                <a:cs typeface="Arial"/>
              </a:defRPr>
            </a:lvl2pPr>
            <a:lvl3pPr algn="l">
              <a:buNone/>
              <a:defRPr sz="1800" b="0">
                <a:solidFill>
                  <a:srgbClr val="1C1C1C"/>
                </a:solidFill>
                <a:latin typeface="Arial"/>
                <a:ea typeface="Arial"/>
                <a:cs typeface="Arial"/>
              </a:defRPr>
            </a:lvl3pPr>
            <a:lvl4pPr algn="l">
              <a:buNone/>
              <a:defRPr sz="1800" b="0">
                <a:solidFill>
                  <a:srgbClr val="1C1C1C"/>
                </a:solidFill>
                <a:latin typeface="Arial"/>
                <a:ea typeface="Arial"/>
                <a:cs typeface="Arial"/>
              </a:defRPr>
            </a:lvl4pPr>
            <a:lvl5pPr algn="l">
              <a:buNone/>
              <a:defRPr sz="1800" b="0">
                <a:solidFill>
                  <a:srgbClr val="1C1C1C"/>
                </a:solidFill>
                <a:latin typeface="Arial"/>
                <a:ea typeface="Arial"/>
                <a:cs typeface="Arial"/>
              </a:defRPr>
            </a:lvl5pPr>
            <a:lvl6pPr algn="l">
              <a:buNone/>
              <a:defRPr sz="1800" b="0">
                <a:solidFill>
                  <a:srgbClr val="1C1C1C"/>
                </a:solidFill>
                <a:latin typeface="Arial"/>
                <a:ea typeface="Arial"/>
                <a:cs typeface="Arial"/>
              </a:defRPr>
            </a:lvl6pPr>
            <a:lvl7pPr algn="l">
              <a:buNone/>
              <a:defRPr sz="1800" b="0">
                <a:solidFill>
                  <a:srgbClr val="1C1C1C"/>
                </a:solidFill>
                <a:latin typeface="Arial"/>
                <a:ea typeface="Arial"/>
                <a:cs typeface="Arial"/>
              </a:defRPr>
            </a:lvl7pPr>
            <a:lvl8pPr algn="l">
              <a:buNone/>
              <a:defRPr sz="1800" b="0">
                <a:solidFill>
                  <a:srgbClr val="1C1C1C"/>
                </a:solidFill>
                <a:latin typeface="Arial"/>
                <a:ea typeface="Arial"/>
                <a:cs typeface="Arial"/>
              </a:defRPr>
            </a:lvl8pPr>
            <a:lvl9pPr algn="l">
              <a:buNone/>
              <a:defRPr sz="1800" b="0">
                <a:solidFill>
                  <a:srgbClr val="1C1C1C"/>
                </a:solidFill>
                <a:latin typeface="Arial"/>
                <a:ea typeface="Arial"/>
                <a:cs typeface="Arial"/>
              </a:defRPr>
            </a:lvl9pPr>
          </a:lstStyle>
          <a:p xmlns:a="http://schemas.openxmlformats.org/drawingml/2006/main">
            <a:pPr algn="l">
              <a:buNone/>
              <a:defRPr sz="1800" b="0">
                <a:solidFill>
                  <a:srgbClr val="1C1C1C"/>
                </a:solidFill>
                <a:latin typeface="Arial"/>
                <a:ea typeface="Arial"/>
                <a:cs typeface="Arial"/>
              </a:defRPr>
            </a:pPr>
            <a:r>
              <a:rPr sz="1800" b="0">
                <a:solidFill>
                  <a:srgbClr val="1C1C1C"/>
                </a:solidFill>
                <a:latin typeface="Arial"/>
                <a:ea typeface="Arial"/>
                <a:cs typeface="Arial"/>
              </a:rPr>
              <a:t>https://scheiklp.github.io/movement-primitive-diffusion/</a:t>
            </a:r>
          </a:p>
        </p:txBody>
      </p:sp>
    </p:spTree>
    <p:extLst>
      <p:ext uri="{BB962C8B-B14F-4D97-AF65-F5344CB8AC3E}">
        <p14:creationId xmlns:p14="http://schemas.microsoft.com/office/powerpoint/2010/main" val="2078474439"/>
      </p:ext>
    </p:extLst>
  </p:cSld>
</p:sld>
</file>

<file path=ppt/theme/theme1.xml><?xml version="1.0" encoding="utf-8"?>
<a:theme xmlns:a="http://schemas.openxmlformats.org/drawingml/2006/main" name="Office Theme">
  <a:themeElements>
    <a:clrScheme name="VU Brand">
      <a:dk1>
        <a:srgbClr val="1C1C1C"/>
      </a:dk1>
      <a:lt1>
        <a:srgbClr val="F5F3EF"/>
      </a:lt1>
      <a:dk2>
        <a:srgbClr val="777777"/>
      </a:dk2>
      <a:lt2>
        <a:srgbClr val="E3E3E3"/>
      </a:lt2>
      <a:accent1>
        <a:srgbClr val="B3C9CD"/>
      </a:accent1>
      <a:accent2>
        <a:srgbClr val="ECB748"/>
      </a:accent2>
      <a:accent3>
        <a:srgbClr val="E0D5C0"/>
      </a:accent3>
      <a:accent4>
        <a:srgbClr val="F5F3EF"/>
      </a:accent4>
      <a:accent5>
        <a:srgbClr val="E0D5C0"/>
      </a:accent5>
      <a:accent6>
        <a:srgbClr val="FFFFFF"/>
      </a:accent6>
      <a:hlink>
        <a:srgbClr val="FFFFFF"/>
      </a:hlink>
      <a:folHlink>
        <a:srgbClr val="FFFFFF"/>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U Bran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2026-10-29T03:53:42.7790000Z</dcterms:created>
  <dcterms:modified xsi:type="dcterms:W3CDTF">2026-10-29T03:53:42.7790000Z</dcterms:modified>
</coreProperties>
</file>