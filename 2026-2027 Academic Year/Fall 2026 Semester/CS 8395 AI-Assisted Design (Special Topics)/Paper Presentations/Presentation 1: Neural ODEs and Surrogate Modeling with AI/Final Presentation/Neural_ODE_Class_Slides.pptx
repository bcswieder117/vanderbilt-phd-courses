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5.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d3df9dab3b4491c" /><Relationship Type="http://schemas.openxmlformats.org/officeDocument/2006/relationships/extended-properties" Target="/docProps/app.xml" Id="R645012e93f464e7a" /><Relationship Type="http://schemas.openxmlformats.org/officeDocument/2006/relationships/officeDocument" Target="/ppt/presentation.xml" Id="R150cea75f99d4b6d" /></Relationships>
</file>

<file path=ppt/presentation.xml><?xml version="1.0" encoding="utf-8"?>
<p:presentation xmlns:p="http://schemas.openxmlformats.org/presentationml/2006/main">
  <p:sldMasterIdLst>
    <p:sldMasterId xmlns:r="http://schemas.openxmlformats.org/officeDocument/2006/relationships" id="2147483648" r:id="Rc378107e48e645ee"/>
  </p:sldMasterIdLst>
  <p:notesMasterIdLst>
    <p:notesMasterId xmlns:r="http://schemas.openxmlformats.org/officeDocument/2006/relationships" r:id="Rb1b7784a62164a24"/>
  </p:notesMasterIdLst>
  <p:sldIdLst>
    <p:sldId xmlns:r="http://schemas.openxmlformats.org/officeDocument/2006/relationships" id="256" r:id="Rcef693cb73214b02"/>
    <p:sldId xmlns:r="http://schemas.openxmlformats.org/officeDocument/2006/relationships" id="257" r:id="Rf13da9530ae64f52"/>
    <p:sldId xmlns:r="http://schemas.openxmlformats.org/officeDocument/2006/relationships" id="258" r:id="Rb804228647dd41cf"/>
    <p:sldId xmlns:r="http://schemas.openxmlformats.org/officeDocument/2006/relationships" id="259" r:id="R4c8b84b7eb1e4946"/>
    <p:sldId xmlns:r="http://schemas.openxmlformats.org/officeDocument/2006/relationships" id="260" r:id="R8621b19b273f4311"/>
    <p:sldId xmlns:r="http://schemas.openxmlformats.org/officeDocument/2006/relationships" id="261" r:id="Ra112f5c2bf314d72"/>
    <p:sldId xmlns:r="http://schemas.openxmlformats.org/officeDocument/2006/relationships" id="262" r:id="Re77e764814b54af8"/>
    <p:sldId xmlns:r="http://schemas.openxmlformats.org/officeDocument/2006/relationships" id="263" r:id="R019fc087a6294532"/>
    <p:sldId xmlns:r="http://schemas.openxmlformats.org/officeDocument/2006/relationships" id="264" r:id="Rd7b40fb8aef2414f"/>
    <p:sldId xmlns:r="http://schemas.openxmlformats.org/officeDocument/2006/relationships" id="265" r:id="R5baefe8fac2a4941"/>
    <p:sldId xmlns:r="http://schemas.openxmlformats.org/officeDocument/2006/relationships" id="266" r:id="Rc621aadb9a234d36"/>
    <p:sldId xmlns:r="http://schemas.openxmlformats.org/officeDocument/2006/relationships" id="267" r:id="R682bc24b62964319"/>
    <p:sldId xmlns:r="http://schemas.openxmlformats.org/officeDocument/2006/relationships" id="268" r:id="R74171119c3d448dc"/>
    <p:sldId xmlns:r="http://schemas.openxmlformats.org/officeDocument/2006/relationships" id="269" r:id="Rc5061b2bffa74852"/>
    <p:sldId xmlns:r="http://schemas.openxmlformats.org/officeDocument/2006/relationships" id="270" r:id="R6d049a1fb6074cde"/>
    <p:sldId xmlns:r="http://schemas.openxmlformats.org/officeDocument/2006/relationships" id="271" r:id="R87f913c3eba549c4"/>
    <p:sldId xmlns:r="http://schemas.openxmlformats.org/officeDocument/2006/relationships" id="272" r:id="Rab10288fd3574422"/>
    <p:sldId xmlns:r="http://schemas.openxmlformats.org/officeDocument/2006/relationships" id="273" r:id="R250ecbd1edf047dd"/>
    <p:sldId xmlns:r="http://schemas.openxmlformats.org/officeDocument/2006/relationships" id="274" r:id="Rf7e9e92f60d94835"/>
    <p:sldId xmlns:r="http://schemas.openxmlformats.org/officeDocument/2006/relationships" id="275" r:id="R05a63540cd584ae2"/>
    <p:sldId xmlns:r="http://schemas.openxmlformats.org/officeDocument/2006/relationships" id="276" r:id="R2fa57905486a4c32"/>
    <p:sldId xmlns:r="http://schemas.openxmlformats.org/officeDocument/2006/relationships" id="277" r:id="R0f020e5bd9514184"/>
    <p:sldId xmlns:r="http://schemas.openxmlformats.org/officeDocument/2006/relationships" id="278" r:id="R2aa4e7fc2f144453"/>
    <p:sldId xmlns:r="http://schemas.openxmlformats.org/officeDocument/2006/relationships" id="279" r:id="Rd6469acf95024bc9"/>
    <p:sldId xmlns:r="http://schemas.openxmlformats.org/officeDocument/2006/relationships" id="280" r:id="Rd744007e1ba24745"/>
    <p:sldId xmlns:r="http://schemas.openxmlformats.org/officeDocument/2006/relationships" id="281" r:id="Ra4afbf7c44eb4379"/>
    <p:sldId xmlns:r="http://schemas.openxmlformats.org/officeDocument/2006/relationships" id="282" r:id="Rb386224165f44b39"/>
    <p:sldId xmlns:r="http://schemas.openxmlformats.org/officeDocument/2006/relationships" id="283" r:id="Ra2026aba435a4874"/>
    <p:sldId xmlns:r="http://schemas.openxmlformats.org/officeDocument/2006/relationships" id="284" r:id="R0c07f9c212fb41e1"/>
    <p:sldId xmlns:r="http://schemas.openxmlformats.org/officeDocument/2006/relationships" id="285" r:id="R08f35f8472ef4fa4"/>
    <p:sldId xmlns:r="http://schemas.openxmlformats.org/officeDocument/2006/relationships" id="286" r:id="Rc1fbd39ead584182"/>
    <p:sldId xmlns:r="http://schemas.openxmlformats.org/officeDocument/2006/relationships" id="287" r:id="R915edbdd3f414aac"/>
    <p:sldId xmlns:r="http://schemas.openxmlformats.org/officeDocument/2006/relationships" id="288" r:id="R468fd0a208bf4597"/>
    <p:sldId xmlns:r="http://schemas.openxmlformats.org/officeDocument/2006/relationships" id="289" r:id="Rb4b84458d5e24b0a"/>
    <p:sldId xmlns:r="http://schemas.openxmlformats.org/officeDocument/2006/relationships" id="290" r:id="Rfacd5bf550ca4198"/>
    <p:sldId xmlns:r="http://schemas.openxmlformats.org/officeDocument/2006/relationships" id="291" r:id="Rfd3879afdc5c4dc2"/>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20d81a60ee04a4e" /><Relationship Type="http://schemas.openxmlformats.org/officeDocument/2006/relationships/slideMaster" Target="/ppt/slideMasters/slideMaster1.xml" Id="Rc378107e48e645ee" /><Relationship Type="http://schemas.openxmlformats.org/officeDocument/2006/relationships/notesMaster" Target="/ppt/notesMasters/notesMaster1.xml" Id="Rb1b7784a62164a24" /><Relationship Type="http://schemas.openxmlformats.org/officeDocument/2006/relationships/presProps" Target="/ppt/presProps.xml" Id="R619ad7167a55411c" /><Relationship Type="http://schemas.openxmlformats.org/officeDocument/2006/relationships/viewProps" Target="/ppt/viewProps.xml" Id="Rbc78b8cebb4a4f5a" /><Relationship Type="http://schemas.openxmlformats.org/officeDocument/2006/relationships/tableStyles" Target="/ppt/tableStyles.xml" Id="Re1c0e7c1f850470a" /><Relationship Type="http://schemas.openxmlformats.org/officeDocument/2006/relationships/slide" Target="/ppt/slides/slide1.xml" Id="Rcef693cb73214b02" /><Relationship Type="http://schemas.openxmlformats.org/officeDocument/2006/relationships/slide" Target="/ppt/slides/slide2.xml" Id="Rf13da9530ae64f52" /><Relationship Type="http://schemas.openxmlformats.org/officeDocument/2006/relationships/slide" Target="/ppt/slides/slide3.xml" Id="Rb804228647dd41cf" /><Relationship Type="http://schemas.openxmlformats.org/officeDocument/2006/relationships/slide" Target="/ppt/slides/slide4.xml" Id="R4c8b84b7eb1e4946" /><Relationship Type="http://schemas.openxmlformats.org/officeDocument/2006/relationships/slide" Target="/ppt/slides/slide5.xml" Id="R8621b19b273f4311" /><Relationship Type="http://schemas.openxmlformats.org/officeDocument/2006/relationships/slide" Target="/ppt/slides/slide6.xml" Id="Ra112f5c2bf314d72" /><Relationship Type="http://schemas.openxmlformats.org/officeDocument/2006/relationships/slide" Target="/ppt/slides/slide7.xml" Id="Re77e764814b54af8" /><Relationship Type="http://schemas.openxmlformats.org/officeDocument/2006/relationships/slide" Target="/ppt/slides/slide8.xml" Id="R019fc087a6294532" /><Relationship Type="http://schemas.openxmlformats.org/officeDocument/2006/relationships/slide" Target="/ppt/slides/slide9.xml" Id="Rd7b40fb8aef2414f" /><Relationship Type="http://schemas.openxmlformats.org/officeDocument/2006/relationships/slide" Target="/ppt/slides/slide10.xml" Id="R5baefe8fac2a4941" /><Relationship Type="http://schemas.openxmlformats.org/officeDocument/2006/relationships/slide" Target="/ppt/slides/slide11.xml" Id="Rc621aadb9a234d36" /><Relationship Type="http://schemas.openxmlformats.org/officeDocument/2006/relationships/slide" Target="/ppt/slides/slide12.xml" Id="R682bc24b62964319" /><Relationship Type="http://schemas.openxmlformats.org/officeDocument/2006/relationships/slide" Target="/ppt/slides/slide13.xml" Id="R74171119c3d448dc" /><Relationship Type="http://schemas.openxmlformats.org/officeDocument/2006/relationships/slide" Target="/ppt/slides/slide14.xml" Id="Rc5061b2bffa74852" /><Relationship Type="http://schemas.openxmlformats.org/officeDocument/2006/relationships/slide" Target="/ppt/slides/slide15.xml" Id="R6d049a1fb6074cde" /><Relationship Type="http://schemas.openxmlformats.org/officeDocument/2006/relationships/slide" Target="/ppt/slides/slide16.xml" Id="R87f913c3eba549c4" /><Relationship Type="http://schemas.openxmlformats.org/officeDocument/2006/relationships/slide" Target="/ppt/slides/slide17.xml" Id="Rab10288fd3574422" /><Relationship Type="http://schemas.openxmlformats.org/officeDocument/2006/relationships/slide" Target="/ppt/slides/slide18.xml" Id="R250ecbd1edf047dd" /><Relationship Type="http://schemas.openxmlformats.org/officeDocument/2006/relationships/slide" Target="/ppt/slides/slide19.xml" Id="Rf7e9e92f60d94835" /><Relationship Type="http://schemas.openxmlformats.org/officeDocument/2006/relationships/slide" Target="/ppt/slides/slide20.xml" Id="R05a63540cd584ae2" /><Relationship Type="http://schemas.openxmlformats.org/officeDocument/2006/relationships/slide" Target="/ppt/slides/slide21.xml" Id="R2fa57905486a4c32" /><Relationship Type="http://schemas.openxmlformats.org/officeDocument/2006/relationships/slide" Target="/ppt/slides/slide22.xml" Id="R0f020e5bd9514184" /><Relationship Type="http://schemas.openxmlformats.org/officeDocument/2006/relationships/slide" Target="/ppt/slides/slide23.xml" Id="R2aa4e7fc2f144453" /><Relationship Type="http://schemas.openxmlformats.org/officeDocument/2006/relationships/slide" Target="/ppt/slides/slide24.xml" Id="Rd6469acf95024bc9" /><Relationship Type="http://schemas.openxmlformats.org/officeDocument/2006/relationships/slide" Target="/ppt/slides/slide25.xml" Id="Rd744007e1ba24745" /><Relationship Type="http://schemas.openxmlformats.org/officeDocument/2006/relationships/slide" Target="/ppt/slides/slide26.xml" Id="Ra4afbf7c44eb4379" /><Relationship Type="http://schemas.openxmlformats.org/officeDocument/2006/relationships/slide" Target="/ppt/slides/slide27.xml" Id="Rb386224165f44b39" /><Relationship Type="http://schemas.openxmlformats.org/officeDocument/2006/relationships/slide" Target="/ppt/slides/slide28.xml" Id="Ra2026aba435a4874" /><Relationship Type="http://schemas.openxmlformats.org/officeDocument/2006/relationships/slide" Target="/ppt/slides/slide29.xml" Id="R0c07f9c212fb41e1" /><Relationship Type="http://schemas.openxmlformats.org/officeDocument/2006/relationships/slide" Target="/ppt/slides/slide30.xml" Id="R08f35f8472ef4fa4" /><Relationship Type="http://schemas.openxmlformats.org/officeDocument/2006/relationships/slide" Target="/ppt/slides/slide31.xml" Id="Rc1fbd39ead584182" /><Relationship Type="http://schemas.openxmlformats.org/officeDocument/2006/relationships/slide" Target="/ppt/slides/slide32.xml" Id="R915edbdd3f414aac" /><Relationship Type="http://schemas.openxmlformats.org/officeDocument/2006/relationships/slide" Target="/ppt/slides/slide33.xml" Id="R468fd0a208bf4597" /><Relationship Type="http://schemas.openxmlformats.org/officeDocument/2006/relationships/slide" Target="/ppt/slides/slide34.xml" Id="Rb4b84458d5e24b0a" /><Relationship Type="http://schemas.openxmlformats.org/officeDocument/2006/relationships/slide" Target="/ppt/slides/slide35.xml" Id="Rfacd5bf550ca4198" /><Relationship Type="http://schemas.openxmlformats.org/officeDocument/2006/relationships/slide" Target="/ppt/slides/slide36.xml" Id="Rfd3879afdc5c4d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43c4ed98ba4b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VU Brand">
      <a:dk1>
        <a:srgbClr val="1C1C1C"/>
      </a:dk1>
      <a:lt1>
        <a:srgbClr val="F5F3EF"/>
      </a:lt1>
      <a:dk2>
        <a:srgbClr val="777777"/>
      </a:dk2>
      <a:lt2>
        <a:srgbClr val="E3E3E3"/>
      </a:lt2>
      <a:accent1>
        <a:srgbClr val="B3C9CD"/>
      </a:accent1>
      <a:accent2>
        <a:srgbClr val="ECB748"/>
      </a:accent2>
      <a:accent3>
        <a:srgbClr val="E0D5C0"/>
      </a:accent3>
      <a:accent4>
        <a:srgbClr val="F5F3EF"/>
      </a:accent4>
      <a:accent5>
        <a:srgbClr val="E0D5C0"/>
      </a:accent5>
      <a:accent6>
        <a:srgbClr val="FFFFFF"/>
      </a:accent6>
      <a:hlink>
        <a:srgbClr val="FFFFFF"/>
      </a:hlink>
      <a:folHlink>
        <a:srgbClr val="FFFFFF"/>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U Bran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900862948e4a1b" /><Relationship Type="http://schemas.openxmlformats.org/officeDocument/2006/relationships/notesMaster" Target="/ppt/notesMasters/notesMaster1.xml" Id="R6eff59800d7544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79857b65f64f3c" /><Relationship Type="http://schemas.openxmlformats.org/officeDocument/2006/relationships/notesMaster" Target="/ppt/notesMasters/notesMaster1.xml" Id="R0eb7d87a9fbc4e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2d1bf8c2764402" /><Relationship Type="http://schemas.openxmlformats.org/officeDocument/2006/relationships/notesMaster" Target="/ppt/notesMasters/notesMaster1.xml" Id="Re4ff1f6a449e4e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98173ae68840c3" /><Relationship Type="http://schemas.openxmlformats.org/officeDocument/2006/relationships/notesMaster" Target="/ppt/notesMasters/notesMaster1.xml" Id="R9cdeaec803ff45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881cd834414f82" /><Relationship Type="http://schemas.openxmlformats.org/officeDocument/2006/relationships/notesMaster" Target="/ppt/notesMasters/notesMaster1.xml" Id="R2786e5dbc3954c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6e054bc3bb41a4" /><Relationship Type="http://schemas.openxmlformats.org/officeDocument/2006/relationships/notesMaster" Target="/ppt/notesMasters/notesMaster1.xml" Id="R2d6e35514ad94a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e85ea0591f4c6b" /><Relationship Type="http://schemas.openxmlformats.org/officeDocument/2006/relationships/notesMaster" Target="/ppt/notesMasters/notesMaster1.xml" Id="R8ada334f8d8b4b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235d63bc864138" /><Relationship Type="http://schemas.openxmlformats.org/officeDocument/2006/relationships/notesMaster" Target="/ppt/notesMasters/notesMaster1.xml" Id="Rd479864d868245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ed5d7d4b264bd7" /><Relationship Type="http://schemas.openxmlformats.org/officeDocument/2006/relationships/notesMaster" Target="/ppt/notesMasters/notesMaster1.xml" Id="Rc8c7a87e3b774e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4aac8cb8c74f7a" /><Relationship Type="http://schemas.openxmlformats.org/officeDocument/2006/relationships/notesMaster" Target="/ppt/notesMasters/notesMaster1.xml" Id="Ra06e31022c3c40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6b75482f2841d1" /><Relationship Type="http://schemas.openxmlformats.org/officeDocument/2006/relationships/notesMaster" Target="/ppt/notesMasters/notesMaster1.xml" Id="R4d69b6648b2646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cefa3a3cc14723" /><Relationship Type="http://schemas.openxmlformats.org/officeDocument/2006/relationships/notesMaster" Target="/ppt/notesMasters/notesMaster1.xml" Id="R15a697e9d88c4d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36a3f3acb24ff4" /><Relationship Type="http://schemas.openxmlformats.org/officeDocument/2006/relationships/notesMaster" Target="/ppt/notesMasters/notesMaster1.xml" Id="R46cadd14591642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5bdcbb67ef446b4" /><Relationship Type="http://schemas.openxmlformats.org/officeDocument/2006/relationships/notesMaster" Target="/ppt/notesMasters/notesMaster1.xml" Id="R9d1bec50d17941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112499d6864fb2" /><Relationship Type="http://schemas.openxmlformats.org/officeDocument/2006/relationships/notesMaster" Target="/ppt/notesMasters/notesMaster1.xml" Id="Rac033760c54e4b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fa12bbf3114d97" /><Relationship Type="http://schemas.openxmlformats.org/officeDocument/2006/relationships/notesMaster" Target="/ppt/notesMasters/notesMaster1.xml" Id="Rcc1c0096ab3e4b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01341e556544c8" /><Relationship Type="http://schemas.openxmlformats.org/officeDocument/2006/relationships/notesMaster" Target="/ppt/notesMasters/notesMaster1.xml" Id="Rbdbe55f79c584f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c63d162cd94577" /><Relationship Type="http://schemas.openxmlformats.org/officeDocument/2006/relationships/notesMaster" Target="/ppt/notesMasters/notesMaster1.xml" Id="R9d227a4bb24f44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010cc19f3a4f8b" /><Relationship Type="http://schemas.openxmlformats.org/officeDocument/2006/relationships/notesMaster" Target="/ppt/notesMasters/notesMaster1.xml" Id="R70176d28e3b1411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c49aecc33949b6" /><Relationship Type="http://schemas.openxmlformats.org/officeDocument/2006/relationships/notesMaster" Target="/ppt/notesMasters/notesMaster1.xml" Id="R8097097f50e94e3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adddde109a4c20" /><Relationship Type="http://schemas.openxmlformats.org/officeDocument/2006/relationships/notesMaster" Target="/ppt/notesMasters/notesMaster1.xml" Id="R08e3fd627a8649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39dc526bb3411c" /><Relationship Type="http://schemas.openxmlformats.org/officeDocument/2006/relationships/notesMaster" Target="/ppt/notesMasters/notesMaster1.xml" Id="Ra82c9468566840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8cbd037806f4126" /><Relationship Type="http://schemas.openxmlformats.org/officeDocument/2006/relationships/notesMaster" Target="/ppt/notesMasters/notesMaster1.xml" Id="Rae79eed7add1437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9e266c1d71541d8" /><Relationship Type="http://schemas.openxmlformats.org/officeDocument/2006/relationships/notesMaster" Target="/ppt/notesMasters/notesMaster1.xml" Id="R0cf353a033a44a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fa84710222498e" /><Relationship Type="http://schemas.openxmlformats.org/officeDocument/2006/relationships/notesMaster" Target="/ppt/notesMasters/notesMaster1.xml" Id="Rd6a50347f50f488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537f17fa05344d8" /><Relationship Type="http://schemas.openxmlformats.org/officeDocument/2006/relationships/notesMaster" Target="/ppt/notesMasters/notesMaster1.xml" Id="R198d46ed8ad648f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7cbe6a3053a45ee" /><Relationship Type="http://schemas.openxmlformats.org/officeDocument/2006/relationships/notesMaster" Target="/ppt/notesMasters/notesMaster1.xml" Id="R1d3bd9d973bc4f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d923f2ffc5245c7" /><Relationship Type="http://schemas.openxmlformats.org/officeDocument/2006/relationships/notesMaster" Target="/ppt/notesMasters/notesMaster1.xml" Id="Re7e7c95966e4406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7b0e2f628f4a53" /><Relationship Type="http://schemas.openxmlformats.org/officeDocument/2006/relationships/notesMaster" Target="/ppt/notesMasters/notesMaster1.xml" Id="Ra8c721c9f973452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b18323e5374db2" /><Relationship Type="http://schemas.openxmlformats.org/officeDocument/2006/relationships/notesMaster" Target="/ppt/notesMasters/notesMaster1.xml" Id="R4394a7de8931472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a8180c632a04938" /><Relationship Type="http://schemas.openxmlformats.org/officeDocument/2006/relationships/notesMaster" Target="/ppt/notesMasters/notesMaster1.xml" Id="R09ed8ea7659947e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6a7ba25c66c48a6" /><Relationship Type="http://schemas.openxmlformats.org/officeDocument/2006/relationships/notesMaster" Target="/ppt/notesMasters/notesMaster1.xml" Id="R5633c105a2194f4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de1a813a4604a68" /><Relationship Type="http://schemas.openxmlformats.org/officeDocument/2006/relationships/notesMaster" Target="/ppt/notesMasters/notesMaster1.xml" Id="Rb1020f025d6c4e4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6468239b7bb4d72" /><Relationship Type="http://schemas.openxmlformats.org/officeDocument/2006/relationships/notesMaster" Target="/ppt/notesMasters/notesMaster1.xml" Id="R7400703fc279488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0d7c5c986da40f0" /><Relationship Type="http://schemas.openxmlformats.org/officeDocument/2006/relationships/notesMaster" Target="/ppt/notesMasters/notesMaster1.xml" Id="R4e21c7d11f3b417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83095d516c441d4" /><Relationship Type="http://schemas.openxmlformats.org/officeDocument/2006/relationships/notesMaster" Target="/ppt/notesMasters/notesMaster1.xml" Id="Rddf0f1c0c2c542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topic is a dynamic surrogate: a compact learned model that generates a response over time. The talk first defines Neural ODEs, then reviews the two papers, and finally applies their ideas to measured Silverbox data. The demonstration asks whether a neural correction improves an identified linear model and what changes when one latent coordinate is added. The figures and tables distinguish reported paper experiments from this separate classroom experiment.</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a:t>
            </a:r>
          </a:p>
          <a:p xmlns:a="http://schemas.openxmlformats.org/drawingml/2006/main">
            <a:r>
              <a:t>Dupont, Doucet, and Teh. “Augmented Neural ODEs.” NeurIPS 2019. Published proceedings: https://papers.neurips.cc/paper_files/paper/2019/file/21be9a4bd4f81549a9d1d241981cec3c-Paper.pdf</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Vanderbilt University official PowerPoint template: https://www.vanderbilt.edu/refd/boc/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network returns a rate of change, not the entire future trajectory in one forward pass. Starting from an initial state, the solver repeatedly evaluates this rate and advances the state. The state may describe physical quantities or a learned internal representation. In this demonstration the internal coordinates support voltage prediction and are not identified physical displacement or velocity. The network weights are shared across integration time.</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 1, equations (1)–(2).</a:t>
            </a:r>
          </a:p>
          <a:p xmlns:a="http://schemas.openxmlformats.org/drawingml/2006/main">
            <a:r>
              <a:t/>
            </a:r>
          </a:p>
          <a:p xmlns:a="http://schemas.openxmlformats.org/drawingml/2006/main">
            <a:r>
              <a:t>Equation source: \frac{\mathrm{d}\mathbf{x}}{\mathrm{d}t}=f_\theta\!\left(t,\mathbf{x}(t)\right),\qquad \mathbf{x}(t_0)=\mathbf{x}_0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original figure from bottom to top. Depth plays the role of integration time, and the horizontal coordinate is a feature value. The left panel has discrete residual transformations. The right panel shows a continuous vector field and trajectories, with black circles marking evaluation locations. This is an architectural illustration, not a measured physical experiment or a demo forecast. The residual equation resembles an Euler step, although an arbitrary pretrained ResNet does not automatically become a convergent continuous model. Adaptive solvers can choose evaluation points. Our demo instead fixes the RK4 step.</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Figure 1 and Section 1, published page 1.</a:t>
            </a:r>
          </a:p>
          <a:p xmlns:a="http://schemas.openxmlformats.org/drawingml/2006/main">
            <a:r>
              <a:t/>
            </a:r>
          </a:p>
          <a:p xmlns:a="http://schemas.openxmlformats.org/drawingml/2006/main">
            <a:r>
              <a:t>Equation source: \mathbf{h}_{k+1}=\mathbf{h}_k+\Delta t\,f_\theta(t_k,\mathbf{h}_k)\quad\longleftrightarrow\quad\frac{\mathrm{d}\mathbf{h}}{\mathrm{d}t}=f_\theta(t,\mathbf{h})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trial vector field generates a trajectory through numerical integration. The loss compares that trajectory with observations, and gradients then adjust the network parameters. This differs from fitting numerical derivative estimates as supervised targets. In the demo, short windows keep training affordable while an open-loop validation rollout selects the checkpoint. The choice of differentiation method matters: direct differentiation follows the implemented solver operations, whereas a continuous adjoint solves a sensitivity system backward.</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 2.</a:t>
            </a:r>
          </a:p>
          <a:p xmlns:a="http://schemas.openxmlformats.org/drawingml/2006/main">
            <a:r>
              <a:t>torchdiffeq documentation and solver implementation: https://github.com/rtqichen/torchdiffeq. The demo uses odeint with fixed-step RK4 and direct differentiation.</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
            </a:r>
          </a:p>
          <a:p xmlns:a="http://schemas.openxmlformats.org/drawingml/2006/main">
            <a:r>
              <a:t>Equation source: \mathbf{x}(t)=\mathbf{x}_0+\int_{t_0}^{t}f_\theta\!\left(\tau,\mathbf{x}(\tau)\right)\,\mathrm{d}\tau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static surrogate maps parameters directly to an equilibrium response. A dynamic surrogate instead represents how a state changes and uses integration to predict a time history. A controlled physical system needs the applied input u as part of its derivative model. If the goal includes varying a physical parameter p, the model must also receive p and see suitable training coverage. Silverbox supplies input and output voltages, so the present model approximates a measured input-output response. No expensive simulator speedup is measured here.</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Sections 1 and 5.</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
            </a:r>
          </a:p>
          <a:p xmlns:a="http://schemas.openxmlformats.org/drawingml/2006/main">
            <a:r>
              <a:t>Equation source: \dot{\mathbf{x}}=f_\theta(t,\mathbf{x},\mathbf{u},\mathbf{p})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1 introduces trainable continuous-depth models. Its central computational question is how to optimize a loss whose value depends on an ODE solution. The next slides separate the model definition, the sensitivity method, and the reported classification and time-series results. The later Silverbox demo borrows the trainable-vector-field idea but uses direct RK4 differentiation rather than reproducing the paper’s continuous-adjoint implementation.</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concerns training through an ODE solution. The paper considers several applications rather than one universal architecture: ODE-based classifiers, latent time-series dynamics, and continuous normalizing flows. These applications use a common computational ingredient, a learned derivative evaluated by a numerical solver. Keep that shared ingredient distinct from the application-specific encoder, decoder, readout, and loss. The Silverbox demonstration uses a deterministic state initializer and output projection.</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Sections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adjoint measures how the loss changes when the state changes. For a column-vector adjoint, its evolution uses the negative transpose of the state Jacobian, which explains the transpose in the displayed equation. Reverse integration also accumulates parameter sensitivities. If the loss includes several observation times, each observation contributes an adjoint update. Constant memory refers to dependence on solver depth under the stated adjoint scheme. It does not mean zero storage for parameters or observations, and reverse reconstruction can introduce numerical error. The demo does not claim these adjoint memory savings.</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 2, equations (4)–(5), Algorithm 1, and Section 6.</a:t>
            </a:r>
          </a:p>
          <a:p xmlns:a="http://schemas.openxmlformats.org/drawingml/2006/main">
            <a:r>
              <a:t/>
            </a:r>
          </a:p>
          <a:p xmlns:a="http://schemas.openxmlformats.org/drawingml/2006/main">
            <a:r>
              <a:t>Equation source: \mathbf{a}(t)=\nabla_{\mathbf{z}(t)}\mathcal{L},\qquad \dot{\mathbf{a}}(t)=-\left(\frac{\partial f_\theta}{\partial\mathbf{z}}\right)^{\!\top}\mathbf{a}(t)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is a different use of an ODE module. Classification transforms features before a readout. A latent ODE infers a hidden initial condition and decodes its evolution. A continuous normalizing flow evolves a probability density along with the state. In the density equation, divergence measures local volume expansion or contraction; the negative sign converts that into the corresponding log-density change. These are the paper’s model families. Our input-driven voltage predictor does not implement a density model or a variational encoder.</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Sections 3–5 and equation (8).</a:t>
            </a:r>
          </a:p>
          <a:p xmlns:a="http://schemas.openxmlformats.org/drawingml/2006/main">
            <a:r>
              <a:t/>
            </a:r>
          </a:p>
          <a:p xmlns:a="http://schemas.openxmlformats.org/drawingml/2006/main">
            <a:r>
              <a:t>Equation source: \frac{\mathrm{d}\log p(\mathbf{z}(t))}{\mathrm{d}t}=-\operatorname{tr}\!\left(\frac{\partial f_\theta}{\partial\mathbf{z}}\right)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selected rows from the published MNIST table. Lower test error is better. ODE-Net’s 0.42% error is close to the ResNet’s 0.41% in this experiment, with 0.22 million versus 0.60 million parameters. RK-Net uses direct differentiation through a Runge–Kutta solver. L is the residual depth, and the solver-dependent evaluation count plays the corresponding role for RK-Net. The table reports memory scaling in depth, not a measured guarantee that an ODE model is always faster. The omitted 1-layer MLP reference row has 1.60% error.</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Table 1, published page 3, and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concerns synthetic noisy spiral trajectories from Paper 1, not Silverbox. Each row gives the number of observed points, and lower predictive RMSE is better. The paired values are RNN/latent ODE: 0.3937/0.1642, 0.3202/0.1502, and 0.1813/0.1346. Predictions extend beyond the observed time interval. The experiment motivates continuous latent dynamics with irregular observations, but it does not establish unrestricted extrapolation. The Silverbox data are uniformly sampled, and our deterministic two-output initializer differs from the paper’s variational latent model.</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 5 and Table 2, published page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points summarize the paper’s distinct contributions. A learned vector field changes the model definition, a solver produces its output, and sensitivity analysis enables optimization. Latent dynamics address time-series observations, while continuous flows address probability density. For the coming demo, the directly used pieces are the learned vector field and training through an integrated trajectory. The latent-state connection is conceptual because the demo uses a simple deterministic initializer.</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Sections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2 asks what a regular ODE flow can represent in a fixed state dimension. Its answer motivates adding coordinates before integration and projecting afterward. The distinction matters for physical modeling because an observed scalar signal may hide several internal states. The next slides explain the geometry, the zero-initialized augmentation method, and reported evidence. The Silverbox comparison later tests one added coordinate without claiming a general topological proof.</a:t>
            </a:r>
          </a:p>
          <a:p xmlns:a="http://schemas.openxmlformats.org/drawingml/2006/main">
            <a:r>
              <a:t/>
            </a:r>
          </a:p>
          <a:p xmlns:a="http://schemas.openxmlformats.org/drawingml/2006/main">
            <a:r>
              <a:t>Sources</a:t>
            </a:r>
          </a:p>
          <a:p xmlns:a="http://schemas.openxmlformats.org/drawingml/2006/main">
            <a:r>
              <a:t>Dupont, Doucet, and Teh. “Augmented Neural ODEs.” NeurIPS 2019. Published proceedings: https://papers.neurips.cc/paper_files/paper/2019/file/21be9a4bd4f81549a9d1d241981cec3c-Paper.pdf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reproduced Figure 1 shows learned feature flows for binary classification. Red and blue identify classes, not measured voltage signals. The ordinary model bends the flow in its original space, while the augmented model can use an extra direction to separate the classes. Under the relevant regularity and existence assumptions, a fixed-time ODE flow preserves topology, and distinct full states under a common specified input cannot merge at the same time. Projected coordinates can overlap even when full states remain distinct. The figure illustrates representational geometry, not a claim that all physical voltage traces must avoid crossings.</a:t>
            </a:r>
          </a:p>
          <a:p xmlns:a="http://schemas.openxmlformats.org/drawingml/2006/main">
            <a:r>
              <a:t/>
            </a:r>
          </a:p>
          <a:p xmlns:a="http://schemas.openxmlformats.org/drawingml/2006/main">
            <a:r>
              <a:t>Sources</a:t>
            </a:r>
          </a:p>
          <a:p xmlns:a="http://schemas.openxmlformats.org/drawingml/2006/main">
            <a:r>
              <a:t>Dupont, Doucet, and Teh. “Augmented Neural ODEs.” NeurIPS 2019. Published proceedings: https://papers.neurips.cc/paper_files/paper/2019/file/21be9a4bd4f81549a9d1d241981cec3c-Paper.pdf Figure 1, published page 1, and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Initialize the added coordinates at zero, then let the network evolve all coordinates jointly. Zero initialization does not force those coordinates to stay zero. A final projection or readout returns the required output dimension. Extra dimensions provide room for a simpler full-state transformation without abandoning uniqueness of the expanded flow. In the demonstration, the ordinary state has two coordinates and the augmented state has three, with the measured voltage read from coordinate 1. The extra coordinate is a learned memory variable, not an identified physical state.</a:t>
            </a:r>
          </a:p>
          <a:p xmlns:a="http://schemas.openxmlformats.org/drawingml/2006/main">
            <a:r>
              <a:t/>
            </a:r>
          </a:p>
          <a:p xmlns:a="http://schemas.openxmlformats.org/drawingml/2006/main">
            <a:r>
              <a:t>Sources</a:t>
            </a:r>
          </a:p>
          <a:p xmlns:a="http://schemas.openxmlformats.org/drawingml/2006/main">
            <a:r>
              <a:t>Dupont, Doucet, and Teh. “Augmented Neural ODEs.” NeurIPS 2019. Published proceedings: https://papers.neurips.cc/paper_files/paper/2019/file/21be9a4bd4f81549a9d1d241981cec3c-Paper.pdf Section 5.</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
            </a:r>
          </a:p>
          <a:p xmlns:a="http://schemas.openxmlformats.org/drawingml/2006/main">
            <a:r>
              <a:t>Equation source: \mathbf{y}(t)=\begin{bmatrix}\mathbf{h}(t)\\\mathbf{a}(t)\end{bmatrix},\qquad\mathbf{y}(t_0)=\begin{bmatrix}\mathbf{x}_0\\\mathbf{0}\end{bmatrix},\qquad\dot{\mathbf{y}}=F_\theta(t,\mathbf{y})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Higher accuracy is better in this table. The values are means with standard deviations across five runs. The deviations are percentage points, not confidence intervals. Paper 2 reports higher test accuracy for its augmented models on these datasets and discusses parameter-matched comparisons in its image experiments. These results belong to the authors’ architectures and training protocol. They should not be compared directly with Paper 1’s MNIST errors because the architectures differ. Our demo also is not parameter matched: the ordinary and augmented networks have 370 and 403 trainable parameters.</a:t>
            </a:r>
          </a:p>
          <a:p xmlns:a="http://schemas.openxmlformats.org/drawingml/2006/main">
            <a:r>
              <a:t/>
            </a:r>
          </a:p>
          <a:p xmlns:a="http://schemas.openxmlformats.org/drawingml/2006/main">
            <a:r>
              <a:t>Sources</a:t>
            </a:r>
          </a:p>
          <a:p xmlns:a="http://schemas.openxmlformats.org/drawingml/2006/main">
            <a:r>
              <a:t>Dupont, Doucet, and Teh. “Augmented Neural ODEs.” NeurIPS 2019. Published proceedings: https://papers.neurips.cc/paper_files/paper/2019/file/21be9a4bd4f81549a9d1d241981cec3c-Paper.pdf Section 5.2 and Table 1, published page 8. Section 5.3 discusses the relation to Chen et al.’s architecture.</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geometric restriction concerns the full internal flow. Adding coordinates changes the available representation, while a projection changes what we observe. The reported numerical benefits depend on the learned dynamics and solver rather than on augmentation alone. The paper includes parameter-matched evidence, but augmentation size still requires tuning. The authors also report that their approach remains slower than ResNets. These takeaways justify an augmented comparison in the demo without predicting that every added coordinate will improve every task.</a:t>
            </a:r>
          </a:p>
          <a:p xmlns:a="http://schemas.openxmlformats.org/drawingml/2006/main">
            <a:r>
              <a:t/>
            </a:r>
          </a:p>
          <a:p xmlns:a="http://schemas.openxmlformats.org/drawingml/2006/main">
            <a:r>
              <a:t>Sources</a:t>
            </a:r>
          </a:p>
          <a:p xmlns:a="http://schemas.openxmlformats.org/drawingml/2006/main">
            <a:r>
              <a:t>Dupont, Doucet, and Teh. “Augmented Neural ODEs.” NeurIPS 2019. Published proceedings: https://papers.neurips.cc/paper_files/paper/2019/file/21be9a4bd4f81549a9d1d241981cec3c-Paper.pdf Sections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demonstration uses measured Silverbox data rather than numerically generated spring-mass trajectories. Silverbox is a nonlinear electronic benchmark with oscillator-like dynamics. The next slides identify the data, the local train/validation/test clips, and the code before showing forecasts. The ordinary Neural ODE and augmented Neural ODE use the same training budget and sampled windows. Their parameter counts differ, which limits causal claims about the benefit of augmentation.</a:t>
            </a:r>
          </a:p>
          <a:p xmlns:a="http://schemas.openxmlformats.org/drawingml/2006/main">
            <a:r>
              <a:t/>
            </a:r>
          </a:p>
          <a:p xmlns:a="http://schemas.openxmlformats.org/drawingml/2006/main">
            <a:r>
              <a:t>Sources</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modeling question is whether a learned continuous-time surrogate can predict output voltage under a known applied input. The circuit has a second-order linear component with a cubic nonlinearity in feedback, which motivates the Duffing-like description. V1 is the input and V2 is the measured output. Neither channel is mechanical displacement or velocity. The model combines an identified linear vector field with a neural correction and uses internal coordinates because a single output voltage need not form a complete state.</a:t>
            </a:r>
          </a:p>
          <a:p xmlns:a="http://schemas.openxmlformats.org/drawingml/2006/main">
            <a:r>
              <a:t/>
            </a:r>
          </a:p>
          <a:p xmlns:a="http://schemas.openxmlformats.org/drawingml/2006/main">
            <a:r>
              <a:t>Sources</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indices are zero based and stop indices are excluded in the packaged manifest. The train, validation, and test clips are contiguous and disjoint within the documented partitions. Each 2,048-point test clip uses a local 50-output prefix. The last two outputs in that prefix initialize the state; later measured outputs are withheld from the rollout. There are 1,998 scored predictions. The sampling rate is 610.35 Hz. The arrow clip also receives a local prefix inside the record. This short-clip classroom protocol differs from the full official benchmark evaluation.</a:t>
            </a:r>
          </a:p>
          <a:p xmlns:a="http://schemas.openxmlformats.org/drawingml/2006/main">
            <a:r>
              <a:t/>
            </a:r>
          </a:p>
          <a:p xmlns:a="http://schemas.openxmlformats.org/drawingml/2006/main">
            <a:r>
              <a:t>Sources</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tau is measured in sample intervals. Both input and output are normalized using training statistics only. A and B provide a linear warm start from a second-order ARX fit and a matrix logarithm. The neural network adds a nonlinear correction. The initial two coordinates contain the last two normalized outputs in the allowed prefix; after integration, the second is a numerical memory coordinate rather than a delayed measurement supplied at every step. The augmented model adds a zero-initialized third coordinate. Output voltage is reconstructed from the first coordinate using the training mean and scale.</a:t>
            </a:r>
          </a:p>
          <a:p xmlns:a="http://schemas.openxmlformats.org/drawingml/2006/main">
            <a:r>
              <a:t/>
            </a:r>
          </a:p>
          <a:p xmlns:a="http://schemas.openxmlformats.org/drawingml/2006/main">
            <a:r>
              <a:t>Sources</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torchdiffeq documentation and solver implementation: https://github.com/rtqichen/torchdiffeq. The demo uses odeint with fixed-step RK4 and direct differentiation.</a:t>
            </a:r>
          </a:p>
          <a:p xmlns:a="http://schemas.openxmlformats.org/drawingml/2006/main">
            <a:r>
              <a:t/>
            </a:r>
          </a:p>
          <a:p xmlns:a="http://schemas.openxmlformats.org/drawingml/2006/main">
            <a:r>
              <a:t>Equation source: \frac{\mathrm{d}\mathbf{z}}{\mathrm{d}\tau}=A\mathbf{z}+B\widetilde u(\tau)+g_\theta([\mathbf{z},\widetilde u]),\qquad\widehat y=\mu_y+\sigma_y z_1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orchestrates the run and displays the results. silverbox_demo.py owns data validation, model construction, training, forecasting, and plots. config.json fixes the seed and numerical settings. Source CSVs and their hashes remain explicit files, and results include metrics plus complete forecast CSVs. A separate CPU worker keeps scientific computation outside the notebook kernel and prints progress. Its deadline stops a stalled run and labels a fallback to packaged results. A fallback is not evidence that fresh training completed.</a:t>
            </a:r>
          </a:p>
          <a:p xmlns:a="http://schemas.openxmlformats.org/drawingml/2006/main">
            <a:r>
              <a:t/>
            </a:r>
          </a:p>
          <a:p xmlns:a="http://schemas.openxmlformats.org/drawingml/2006/main">
            <a:r>
              <a:t>Sources</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torchdiffeq documentation and solver implementation: https://github.com/rtqichen/torchdiffeq. The demo uses odeint with fixed-step RK4 and direct differentiation.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batch contains 16 windows with 25 sampled points spanning 24 sample intervals. The loss averages squared normalized output errors over both windows and times. Direct differentiation follows the RK4 operations through odeint. The half-sample step is approximately 0.819 ms because tau uses sample intervals. Both models receive 120 Adam updates and the same window sequence. Validation chooses the saved checkpoint using the first 256 forecast intervals of the validation clip. Test outputs never enter training or checkpoint selection. Input voltage is linearly interpolated between sampled values.</a:t>
            </a:r>
          </a:p>
          <a:p xmlns:a="http://schemas.openxmlformats.org/drawingml/2006/main">
            <a:r>
              <a:t/>
            </a:r>
          </a:p>
          <a:p xmlns:a="http://schemas.openxmlformats.org/drawingml/2006/main">
            <a:r>
              <a:t>Sources</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torchdiffeq documentation and solver implementation: https://github.com/rtqichen/torchdiffeq. The demo uses odeint with fixed-step RK4 and direct differentiation.</a:t>
            </a:r>
          </a:p>
          <a:p xmlns:a="http://schemas.openxmlformats.org/drawingml/2006/main">
            <a:r>
              <a:t>Chen et al. “Neural Ordinary Differential Equations.” NeurIPS 2018. Published proceedings: https://papers.nips.cc/paper_files/paper/2018/file/69386f6bb1dfed68692a24c8686939b9-Paper.pdf Section 2 contrasts direct differentiation and an adjoint approach.</a:t>
            </a:r>
          </a:p>
          <a:p xmlns:a="http://schemas.openxmlformats.org/drawingml/2006/main">
            <a:r>
              <a:t/>
            </a:r>
          </a:p>
          <a:p xmlns:a="http://schemas.openxmlformats.org/drawingml/2006/main">
            <a:r>
              <a:t>Equation source: \mathcal{L}(\theta)=\frac{1}{BN}\sum_{b=1}^{B}\sum_{i=1}^{N}\left(\frac{\widehat y^{(b)}_\theta(t_i)-y^{(b)}(t_i)}{\sigma_y}\right)^2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panel shows the complete 3.274 s rollout. Gray points are measured samples and the gold line is the ordinary Neural ODE output. Both test slides use identical output limits of -350 to 350 mV and residual limits of -200 to 200 mV. Values are in millivolts and time is seconds after the local initialization prefix. The plotted response contains 1,999 points, including the initialized point. The red residual panel excludes that initialized point and shows all 1,998 scored errors with the definition prediction minus measurement. Full-clip RMSE is 5.706 mV and maximum absolute error is 49.250 mV. Overlapping response curves can conceal small differences, so the separate error panel makes the discrepancy visible. The previous short excerpt is not the basis for the reported full-clip score. Later discrepancies contribute to a larger full-clip error than in the initial excerpt. The forecast uses the known input after initialization without future output feedback. These are classroom subsets and do not constitute the full official benchmark protocol.</a:t>
            </a:r>
          </a:p>
          <a:p xmlns:a="http://schemas.openxmlformats.org/drawingml/2006/main">
            <a:r>
              <a:t/>
            </a:r>
          </a:p>
          <a:p xmlns:a="http://schemas.openxmlformats.org/drawingml/2006/main">
            <a:r>
              <a:t>Sources</a:t>
            </a:r>
          </a:p>
          <a:p xmlns:a="http://schemas.openxmlformats.org/drawingml/2006/main">
            <a:r>
              <a:t>Plotting and evaluation sources: MathWorks, Compare Identified Model Output with Measured Output, https://www.mathworks.com/help/ident/ref/compare.html . Schoukens, Improved Initialization of State-Space Artificial Neural Networks, 2021 European Control Conference, pp. 1913–1918, DOI: 10.23919/ECC54610.2021.9655207, equations (6) and (8), Figure 5. Author manuscript: https://arxiv.org/abs/2103.14516 . These sources justify comparison and residual-based evaluation. They do not report or independently validate the present Silverbox results.</a:t>
            </a:r>
          </a:p>
          <a:p xmlns:a="http://schemas.openxmlformats.org/drawingml/2006/main">
            <a:r>
              <a:t>Classroom numeric sources: results/test_predictions.csv, results/metrics.json, results/plot_diagnostics.json, and data/source_manifest.json. Dataset: https://www.nonlinearbenchmark.org/benchmarks/silverbox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reports output RMSE in millivolts. Prediction CSVs store volts, so the calculation multiplies root mean squared voltage error by 1,000. The initialized state and prefix are excluded. The ordinary test scores are 18.060 mV for the linear baseline, 5.706 mV for the Neural ODE, and 4.435 mV for the augmented model. The corresponding larger-amplitude scores are 27.454, 22.566, and 20.834 mV. These are one-seed classroom measurements, not numbers reported in the two papers or a full Silverbox benchmark submission.</a:t>
            </a:r>
          </a:p>
          <a:p xmlns:a="http://schemas.openxmlformats.org/drawingml/2006/main">
            <a:r>
              <a:t/>
            </a:r>
          </a:p>
          <a:p xmlns:a="http://schemas.openxmlformats.org/drawingml/2006/main">
            <a:r>
              <a:t>Sources</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
            </a:r>
          </a:p>
          <a:p xmlns:a="http://schemas.openxmlformats.org/drawingml/2006/main">
            <a:r>
              <a:t>Equation source: \mathrm{RMSE}_{\mathrm{mV}}=1000\sqrt{\frac{1}{N}\sum_{i=1}^{N}(\widehat y_i-y_i)^2}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panel shows the complete 3.274 s rollout. Gray points are measured samples and the gold line is the ordinary Neural ODE output. Both test slides use identical output limits of -350 to 350 mV and residual limits of -200 to 200 mV. Values are in millivolts and time is seconds after the local initialization prefix. The plotted response contains 1,999 points, including the initialized point. The red residual panel excludes that initialized point and shows all 1,998 scored errors with the definition prediction minus measurement. Full-clip RMSE is 22.566 mV and maximum absolute error is 186.707 mV. Overlapping response curves can conceal small differences, so the separate error panel makes the discrepancy visible. The previous short excerpt is not the basis for the reported full-clip score. This clip changes waveform as well as amplitude. Its error increase cannot isolate an amplitude effect. The full residual reveals large discrepancies that the initial excerpt does not show. The forecast uses the known input after initialization without future output feedback. These are classroom subsets and do not constitute the full official benchmark protocol.</a:t>
            </a:r>
          </a:p>
          <a:p xmlns:a="http://schemas.openxmlformats.org/drawingml/2006/main">
            <a:r>
              <a:t/>
            </a:r>
          </a:p>
          <a:p xmlns:a="http://schemas.openxmlformats.org/drawingml/2006/main">
            <a:r>
              <a:t>Sources</a:t>
            </a:r>
          </a:p>
          <a:p xmlns:a="http://schemas.openxmlformats.org/drawingml/2006/main">
            <a:r>
              <a:t>Plotting and evaluation sources: MathWorks, Compare Identified Model Output with Measured Output, https://www.mathworks.com/help/ident/ref/compare.html . Schoukens, Improved Initialization of State-Space Artificial Neural Networks, 2021 European Control Conference, pp. 1913–1918, DOI: 10.23919/ECC54610.2021.9655207, equations (6) and (8), Figure 5. Author manuscript: https://arxiv.org/abs/2103.14516 . These sources justify comparison and residual-based evaluation. They do not report or independently validate the present Silverbox results.</a:t>
            </a:r>
          </a:p>
          <a:p xmlns:a="http://schemas.openxmlformats.org/drawingml/2006/main">
            <a:r>
              <a:t>Classroom numeric sources: results/high_amplitude_predictions.csv, results/metrics.json, results/plot_diagnostics.json, and data/source_manifest.json. Dataset: https://www.nonlinearbenchmark.org/benchmarks/silverbox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horizontal axis counts Adam updates, and the vertical axis is normalized validation MSE on the fixed validation rollout. Lower is better. Both models use the same checkpoint times and select update 120 in this run. The 22.3% figure compares held-out test RMSE, calculated as 100 times one minus augmented RMSE divided by ordinary RMSE; it is not a reduction read from the validation chart. The ordinary and augmented models have 370 and 403 neural parameters. One seed and unequal parameter counts do not isolate a universal benefit from the added coordinate.</a:t>
            </a:r>
          </a:p>
          <a:p xmlns:a="http://schemas.openxmlformats.org/drawingml/2006/main">
            <a:r>
              <a:t/>
            </a:r>
          </a:p>
          <a:p xmlns:a="http://schemas.openxmlformats.org/drawingml/2006/main">
            <a:r>
              <a:t>Sources</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Dupont, Doucet, and Teh. “Augmented Neural ODEs.” NeurIPS 2019. Published proceedings: https://papers.neurips.cc/paper_files/paper/2019/file/21be9a4bd4f81549a9d1d241981cec3c-Paper.pdf Section 5 motivates augmentation, but does not report these Silverbox curves.</a:t>
            </a:r>
          </a:p>
          <a:p xmlns:a="http://schemas.openxmlformats.org/drawingml/2006/main">
            <a:r>
              <a:t/>
            </a:r>
          </a:p>
          <a:p xmlns:a="http://schemas.openxmlformats.org/drawingml/2006/main">
            <a:r>
              <a:t>The chart joins the recorded checkpoints with straight line segments. Intermediate validation losses were not recorded. The vertical quantity is normalized MSE, whereas the 22.3% statement compares full-test RMSE in mV.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step check, weights and input interpolation stay fixed while RK4 step size changes from half a sample to a quarter sample. The maximum voltage changes are about 0.298 mV on the validation rollout and 0.343 mV on the test rollout. These differences measure sensitivity to that step refinement and do not bound the unknown exact integration error. Independent fresh-process runs compare weights, full forecasts, and metrics. Their reproducibility claim is restricted to the tested CPU stack with a fixed seed and deterministic settings. Cross-platform bitwise equality is not asserted.</a:t>
            </a:r>
          </a:p>
          <a:p xmlns:a="http://schemas.openxmlformats.org/drawingml/2006/main">
            <a:r>
              <a:t/>
            </a:r>
          </a:p>
          <a:p xmlns:a="http://schemas.openxmlformats.org/drawingml/2006/main">
            <a:r>
              <a:t>Sources</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torchdiffeq documentation and solver implementation: https://github.com/rtqichen/torchdiffeq. The demo uses odeint with fixed-step RK4 and direct differentiation.</a:t>
            </a:r>
          </a:p>
          <a:p xmlns:a="http://schemas.openxmlformats.org/drawingml/2006/main">
            <a:r>
              <a:t/>
            </a:r>
          </a:p>
          <a:p xmlns:a="http://schemas.openxmlformats.org/drawingml/2006/main">
            <a:r>
              <a:t>Equation source: \tau=\frac{t-t_0}{\Delta t},\qquad\Delta t=\frac{1}{610.35}\,\mathrm{s},\qquad h=\frac{\Delta t}{2}\approx0.819\,\mathrm{ms}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papers supply methods; Silverbox supplies a separate application dataset. Chen et al. motivate learning a vector field and optimizing through its solution. Dupont et al. motivate adding zero-initialized coordinates. The present code integrates an input-driven latent state and compares an ordinary and an augmented model. It uses direct differentiation rather than a continuous adjoint and a deterministic initializer rather than a variational encoder. Keeping those distinctions explicit makes the demonstration an application of the ideas instead of a claimed replication of either paper’s experiments.</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a:t>
            </a:r>
          </a:p>
          <a:p xmlns:a="http://schemas.openxmlformats.org/drawingml/2006/main">
            <a:r>
              <a:t>Dupont, Doucet, and Teh. “Augmented Neural ODEs.” NeurIPS 2019. Published proceedings: https://papers.neurips.cc/paper_files/paper/2019/file/21be9a4bd4f81549a9d1d241981cec3c-Paper.pdf</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useful feature is a continuous-time model of the response under a specified input. Training the integrated response avoids requiring noisy measured derivatives as targets. A learned correction can extend an identified linear starting model. Latent coordinates can supply numerical memory when measurements do not reveal a complete physical state. These advantages do not imply automatic speedup over every simulator or competing surrogate. Practical value still depends on accuracy, training cost, inference cost, and coverage of the intended use cases.</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a:t>
            </a:r>
          </a:p>
          <a:p xmlns:a="http://schemas.openxmlformats.org/drawingml/2006/main">
            <a:r>
              <a:t>Dupont, Doucet, and Teh. “Augmented Neural ODEs.” NeurIPS 2019. Published proceedings: https://papers.neurips.cc/paper_files/paper/2019/file/21be9a4bd4f81549a9d1d241981cec3c-Paper.pdf</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needs a state initialization rule because only input and output are measured. Different internal representations can produce similar observed voltage, so prediction accuracy alone does not identify physical parameters. The changed-excitation clip has larger errors, and the short one-seed evaluation leaves robustness uncertain. Additional latent coordinates increase both representational capacity and parameter count. A broader assessment would compare multiple seeds, parameter-matched models, additional records, and longer open-loop tests under a fixed protocol.</a:t>
            </a:r>
          </a:p>
          <a:p xmlns:a="http://schemas.openxmlformats.org/drawingml/2006/main">
            <a:r>
              <a:t/>
            </a:r>
          </a:p>
          <a:p xmlns:a="http://schemas.openxmlformats.org/drawingml/2006/main">
            <a:r>
              <a:t>Sources</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Dupont, Doucet, and Teh. “Augmented Neural ODEs.” NeurIPS 2019. Published proceedings: https://papers.neurips.cc/paper_files/paper/2019/file/21be9a4bd4f81549a9d1d241981cec3c-Paper.pdf Sections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Integration is part of both prediction and training cost. Smaller steps require more evaluations, and stiff dynamics can make explicit solvers inefficient or unstable. A model’s data error and the solver’s numerical error are distinct contributions to forecast error. Continuous-adjoint gradients can also depend on reverse reconstruction and discretization choices. This demo uses direct RK4 gradients and a step-halving check, so it does not diagnose stiffness as the cause of a previous long-running notebook. Stability and long-horizon extrapolation need separate evidence.</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 Sections 2 and 6.</a:t>
            </a:r>
          </a:p>
          <a:p xmlns:a="http://schemas.openxmlformats.org/drawingml/2006/main">
            <a:r>
              <a:t>Dupont, Doucet, and Teh. “Augmented Neural ODEs.” NeurIPS 2019. Published proceedings: https://papers.neurips.cc/paper_files/paper/2019/file/21be9a4bd4f81549a9d1d241981cec3c-Paper.pdf Section 5.2, stability discussion.</a:t>
            </a:r>
          </a:p>
          <a:p xmlns:a="http://schemas.openxmlformats.org/drawingml/2006/main">
            <a:r>
              <a:t>torchdiffeq documentation and solver implementation: https://github.com/rtqichen/torchdiffeq. The demo uses odeint with fixed-step RK4 and direct differentiation.</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connection is that a Neural ODE learns the dynamics used by a dynamic surrogate. The first paper establishes training through ODE solutions, and the second motivates a richer state representation. In Silverbox, both nonlinear models improve on the linear baseline in the tested clips, while the changed excitation increases error. The augmented result is promising within this run, but one seed and unequal parameter counts limit the inference. The demonstration supports a measured application of the method, with validation and numerical choices stated explicitly.</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a:t>
            </a:r>
          </a:p>
          <a:p xmlns:a="http://schemas.openxmlformats.org/drawingml/2006/main">
            <a:r>
              <a:t>Dupont, Doucet, and Teh. “Augmented Neural ODEs.” NeurIPS 2019. Published proceedings: https://papers.neurips.cc/paper_files/paper/2019/file/21be9a4bd4f81549a9d1d241981cec3c-Paper.pdf</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about the model definition, the paper methods, or the demonstration. The three prompts can guide discussion if needed. For state selection, ask what information a scalar voltage observation omits and whether an encoder or additional history would help. For augmentation, ask what parameter-matched and repeated-run evidence would justify extra coordinates. For trust beyond observed excitation, discuss held-out operating conditions, longer rollouts, numerical refinement, and uncertainty. These are open discussion questions rather than solved claims.</a:t>
            </a:r>
          </a:p>
          <a:p xmlns:a="http://schemas.openxmlformats.org/drawingml/2006/main">
            <a:r>
              <a:t/>
            </a:r>
          </a:p>
          <a:p xmlns:a="http://schemas.openxmlformats.org/drawingml/2006/main">
            <a:r>
              <a:t>Sources</a:t>
            </a:r>
          </a:p>
          <a:p xmlns:a="http://schemas.openxmlformats.org/drawingml/2006/main">
            <a:r>
              <a:t>Classroom experiment: results/metrics.json, results/test_predictions.csv, results/high_amplitude_predictions.csv, config.json, and data/source_manifest.json. This is a short-subset Silverbox demonstration, not a published benchmark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two papers are the primary research sources for the talk. Cite the published NeurIPS proceedings for exact figure and table locations. In Paper 1, Figure 1 is on page 1, Table 1 on page 3, and Table 2 on page 7. In Paper 2, Figure 1 is on page 1 and Table 1 on page 8. ArXiv versions remain useful access links, but pagination can differ from the published proceedings. The Silverbox forecasts are separately computed classroom results.</a:t>
            </a:r>
          </a:p>
          <a:p xmlns:a="http://schemas.openxmlformats.org/drawingml/2006/main">
            <a:r>
              <a:t/>
            </a:r>
          </a:p>
          <a:p xmlns:a="http://schemas.openxmlformats.org/drawingml/2006/main">
            <a:r>
              <a:t>Sources</a:t>
            </a:r>
          </a:p>
          <a:p xmlns:a="http://schemas.openxmlformats.org/drawingml/2006/main">
            <a:r>
              <a:t>Chen et al. “Neural Ordinary Differential Equations.” NeurIPS 2018. Published proceedings: https://papers.nips.cc/paper_files/paper/2018/file/69386f6bb1dfed68692a24c8686939b9-Paper.pdf</a:t>
            </a:r>
          </a:p>
          <a:p xmlns:a="http://schemas.openxmlformats.org/drawingml/2006/main">
            <a:r>
              <a:t>Dupont, Doucet, and Teh. “Augmented Neural ODEs.” NeurIPS 2019. Published proceedings: https://papers.neurips.cc/paper_files/paper/2019/file/21be9a4bd4f81549a9d1d241981cec3c-Paper.pdf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Silverbox dataset page links the original ECC citation, the technical note, and the downloadable records. It identifies V1 as input and V2 as measured output. The torchdiffeq repository documents odeint and its solver choices. The visual template comes from Vanderbilt University. Exact data subsets, configuration, actual imported package versions, and computed metrics accompany the notebook. Preserve those records when reproducing or changing the experiment so that plot units, time ranges, and evaluation scores remain aligned.</a:t>
            </a:r>
          </a:p>
          <a:p xmlns:a="http://schemas.openxmlformats.org/drawingml/2006/main">
            <a:r>
              <a:t/>
            </a:r>
          </a:p>
          <a:p xmlns:a="http://schemas.openxmlformats.org/drawingml/2006/main">
            <a:r>
              <a:t>Sources</a:t>
            </a:r>
          </a:p>
          <a:p xmlns:a="http://schemas.openxmlformats.org/drawingml/2006/main">
            <a:r>
              <a:t>Wigren and Schoukens. “Three Free Data Sets for Development and Benchmarking in Nonlinear System Identification.” ECC 2013, pp. 2933–2938. DOI: 10.23919/ECC.2013.6669201. Dataset and technical note: https://www.nonlinearbenchmark.org/benchmarks/silverbox</a:t>
            </a:r>
          </a:p>
          <a:p xmlns:a="http://schemas.openxmlformats.org/drawingml/2006/main">
            <a:r>
              <a:t>torchdiffeq documentation and solver implementation: https://github.com/rtqichen/torchdiffeq. The demo uses odeint with fixed-step RK4 and direct differentiation.</a:t>
            </a:r>
          </a:p>
          <a:p xmlns:a="http://schemas.openxmlformats.org/drawingml/2006/main">
            <a:r>
              <a:t>Vanderbilt University official PowerPoint template: https://www.vanderbilt.edu/refd/boc/</a:t>
            </a:r>
          </a:p>
          <a:p xmlns:a="http://schemas.openxmlformats.org/drawingml/2006/main">
            <a:r>
              <a:t/>
            </a:r>
          </a:p>
          <a:p xmlns:a="http://schemas.openxmlformats.org/drawingml/2006/main">
            <a:r>
              <a:t>Plotting and evaluation sources: MathWorks, Compare Identified Model Output with Measured Output, https://www.mathworks.com/help/ident/ref/compare.html . Schoukens, Improved Initialization of State-Space Artificial Neural Networks, 2021 European Control Conference, pp. 1913–1918, DOI: 10.23919/ECC54610.2021.9655207, equations (6) and (8), Figure 5. Author manuscript: https://arxiv.org/abs/2103.14516 . These sources justify comparison and residual-based evaluation. They do not report or independently validate the present Silverbox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c23faee40c465f" /><Relationship Type="http://schemas.openxmlformats.org/officeDocument/2006/relationships/image" Target="/ppt/media/image.png" Id="Raece2cbaf7064d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254b734d9d49f0" /><Relationship Type="http://schemas.openxmlformats.org/officeDocument/2006/relationships/image" Target="/ppt/media/image.png" Id="R3895baec107d41c7" /><Relationship Type="http://schemas.openxmlformats.org/officeDocument/2006/relationships/image" Target="/ppt/media/image.jpeg" Id="Rc5836bbe2b654e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55a1910bb74282" /><Relationship Type="http://schemas.openxmlformats.org/officeDocument/2006/relationships/image" Target="/ppt/media/image.png" Id="R76cdd86afe2244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0493dc87e64762" /><Relationship Type="http://schemas.openxmlformats.org/officeDocument/2006/relationships/image" Target="/ppt/media/image2.png" Id="Rdacce79f98624e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2258ccb0f24978" /><Relationship Type="http://schemas.openxmlformats.org/officeDocument/2006/relationships/image" Target="/ppt/media/image3.png" Id="Rc1f70744dffc4f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a01b296ee743c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33ed22808b0495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04f3aeb560a4265" /><Relationship Type="http://schemas.openxmlformats.org/officeDocument/2006/relationships/image" Target="/ppt/media/image2.png" Id="R4546322973774e6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91ef547655b4639" /><Relationship Type="http://schemas.openxmlformats.org/officeDocument/2006/relationships/image" Target="/ppt/media/image2.png" Id="Rebefd1b6ee94493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12fa353aaa349da" /><Relationship Type="http://schemas.openxmlformats.org/officeDocument/2006/relationships/image" Target="/ppt/media/image2.png" Id="R565cfdbda1554d3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4f129e0de9f4959" /><Relationship Type="http://schemas.openxmlformats.org/officeDocument/2006/relationships/image" Target="/ppt/media/image.svg" Id="R186074d3ad644943" /><Relationship Type="http://schemas.openxmlformats.org/officeDocument/2006/relationships/image" Target="/ppt/media/image.jpeg" Id="R232dd6f326174cba" /><Relationship Type="http://schemas.openxmlformats.org/officeDocument/2006/relationships/image" Target="/ppt/media/image2.png" Id="R6b2737f19eaa419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657e8d11b6274b09" /><Relationship Type="http://schemas.openxmlformats.org/officeDocument/2006/relationships/image" Target="/ppt/media/image2.png" Id="R40f74dac1513410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c2e7b1e4fe54141" /><Relationship Type="http://schemas.openxmlformats.org/officeDocument/2006/relationships/image" Target="/ppt/media/image2.png" Id="R0943ed9af0474e8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66c5c4ea5a22494a" /><Relationship Type="http://schemas.openxmlformats.org/officeDocument/2006/relationships/image" Target="/ppt/media/image4.png" Id="R310ac8e01efa4904"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cb674739efb0419a"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ef5a35dd3fe74297" /><Relationship Type="http://schemas.openxmlformats.org/officeDocument/2006/relationships/image" Target="/ppt/media/image2.png" Id="Raf1b84814aaf491f"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e35613a6028d4655" /><Relationship Type="http://schemas.openxmlformats.org/officeDocument/2006/relationships/image" Target="/ppt/media/image2.png" Id="R24a99f50b1d343c2"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50741c6682ce4f12" /><Relationship Type="http://schemas.openxmlformats.org/officeDocument/2006/relationships/image" Target="/ppt/media/image2.png" Id="R7be3086e154e4bd7"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f33d265a258a4e54" /><Relationship Type="http://schemas.openxmlformats.org/officeDocument/2006/relationships/image" Target="/ppt/media/image2.png" Id="Rffb3f2990ba54f86"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5c667a3e804143ca" /><Relationship Type="http://schemas.openxmlformats.org/officeDocument/2006/relationships/image" Target="/ppt/media/image2.png" Id="R5ff1965967734d89"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f6494a987e5d4907" /><Relationship Type="http://schemas.openxmlformats.org/officeDocument/2006/relationships/image" Target="/ppt/media/image2.png" Id="R2f1f21200436418f"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e412fd5fb8a546a5"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34185d26b8bd46ae" /></Relationships>
</file>

<file path=ppt/slideLayouts/slideLayout1.xml><?xml version="1.0" encoding="utf-8"?>
<p:sldLayout xmlns:p="http://schemas.openxmlformats.org/presentationml/2006/main" preserve="1" userDrawn="1">
  <p:cSld name="Title Slide 1">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731690-9919-45F8-9D0A-68E556EDC557}"/>
              </a:ext>
            </a:extLst>
          </p:cNvPr>
          <p:cNvSpPr>
            <a:spLocks xmlns:a="http://schemas.openxmlformats.org/drawingml/2006/main" noGrp="1"/>
          </p:cNvSpPr>
          <p:nvPr>
            <p:ph type="ctrTitle" idx="0"/>
          </p:nvPr>
        </p:nvSpPr>
        <p:spPr>
          <a:xfrm xmlns:a="http://schemas.openxmlformats.org/drawingml/2006/main">
            <a:off x="630926" y="4227594"/>
            <a:ext cx="8404977" cy="1305500"/>
          </a:xfrm>
        </p:spPr>
        <p:txBody>
          <a:bodyPr xmlns:a="http://schemas.openxmlformats.org/drawingml/2006/main" anchor="b">
            <a:normAutofit/>
          </a:bodyPr>
          <a:lstStyle xmlns:a="http://schemas.openxmlformats.org/drawingml/2006/main">
            <a:lvl1pPr algn="l">
              <a:buNone/>
              <a:defRPr sz="4000" b="0">
                <a:solidFill>
                  <a:schemeClr val="accent5"/>
                </a:solidFill>
                <a:latin typeface="Arial"/>
                <a:ea typeface="Arial"/>
                <a:cs typeface="Arial"/>
              </a:defRPr>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9049E356-7660-49F0-97BC-91AAF466C0EF}"/>
              </a:ext>
            </a:extLst>
          </p:cNvPr>
          <p:cNvSpPr>
            <a:spLocks xmlns:a="http://schemas.openxmlformats.org/drawingml/2006/main" noGrp="1"/>
          </p:cNvSpPr>
          <p:nvPr>
            <p:ph type="subTitle" idx="1" hasCustomPrompt="1"/>
          </p:nvPr>
        </p:nvSpPr>
        <p:spPr>
          <a:xfrm xmlns:a="http://schemas.openxmlformats.org/drawingml/2006/main">
            <a:off x="630927" y="5766099"/>
            <a:ext cx="8404976" cy="590251"/>
          </a:xfrm>
        </p:spPr>
        <p:txBody>
          <a:bodyPr xmlns:a="http://schemas.openxmlformats.org/drawingml/2006/main">
            <a:normAutofit/>
          </a:bodyPr>
          <a:lstStyle xmlns:a="http://schemas.openxmlformats.org/drawingml/2006/main">
            <a:lvl1pPr marL="0" indent="0" algn="l">
              <a:buNone/>
              <a:defRPr sz="1600" baseline="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pic>
        <p:nvPicPr>
          <p:cNvPr id="13" name="Picture 12">
            <a:extLst xmlns:a="http://schemas.openxmlformats.org/drawingml/2006/main">
              <a:ext uri="{FF2B5EF4-FFF2-40B4-BE49-F238E27FC236}">
                <a16:creationId xmlns:a16="http://schemas.microsoft.com/office/drawing/2014/main" id="{DEAD2AAF-4CD9-45E6-BF05-9FD94DD550F7}"/>
              </a:ext>
            </a:extLst>
          </p:cNvPr>
          <p:cNvPicPr>
            <a:picLocks xmlns:a="http://schemas.openxmlformats.org/drawingml/2006/main" noChangeAspect="1"/>
          </p:cNvPicPr>
          <p:nvPr/>
        </p:nvPicPr>
        <p:blipFill>
          <a:blip xmlns:r="http://schemas.openxmlformats.org/officeDocument/2006/relationships" xmlns:a="http://schemas.openxmlformats.org/drawingml/2006/main" r:embed="Raece2cbaf7064dcc"/>
          <a:stretch xmlns:a="http://schemas.openxmlformats.org/drawingml/2006/main">
            <a:fillRect l="0" t="0" r="0" b="0"/>
          </a:stretch>
        </p:blipFill>
        <p:spPr>
          <a:xfrm xmlns:a="http://schemas.openxmlformats.org/drawingml/2006/main">
            <a:off x="630927" y="646847"/>
            <a:ext cx="2410896" cy="523522"/>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736FE41B-E7AE-FC43-A4A2-51F8145209E2}"/>
              </a:ext>
            </a:extLst>
          </p:cNvPr>
          <p:cNvSpPr>
            <a:spLocks xmlns:a="http://schemas.openxmlformats.org/drawingml/2006/main" noGrp="1"/>
          </p:cNvSpPr>
          <p:nvPr>
            <p:ph type="dt" idx="10"/>
          </p:nvPr>
        </p:nvSpPr>
        <p:spPr>
          <a:xfrm xmlns:a="http://schemas.openxmlformats.org/drawingml/2006/main">
            <a:off x="10039905" y="417149"/>
            <a:ext cx="1739198" cy="365125"/>
          </a:xfrm>
        </p:spPr>
        <p:txBody>
          <a:bodyPr xmlns:a="http://schemas.openxmlformats.org/drawingml/2006/main"/>
          <a:lstStyle xmlns:a="http://schemas.openxmlformats.org/drawingml/2006/main">
            <a:lvl1pPr algn="r">
              <a:buNone/>
              <a:defRPr>
                <a:solidFill>
                  <a:schemeClr val="accent6"/>
                </a:solidFill>
              </a:defRPr>
            </a:lvl1pPr>
          </a:lstStyle>
          <a:p xmlns:a="http://schemas.openxmlformats.org/drawingml/2006/main">
            <a:fld id="{6C33123A-F54F-2341-AC44-7F40417F38A2}" type="datetime4">
              <a:t>March 22, 2022</a:t>
            </a:fld>
            <a:endParaRPr/>
          </a:p>
        </p:txBody>
      </p:sp>
    </p:spTree>
  </p:cSld>
</p:sldLayout>
</file>

<file path=ppt/slideLayouts/slideLayout2.xml><?xml version="1.0" encoding="utf-8"?>
<p:sldLayout xmlns:p="http://schemas.openxmlformats.org/presentationml/2006/main" preserve="1" userDrawn="1">
  <p:cSld name="Title Slide 2_with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61BFEC-27E3-4CF7-A5D1-F7EAFAE71F01}"/>
              </a:ext>
            </a:extLst>
          </p:cNvPr>
          <p:cNvSpPr>
            <a:spLocks xmlns:a="http://schemas.openxmlformats.org/drawingml/2006/main" noGrp="1"/>
          </p:cNvSpPr>
          <p:nvPr>
            <p:ph type="ctrTitle" idx="0"/>
          </p:nvPr>
        </p:nvSpPr>
        <p:spPr>
          <a:xfrm xmlns:a="http://schemas.openxmlformats.org/drawingml/2006/main">
            <a:off x="630927" y="4933507"/>
            <a:ext cx="5128022" cy="1305500"/>
          </a:xfrm>
        </p:spPr>
        <p:txBody>
          <a:bodyPr xmlns:a="http://schemas.openxmlformats.org/drawingml/2006/main" anchor="b">
            <a:normAutofit/>
          </a:bodyPr>
          <a:lstStyle xmlns:a="http://schemas.openxmlformats.org/drawingml/2006/main">
            <a:lvl1pPr algn="l">
              <a:buNone/>
              <a:defRPr sz="4000">
                <a:solidFill>
                  <a:schemeClr val="accent5"/>
                </a:solidFill>
              </a:defRPr>
            </a:lvl1pPr>
          </a:lstStyle>
          <a:p xmlns:a="http://schemas.openxmlformats.org/drawingml/2006/main">
            <a:r>
              <a:t>Click to edit Master title style</a:t>
            </a:r>
            <a:endParaRPr/>
          </a:p>
        </p:txBody>
      </p:sp>
      <p:pic>
        <p:nvPicPr>
          <p:cNvPr id="13" name="Picture 12">
            <a:extLst xmlns:a="http://schemas.openxmlformats.org/drawingml/2006/main">
              <a:ext uri="{FF2B5EF4-FFF2-40B4-BE49-F238E27FC236}">
                <a16:creationId xmlns:a16="http://schemas.microsoft.com/office/drawing/2014/main" id="{26CFDE2A-B7AE-4E31-A262-D094CCFD6998}"/>
              </a:ext>
            </a:extLst>
          </p:cNvPr>
          <p:cNvPicPr>
            <a:picLocks xmlns:a="http://schemas.openxmlformats.org/drawingml/2006/main" noChangeAspect="1"/>
          </p:cNvPicPr>
          <p:nvPr/>
        </p:nvPicPr>
        <p:blipFill>
          <a:blip xmlns:r="http://schemas.openxmlformats.org/officeDocument/2006/relationships" xmlns:a="http://schemas.openxmlformats.org/drawingml/2006/main" r:embed="R3895baec107d41c7"/>
          <a:stretch xmlns:a="http://schemas.openxmlformats.org/drawingml/2006/main">
            <a:fillRect l="0" t="0" r="0" b="0"/>
          </a:stretch>
        </p:blipFill>
        <p:spPr>
          <a:xfrm xmlns:a="http://schemas.openxmlformats.org/drawingml/2006/main">
            <a:off x="630927" y="646847"/>
            <a:ext cx="2410896" cy="523522"/>
          </a:xfrm>
          <a:prstGeom xmlns:a="http://schemas.openxmlformats.org/drawingml/2006/main" prst="rect">
            <a:avLst/>
          </a:prstGeom>
        </p:spPr>
      </p:pic>
      <p:sp>
        <p:nvSpPr>
          <p:cNvPr id="10" name="Straight Connector 9">
            <a:extLst xmlns:a="http://schemas.openxmlformats.org/drawingml/2006/main">
              <a:ext uri="{FF2B5EF4-FFF2-40B4-BE49-F238E27FC236}">
                <a16:creationId xmlns:a16="http://schemas.microsoft.com/office/drawing/2014/main" id="{306322BF-FA80-481C-B813-7A2F59A0762A}"/>
              </a:ext>
            </a:extLst>
          </p:cNvPr>
          <p:cNvSpPr>
            <a:spLocks xmlns:a="http://schemas.openxmlformats.org/drawingml/2006/main" noGrp="1"/>
          </p:cNvSpPr>
          <p:nvPr/>
        </p:nvSpPr>
        <p:spPr>
          <a:xfrm xmlns:a="http://schemas.openxmlformats.org/drawingml/2006/main">
            <a:off x="6106160" y="-57543"/>
            <a:ext cx="0" cy="6915543"/>
          </a:xfrm>
          <a:prstGeom xmlns:a="http://schemas.openxmlformats.org/drawingml/2006/main" prst="line">
            <a:avLst/>
          </a:prstGeom>
          <a:ln xmlns:a="http://schemas.openxmlformats.org/drawingml/2006/main">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pic>
        <p:nvPicPr>
          <p:cNvPr id="11" name="Picture 2">
            <a:extLst xmlns:a="http://schemas.openxmlformats.org/drawingml/2006/main">
              <a:ext uri="{FF2B5EF4-FFF2-40B4-BE49-F238E27FC236}">
                <a16:creationId xmlns:a16="http://schemas.microsoft.com/office/drawing/2014/main" id="{D02C5904-2CA5-42F5-8246-52DDC6C5D5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5836bbe2b654e8b">
            <a:alphaModFix amt="57000"/>
          </a:blip>
          <a:srcRect xmlns:a="http://schemas.openxmlformats.org/drawingml/2006/main" l="33931" t="9698" r="21187" b="0"/>
          <a:stretch xmlns:a="http://schemas.openxmlformats.org/drawingml/2006/main"/>
        </p:blipFill>
        <p:spPr>
          <a:xfrm xmlns:a="http://schemas.openxmlformats.org/drawingml/2006/main">
            <a:off x="6113794" y="-1"/>
            <a:ext cx="6078204" cy="6838819"/>
          </a:xfrm>
          <a:prstGeom xmlns:a="http://schemas.openxmlformats.org/drawingml/2006/main" prst="rect">
            <a:avLst/>
          </a:prstGeom>
        </p:spPr>
      </p:pic>
      <p:sp>
        <p:nvSpPr>
          <p:cNvPr id="12" name="Date Placeholder 3">
            <a:extLst xmlns:a="http://schemas.openxmlformats.org/drawingml/2006/main">
              <a:ext uri="{FF2B5EF4-FFF2-40B4-BE49-F238E27FC236}">
                <a16:creationId xmlns:a16="http://schemas.microsoft.com/office/drawing/2014/main" id="{7439FD51-B1D6-8F4A-803E-396E69AF84E9}"/>
              </a:ext>
            </a:extLst>
          </p:cNvPr>
          <p:cNvSpPr>
            <a:spLocks xmlns:a="http://schemas.openxmlformats.org/drawingml/2006/main" noGrp="1"/>
          </p:cNvSpPr>
          <p:nvPr>
            <p:ph type="dt" idx="10"/>
          </p:nvPr>
        </p:nvSpPr>
        <p:spPr>
          <a:xfrm xmlns:a="http://schemas.openxmlformats.org/drawingml/2006/main">
            <a:off x="626197" y="4567999"/>
            <a:ext cx="1739198" cy="365125"/>
          </a:xfrm>
        </p:spPr>
        <p:txBody>
          <a:bodyPr xmlns:a="http://schemas.openxmlformats.org/drawingml/2006/main"/>
          <a:lstStyle xmlns:a="http://schemas.openxmlformats.org/drawingml/2006/main">
            <a:lvl1pPr>
              <a:buNone/>
              <a:defRPr>
                <a:solidFill>
                  <a:schemeClr val="accent6"/>
                </a:solidFill>
              </a:defRPr>
            </a:lvl1pPr>
          </a:lstStyle>
          <a:p xmlns:a="http://schemas.openxmlformats.org/drawingml/2006/main">
            <a:fld id="{6E3C9BF4-CD7D-8540-B3F3-C4359157ED05}" type="datetime4">
              <a:t>March 22, 2022</a:t>
            </a:fld>
            <a:endParaRPr/>
          </a:p>
        </p:txBody>
      </p:sp>
    </p:spTree>
  </p:cSld>
</p:sldLayout>
</file>

<file path=ppt/slideLayouts/slideLayout3.xml><?xml version="1.0" encoding="utf-8"?>
<p:sldLayout xmlns:p="http://schemas.openxmlformats.org/presentationml/2006/main" preserve="1" userDrawn="1">
  <p:cSld name="Title Slide 2_place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14" name="Picture Placeholder 2">
            <a:extLst xmlns:a="http://schemas.openxmlformats.org/drawingml/2006/main">
              <a:ext uri="{FF2B5EF4-FFF2-40B4-BE49-F238E27FC236}">
                <a16:creationId xmlns:a16="http://schemas.microsoft.com/office/drawing/2014/main" id="{4CED8E1A-BA0A-C041-B60A-D0D46E8B2AA0}"/>
              </a:ext>
            </a:extLst>
          </p:cNvPr>
          <p:cNvSpPr>
            <a:spLocks xmlns:a="http://schemas.openxmlformats.org/drawingml/2006/main" noGrp="1"/>
          </p:cNvSpPr>
          <p:nvPr>
            <p:ph type="pic" idx="13"/>
          </p:nvPr>
        </p:nvSpPr>
        <p:spPr>
          <a:xfrm xmlns:a="http://schemas.openxmlformats.org/drawingml/2006/main">
            <a:off x="6121820" y="0"/>
            <a:ext cx="6070180" cy="6858000"/>
          </a:xfrm>
        </p:spPr>
        <p:txBody>
          <a:bodyPr xmlns:a="http://schemas.openxmlformats.org/drawingml/2006/main" anchor="t">
            <a:normAutofit/>
          </a:bodyPr>
          <a:lstStyle xmlns:a="http://schemas.openxmlformats.org/drawingml/2006/main">
            <a:lvl1pPr marL="0" indent="0" algn="ctr">
              <a:buNone/>
              <a:defRPr sz="2000">
                <a:solidFill>
                  <a:schemeClr val="accent6"/>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
        <p:nvSpPr>
          <p:cNvPr id="2" name="Title 1">
            <a:extLst xmlns:a="http://schemas.openxmlformats.org/drawingml/2006/main">
              <a:ext uri="{FF2B5EF4-FFF2-40B4-BE49-F238E27FC236}">
                <a16:creationId xmlns:a16="http://schemas.microsoft.com/office/drawing/2014/main" id="{86A8E606-01E9-4A45-B14E-17C81B74AF9E}"/>
              </a:ext>
            </a:extLst>
          </p:cNvPr>
          <p:cNvSpPr>
            <a:spLocks xmlns:a="http://schemas.openxmlformats.org/drawingml/2006/main" noGrp="1"/>
          </p:cNvSpPr>
          <p:nvPr>
            <p:ph type="ctrTitle" idx="0"/>
          </p:nvPr>
        </p:nvSpPr>
        <p:spPr>
          <a:xfrm xmlns:a="http://schemas.openxmlformats.org/drawingml/2006/main">
            <a:off x="630927" y="4933507"/>
            <a:ext cx="5128022" cy="1305500"/>
          </a:xfrm>
        </p:spPr>
        <p:txBody>
          <a:bodyPr xmlns:a="http://schemas.openxmlformats.org/drawingml/2006/main" anchor="b">
            <a:normAutofit/>
          </a:bodyPr>
          <a:lstStyle xmlns:a="http://schemas.openxmlformats.org/drawingml/2006/main">
            <a:lvl1pPr algn="l">
              <a:buNone/>
              <a:defRPr sz="4000">
                <a:solidFill>
                  <a:schemeClr val="accent5"/>
                </a:solidFill>
              </a:defRPr>
            </a:lvl1pPr>
          </a:lstStyle>
          <a:p xmlns:a="http://schemas.openxmlformats.org/drawingml/2006/main">
            <a:r>
              <a:t>Click to edit Master title style</a:t>
            </a:r>
            <a:endParaRPr/>
          </a:p>
        </p:txBody>
      </p:sp>
      <p:pic>
        <p:nvPicPr>
          <p:cNvPr id="13" name="Picture 12">
            <a:extLst xmlns:a="http://schemas.openxmlformats.org/drawingml/2006/main">
              <a:ext uri="{FF2B5EF4-FFF2-40B4-BE49-F238E27FC236}">
                <a16:creationId xmlns:a16="http://schemas.microsoft.com/office/drawing/2014/main" id="{8A4FF40A-A2FC-46F5-9500-B7AEBC808F51}"/>
              </a:ext>
            </a:extLst>
          </p:cNvPr>
          <p:cNvPicPr>
            <a:picLocks xmlns:a="http://schemas.openxmlformats.org/drawingml/2006/main" noChangeAspect="1"/>
          </p:cNvPicPr>
          <p:nvPr/>
        </p:nvPicPr>
        <p:blipFill>
          <a:blip xmlns:r="http://schemas.openxmlformats.org/officeDocument/2006/relationships" xmlns:a="http://schemas.openxmlformats.org/drawingml/2006/main" r:embed="R76cdd86afe224436"/>
          <a:stretch xmlns:a="http://schemas.openxmlformats.org/drawingml/2006/main">
            <a:fillRect l="0" t="0" r="0" b="0"/>
          </a:stretch>
        </p:blipFill>
        <p:spPr>
          <a:xfrm xmlns:a="http://schemas.openxmlformats.org/drawingml/2006/main">
            <a:off x="630927" y="646847"/>
            <a:ext cx="2410896" cy="523522"/>
          </a:xfrm>
          <a:prstGeom xmlns:a="http://schemas.openxmlformats.org/drawingml/2006/main" prst="rect">
            <a:avLst/>
          </a:prstGeom>
        </p:spPr>
      </p:pic>
      <p:sp>
        <p:nvSpPr>
          <p:cNvPr id="10" name="Straight Connector 9">
            <a:extLst xmlns:a="http://schemas.openxmlformats.org/drawingml/2006/main">
              <a:ext uri="{FF2B5EF4-FFF2-40B4-BE49-F238E27FC236}">
                <a16:creationId xmlns:a16="http://schemas.microsoft.com/office/drawing/2014/main" id="{D5817B80-136B-459D-81AF-7428F817377A}"/>
              </a:ext>
            </a:extLst>
          </p:cNvPr>
          <p:cNvSpPr>
            <a:spLocks xmlns:a="http://schemas.openxmlformats.org/drawingml/2006/main" noGrp="1"/>
          </p:cNvSpPr>
          <p:nvPr/>
        </p:nvSpPr>
        <p:spPr>
          <a:xfrm xmlns:a="http://schemas.openxmlformats.org/drawingml/2006/main">
            <a:off x="6106160" y="-57543"/>
            <a:ext cx="0" cy="6915543"/>
          </a:xfrm>
          <a:prstGeom xmlns:a="http://schemas.openxmlformats.org/drawingml/2006/main" prst="line">
            <a:avLst/>
          </a:prstGeom>
          <a:ln xmlns:a="http://schemas.openxmlformats.org/drawingml/2006/main">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9062C519-EB37-774F-BD3A-23BD947ABD66}"/>
              </a:ext>
            </a:extLst>
          </p:cNvPr>
          <p:cNvSpPr>
            <a:spLocks xmlns:a="http://schemas.openxmlformats.org/drawingml/2006/main" noGrp="1"/>
          </p:cNvSpPr>
          <p:nvPr>
            <p:ph type="dt" idx="14"/>
          </p:nvPr>
        </p:nvSpPr>
        <p:spPr>
          <a:xfrm xmlns:a="http://schemas.openxmlformats.org/drawingml/2006/main">
            <a:off x="620767" y="4564572"/>
            <a:ext cx="274320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4FA05971-6ECE-3048-89D4-C8CDCDF8108F}" type="datetime4">
              <a:t>March 22, 2022</a:t>
            </a:fld>
            <a:endParaRPr/>
          </a:p>
        </p:txBody>
      </p:sp>
    </p:spTree>
  </p:cSld>
</p:sldLayout>
</file>

<file path=ppt/slideLayouts/slideLayout4.xml><?xml version="1.0" encoding="utf-8"?>
<p:sldLayout xmlns:p="http://schemas.openxmlformats.org/presentationml/2006/main" preserve="1" userDrawn="1">
  <p:cSld name="Title Slide 3_with list">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0DC07E0-33B1-4F3D-8865-44116D6B5D4C}"/>
              </a:ext>
            </a:extLst>
          </p:cNvPr>
          <p:cNvSpPr>
            <a:spLocks xmlns:a="http://schemas.openxmlformats.org/drawingml/2006/main" noGrp="1"/>
          </p:cNvSpPr>
          <p:nvPr>
            <p:ph type="ctrTitle" idx="0" hasCustomPrompt="1"/>
          </p:nvPr>
        </p:nvSpPr>
        <p:spPr>
          <a:xfrm xmlns:a="http://schemas.openxmlformats.org/drawingml/2006/main">
            <a:off x="630927" y="670745"/>
            <a:ext cx="5128022" cy="1305500"/>
          </a:xfrm>
        </p:spPr>
        <p:txBody>
          <a:bodyPr xmlns:a="http://schemas.openxmlformats.org/drawingml/2006/main" anchor="t">
            <a:normAutofit/>
          </a:bodyPr>
          <a:lstStyle xmlns:a="http://schemas.openxmlformats.org/drawingml/2006/main">
            <a:lvl1pPr algn="l">
              <a:buNone/>
              <a:defRPr sz="3600">
                <a:solidFill>
                  <a:schemeClr val="accent5"/>
                </a:solidFill>
              </a:defRPr>
            </a:lvl1pPr>
          </a:lstStyle>
          <a:p xmlns:a="http://schemas.openxmlformats.org/drawingml/2006/main">
            <a:r>
              <a:t>Agenda or Title Here</a:t>
            </a:r>
          </a:p>
        </p:txBody>
      </p:sp>
      <p:sp>
        <p:nvSpPr>
          <p:cNvPr id="3" name="Subtitle 2">
            <a:extLst xmlns:a="http://schemas.openxmlformats.org/drawingml/2006/main">
              <a:ext uri="{FF2B5EF4-FFF2-40B4-BE49-F238E27FC236}">
                <a16:creationId xmlns:a16="http://schemas.microsoft.com/office/drawing/2014/main" id="{EB501C46-0977-40FB-8DB7-F9561655BB25}"/>
              </a:ext>
            </a:extLst>
          </p:cNvPr>
          <p:cNvSpPr>
            <a:spLocks xmlns:a="http://schemas.openxmlformats.org/drawingml/2006/main" noGrp="1"/>
          </p:cNvSpPr>
          <p:nvPr>
            <p:ph type="subTitle" idx="1" hasCustomPrompt="1"/>
          </p:nvPr>
        </p:nvSpPr>
        <p:spPr>
          <a:xfrm xmlns:a="http://schemas.openxmlformats.org/drawingml/2006/main">
            <a:off x="630926" y="3006104"/>
            <a:ext cx="5291403" cy="3181151"/>
          </a:xfrm>
        </p:spPr>
        <p:txBody>
          <a:bodyPr xmlns:a="http://schemas.openxmlformats.org/drawingml/2006/main">
            <a:normAutofit/>
          </a:bodyPr>
          <a:lstStyle xmlns:a="http://schemas.openxmlformats.org/drawingml/2006/main">
            <a:lvl1pPr marL="365760" marR="0" indent="-457200" algn="l" defTabSz="914400">
              <a:lnSpc>
                <a:spcPct val="90000"/>
              </a:lnSpc>
              <a:spcBef>
                <a:spcPts val="1000"/>
              </a:spcBef>
              <a:spcAft>
                <a:spcPts val="0"/>
              </a:spcAft>
              <a:buClr>
                <a:schemeClr val="accent2"/>
              </a:buClr>
              <a:buSzPct val="80000"/>
              <a:buFont typeface="+mj-lt"/>
              <a:buAutoNum type="arabicPeriod"/>
              <a:defRPr sz="2000">
                <a:solidFill>
                  <a:schemeClr val="accent6"/>
                </a:solidFill>
                <a:latin typeface="Times"/>
                <a:ea typeface="Times"/>
                <a:cs typeface="Time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28600" marR="0" lvl="0" indent="-320040" algn="l" defTabSz="914400">
              <a:lnSpc>
                <a:spcPct val="90000"/>
              </a:lnSpc>
              <a:spcBef>
                <a:spcPts val="1000"/>
              </a:spcBef>
              <a:spcAft>
                <a:spcPts val="0"/>
              </a:spcAft>
              <a:buClr>
                <a:schemeClr val="accent2"/>
              </a:buClr>
              <a:buSzPct val="80000"/>
              <a:buFont typeface="+mj-lt"/>
              <a:buAutoNum type="arabicPeriod"/>
            </a:pPr>
            <a:endParaRPr/>
          </a:p>
        </p:txBody>
      </p:sp>
      <p:sp>
        <p:nvSpPr>
          <p:cNvPr id="10" name="Straight Connector 9">
            <a:extLst xmlns:a="http://schemas.openxmlformats.org/drawingml/2006/main">
              <a:ext uri="{FF2B5EF4-FFF2-40B4-BE49-F238E27FC236}">
                <a16:creationId xmlns:a16="http://schemas.microsoft.com/office/drawing/2014/main" id="{1EC6EB4D-8D65-4CEE-9C8F-C2A3DACD3F64}"/>
              </a:ext>
            </a:extLst>
          </p:cNvPr>
          <p:cNvSpPr>
            <a:spLocks xmlns:a="http://schemas.openxmlformats.org/drawingml/2006/main" noGrp="1"/>
          </p:cNvSpPr>
          <p:nvPr/>
        </p:nvSpPr>
        <p:spPr>
          <a:xfrm xmlns:a="http://schemas.openxmlformats.org/drawingml/2006/main">
            <a:off x="6106160" y="-57543"/>
            <a:ext cx="0" cy="6915543"/>
          </a:xfrm>
          <a:prstGeom xmlns:a="http://schemas.openxmlformats.org/drawingml/2006/main" prst="line">
            <a:avLst/>
          </a:prstGeom>
          <a:ln xmlns:a="http://schemas.openxmlformats.org/drawingml/2006/main">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8D381AB1-A9B7-4CC4-8087-51A561F3BD72}"/>
              </a:ext>
            </a:extLst>
          </p:cNvPr>
          <p:cNvSpPr>
            <a:spLocks xmlns:a="http://schemas.openxmlformats.org/drawingml/2006/main" noGrp="1"/>
          </p:cNvSpPr>
          <p:nvPr/>
        </p:nvSpPr>
        <p:spPr>
          <a:xfrm xmlns:a="http://schemas.openxmlformats.org/drawingml/2006/main">
            <a:off x="6106160" y="-57543"/>
            <a:ext cx="0" cy="7080135"/>
          </a:xfrm>
          <a:prstGeom xmlns:a="http://schemas.openxmlformats.org/drawingml/2006/main" prst="line">
            <a:avLst/>
          </a:prstGeom>
          <a:ln xmlns:a="http://schemas.openxmlformats.org/drawingml/2006/main" w="6350">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pic>
        <p:nvPicPr>
          <p:cNvPr id="20" name="Picture 19">
            <a:extLst xmlns:a="http://schemas.openxmlformats.org/drawingml/2006/main">
              <a:ext uri="{FF2B5EF4-FFF2-40B4-BE49-F238E27FC236}">
                <a16:creationId xmlns:a16="http://schemas.microsoft.com/office/drawing/2014/main" id="{7C1FBB05-D9C4-47E2-BF28-70E2F1CB10DA}"/>
              </a:ext>
            </a:extLst>
          </p:cNvPr>
          <p:cNvPicPr>
            <a:picLocks xmlns:a="http://schemas.openxmlformats.org/drawingml/2006/main" noChangeAspect="1"/>
          </p:cNvPicPr>
          <p:nvPr/>
        </p:nvPicPr>
        <p:blipFill>
          <a:blip xmlns:r="http://schemas.openxmlformats.org/officeDocument/2006/relationships" xmlns:a="http://schemas.openxmlformats.org/drawingml/2006/main" r:embed="Rdacce79f98624ea4"/>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Divider Slide_with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Picture Placeholder 2">
            <a:extLst xmlns:a="http://schemas.openxmlformats.org/drawingml/2006/main">
              <a:ext uri="{FF2B5EF4-FFF2-40B4-BE49-F238E27FC236}">
                <a16:creationId xmlns:a16="http://schemas.microsoft.com/office/drawing/2014/main" id="{A4351B81-FE14-984B-81F3-C69CA9CF969E}"/>
              </a:ext>
            </a:extLst>
          </p:cNvPr>
          <p:cNvSpPr>
            <a:spLocks xmlns:a="http://schemas.openxmlformats.org/drawingml/2006/main" noGrp="1"/>
          </p:cNvSpPr>
          <p:nvPr>
            <p:ph type="pic" idx="1"/>
          </p:nvPr>
        </p:nvSpPr>
        <p:spPr>
          <a:xfrm xmlns:a="http://schemas.openxmlformats.org/drawingml/2006/main">
            <a:off x="362709" y="384050"/>
            <a:ext cx="11466575" cy="5943600"/>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pic>
        <p:nvPicPr>
          <p:cNvPr id="9" name="Picture 8">
            <a:extLst xmlns:a="http://schemas.openxmlformats.org/drawingml/2006/main">
              <a:ext uri="{FF2B5EF4-FFF2-40B4-BE49-F238E27FC236}">
                <a16:creationId xmlns:a16="http://schemas.microsoft.com/office/drawing/2014/main" id="{307A0DE6-88ED-40AB-B3BA-D84C868A9EB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1f70744dffc4f74"/>
          <a:srcRect xmlns:a="http://schemas.openxmlformats.org/drawingml/2006/main" l="0" t="9789" r="695" b="11859"/>
          <a:stretch xmlns:a="http://schemas.openxmlformats.org/drawingml/2006/main"/>
        </p:blipFill>
        <p:spPr>
          <a:xfrm xmlns:a="http://schemas.openxmlformats.org/drawingml/2006/main">
            <a:off x="362715" y="384049"/>
            <a:ext cx="11466571" cy="5972301"/>
          </a:xfrm>
          <a:prstGeom xmlns:a="http://schemas.openxmlformats.org/drawingml/2006/main" prst="rect">
            <a:avLst/>
          </a:prstGeom>
        </p:spPr>
      </p:pic>
    </p:spTree>
  </p:cSld>
</p:sldLayout>
</file>

<file path=ppt/slideLayouts/slideLayout6.xml><?xml version="1.0" encoding="utf-8"?>
<p:sldLayout xmlns:p="http://schemas.openxmlformats.org/presentationml/2006/main" preserve="1" userDrawn="1">
  <p:cSld name="Divider Slide_place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Picture Placeholder 2">
            <a:extLst xmlns:a="http://schemas.openxmlformats.org/drawingml/2006/main">
              <a:ext uri="{FF2B5EF4-FFF2-40B4-BE49-F238E27FC236}">
                <a16:creationId xmlns:a16="http://schemas.microsoft.com/office/drawing/2014/main" id="{A4351B81-FE14-984B-81F3-C69CA9CF969E}"/>
              </a:ext>
            </a:extLst>
          </p:cNvPr>
          <p:cNvSpPr>
            <a:spLocks xmlns:a="http://schemas.openxmlformats.org/drawingml/2006/main" noGrp="1"/>
          </p:cNvSpPr>
          <p:nvPr>
            <p:ph type="pic" idx="1"/>
          </p:nvPr>
        </p:nvSpPr>
        <p:spPr>
          <a:xfrm xmlns:a="http://schemas.openxmlformats.org/drawingml/2006/main">
            <a:off x="362709" y="384050"/>
            <a:ext cx="11466575" cy="5972300"/>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Tree>
  </p:cSld>
</p:sldLayout>
</file>

<file path=ppt/slideLayouts/slideLayout7.xml><?xml version="1.0" encoding="utf-8"?>
<p:sldLayout xmlns:p="http://schemas.openxmlformats.org/presentationml/2006/main" preserve="1" userDrawn="1">
  <p:cSld name="Section Header Dark">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144D2869-1122-FD4F-93D1-E6818DABA31D}"/>
              </a:ext>
            </a:extLst>
          </p:cNvPr>
          <p:cNvSpPr>
            <a:spLocks xmlns:a="http://schemas.openxmlformats.org/drawingml/2006/main" noGrp="1"/>
          </p:cNvSpPr>
          <p:nvPr>
            <p:ph type="ctrTitle" idx="0" hasCustomPrompt="1"/>
          </p:nvPr>
        </p:nvSpPr>
        <p:spPr>
          <a:xfrm xmlns:a="http://schemas.openxmlformats.org/drawingml/2006/main">
            <a:off x="967976" y="3134047"/>
            <a:ext cx="10385823" cy="1305500"/>
          </a:xfrm>
        </p:spPr>
        <p:txBody>
          <a:bodyPr xmlns:a="http://schemas.openxmlformats.org/drawingml/2006/main" anchor="t">
            <a:normAutofit/>
          </a:bodyPr>
          <a:lstStyle xmlns:a="http://schemas.openxmlformats.org/drawingml/2006/main">
            <a:lvl1pPr algn="ctr">
              <a:buNone/>
              <a:defRPr sz="4000">
                <a:solidFill>
                  <a:schemeClr val="accent5"/>
                </a:solidFill>
              </a:defRPr>
            </a:lvl1pPr>
          </a:lstStyle>
          <a:p xmlns:a="http://schemas.openxmlformats.org/drawingml/2006/main">
            <a:r>
              <a:t>Section Title Here</a:t>
            </a:r>
          </a:p>
        </p:txBody>
      </p:sp>
      <p:sp>
        <p:nvSpPr>
          <p:cNvPr id="7" name="Rectangle 6">
            <a:extLst xmlns:a="http://schemas.openxmlformats.org/drawingml/2006/main">
              <a:ext uri="{FF2B5EF4-FFF2-40B4-BE49-F238E27FC236}">
                <a16:creationId xmlns:a16="http://schemas.microsoft.com/office/drawing/2014/main" id="{365525A9-A6AD-A44B-801E-7959EE0923FD}"/>
              </a:ext>
            </a:extLst>
          </p:cNvPr>
          <p:cNvSpPr>
            <a:spLocks xmlns:a="http://schemas.openxmlformats.org/drawingml/2006/main" noGrp="1"/>
          </p:cNvSpPr>
          <p:nvPr/>
        </p:nvSpPr>
        <p:spPr>
          <a:xfrm xmlns:a="http://schemas.openxmlformats.org/drawingml/2006/main">
            <a:off x="355600" y="385065"/>
            <a:ext cx="11480800" cy="5971285"/>
          </a:xfrm>
          <a:prstGeom xmlns:a="http://schemas.openxmlformats.org/drawingml/2006/main" prst="rect">
            <a:avLst/>
          </a:prstGeom>
          <a:noFill xmlns:a="http://schemas.openxmlformats.org/drawingml/2006/main"/>
          <a:ln xmlns:a="http://schemas.openxmlformats.org/drawingml/2006/main" w="6350">
            <a:gradFill>
              <a:gsLst>
                <a:gs pos="0">
                  <a:srgbClr val="FEEEB6"/>
                </a:gs>
                <a:gs pos="100000">
                  <a:srgbClr val="B49248"/>
                </a:gs>
              </a:gsLst>
              <a:lin ang="5400000" scaled="1"/>
            </a:gra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Section Header Light">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F44415-718E-40D2-89FC-0D8B36D6AC4D}"/>
              </a:ext>
            </a:extLst>
          </p:cNvPr>
          <p:cNvSpPr>
            <a:spLocks xmlns:a="http://schemas.openxmlformats.org/drawingml/2006/main" noGrp="1"/>
          </p:cNvSpPr>
          <p:nvPr>
            <p:ph type="title" idx="0"/>
          </p:nvPr>
        </p:nvSpPr>
        <p:spPr>
          <a:xfrm xmlns:a="http://schemas.openxmlformats.org/drawingml/2006/main">
            <a:off x="476101" y="3148547"/>
            <a:ext cx="11230346" cy="1434085"/>
          </a:xfrm>
        </p:spPr>
        <p:txBody>
          <a:bodyPr xmlns:a="http://schemas.openxmlformats.org/drawingml/2006/main" anchor="t">
            <a:normAutofit/>
          </a:bodyPr>
          <a:lstStyle xmlns:a="http://schemas.openxmlformats.org/drawingml/2006/main">
            <a:lvl1pPr algn="ctr">
              <a:buNone/>
              <a:defRPr sz="4000"/>
            </a:lvl1pPr>
          </a:lstStyle>
          <a:p xmlns:a="http://schemas.openxmlformats.org/drawingml/2006/main">
            <a:r>
              <a:t>Click to edit Master title style</a:t>
            </a:r>
            <a:endParaRPr/>
          </a:p>
        </p:txBody>
      </p:sp>
      <p:pic>
        <p:nvPicPr>
          <p:cNvPr id="9" name="Picture 8">
            <a:extLst xmlns:a="http://schemas.openxmlformats.org/drawingml/2006/main">
              <a:ext uri="{FF2B5EF4-FFF2-40B4-BE49-F238E27FC236}">
                <a16:creationId xmlns:a16="http://schemas.microsoft.com/office/drawing/2014/main" id="{810A6E58-FEFA-4EBC-A3C4-6A9E55BCD930}"/>
              </a:ext>
            </a:extLst>
          </p:cNvPr>
          <p:cNvPicPr>
            <a:picLocks xmlns:a="http://schemas.openxmlformats.org/drawingml/2006/main" noChangeAspect="1"/>
          </p:cNvPicPr>
          <p:nvPr/>
        </p:nvPicPr>
        <p:blipFill>
          <a:blip xmlns:r="http://schemas.openxmlformats.org/officeDocument/2006/relationships" xmlns:a="http://schemas.openxmlformats.org/drawingml/2006/main" r:embed="R4546322973774e6d"/>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76101" y="5114924"/>
            <a:ext cx="5276113" cy="1051959"/>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5" name="Text Placeholder 3">
            <a:extLst xmlns:a="http://schemas.openxmlformats.org/drawingml/2006/main">
              <a:ext uri="{FF2B5EF4-FFF2-40B4-BE49-F238E27FC236}">
                <a16:creationId xmlns:a16="http://schemas.microsoft.com/office/drawing/2014/main" id="{158DDCAA-666B-BB40-B3E0-9F6817656A50}"/>
              </a:ext>
            </a:extLst>
          </p:cNvPr>
          <p:cNvSpPr>
            <a:spLocks xmlns:a="http://schemas.openxmlformats.org/drawingml/2006/main" noGrp="1"/>
          </p:cNvSpPr>
          <p:nvPr>
            <p:ph type="body" idx="13"/>
          </p:nvPr>
        </p:nvSpPr>
        <p:spPr>
          <a:xfrm xmlns:a="http://schemas.openxmlformats.org/drawingml/2006/main">
            <a:off x="6185784" y="5114924"/>
            <a:ext cx="5276113" cy="1051959"/>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 name="Text Placeholder 3">
            <a:extLst xmlns:a="http://schemas.openxmlformats.org/drawingml/2006/main">
              <a:ext uri="{FF2B5EF4-FFF2-40B4-BE49-F238E27FC236}">
                <a16:creationId xmlns:a16="http://schemas.microsoft.com/office/drawing/2014/main" id="{FCB49188-E5FA-E44D-BB8D-3EFB7DD66260}"/>
              </a:ext>
            </a:extLst>
          </p:cNvPr>
          <p:cNvSpPr>
            <a:spLocks xmlns:a="http://schemas.openxmlformats.org/drawingml/2006/main" noGrp="1"/>
          </p:cNvSpPr>
          <p:nvPr>
            <p:ph type="body" idx="14"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7" name="Text Placeholder 3">
            <a:extLst xmlns:a="http://schemas.openxmlformats.org/drawingml/2006/main">
              <a:ext uri="{FF2B5EF4-FFF2-40B4-BE49-F238E27FC236}">
                <a16:creationId xmlns:a16="http://schemas.microsoft.com/office/drawing/2014/main" id="{3D94DB9D-64AE-3246-A5A1-033C88981041}"/>
              </a:ext>
            </a:extLst>
          </p:cNvPr>
          <p:cNvSpPr>
            <a:spLocks xmlns:a="http://schemas.openxmlformats.org/drawingml/2006/main" noGrp="1"/>
          </p:cNvSpPr>
          <p:nvPr>
            <p:ph type="body" idx="15"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9.xml><?xml version="1.0" encoding="utf-8"?>
<p:sldLayout xmlns:p="http://schemas.openxmlformats.org/presentationml/2006/main" preserve="1" userDrawn="1">
  <p:cSld name="Content Slide Light">
    <p:bg>
      <p:bgPr>
        <a:solidFill xmlns:a="http://schemas.openxmlformats.org/drawingml/2006/main">
          <a:schemeClr val="accent4"/>
        </a:solid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39FE85FF-F13B-44E9-814F-E86BD851A876}"/>
              </a:ext>
            </a:extLst>
          </p:cNvPr>
          <p:cNvPicPr>
            <a:picLocks xmlns:a="http://schemas.openxmlformats.org/drawingml/2006/main" noChangeAspect="1"/>
          </p:cNvPicPr>
          <p:nvPr/>
        </p:nvPicPr>
        <p:blipFill>
          <a:blip xmlns:r="http://schemas.openxmlformats.org/officeDocument/2006/relationships" xmlns:a="http://schemas.openxmlformats.org/drawingml/2006/main" r:embed="Rebefd1b6ee944934"/>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76101" y="2463800"/>
            <a:ext cx="8529676" cy="2651125"/>
          </a:xfrm>
        </p:spPr>
        <p:txBody>
          <a:bodyPr xmlns:a="http://schemas.openxmlformats.org/drawingml/2006/main">
            <a:normAutofit/>
          </a:bodyPr>
          <a:lstStyle xmlns:a="http://schemas.openxmlformats.org/drawingml/2006/main">
            <a:lvl1pPr marL="0" indent="0">
              <a:lnSpc>
                <a:spcPts val="3000"/>
              </a:lnSpc>
              <a:spcBef>
                <a:spcPts val="0"/>
              </a:spcBef>
              <a:spcAft>
                <a:spcPts val="1400"/>
              </a:spcAft>
              <a:buNone/>
              <a:defRPr sz="2200" b="0" i="0" baseline="0">
                <a:latin typeface="Times New Roman"/>
                <a:ea typeface="Times New Roman"/>
                <a:cs typeface="Times New Roman"/>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1" name="Text Placeholder 3">
            <a:extLst xmlns:a="http://schemas.openxmlformats.org/drawingml/2006/main">
              <a:ext uri="{FF2B5EF4-FFF2-40B4-BE49-F238E27FC236}">
                <a16:creationId xmlns:a16="http://schemas.microsoft.com/office/drawing/2014/main" id="{21D07B40-2FFE-E84A-8C1D-66AF3BE4D38E}"/>
              </a:ext>
            </a:extLst>
          </p:cNvPr>
          <p:cNvSpPr>
            <a:spLocks xmlns:a="http://schemas.openxmlformats.org/drawingml/2006/main" noGrp="1"/>
          </p:cNvSpPr>
          <p:nvPr>
            <p:ph type="body" idx="16"/>
          </p:nvPr>
        </p:nvSpPr>
        <p:spPr>
          <a:xfrm xmlns:a="http://schemas.openxmlformats.org/drawingml/2006/main">
            <a:off x="476101" y="5209658"/>
            <a:ext cx="5276113" cy="1051959"/>
          </a:xfrm>
        </p:spPr>
        <p:txBody>
          <a:bodyPr xmlns:a="http://schemas.openxmlformats.org/drawingml/2006/main" anchor="b">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 name="Text Placeholder 3">
            <a:extLst xmlns:a="http://schemas.openxmlformats.org/drawingml/2006/main">
              <a:ext uri="{FF2B5EF4-FFF2-40B4-BE49-F238E27FC236}">
                <a16:creationId xmlns:a16="http://schemas.microsoft.com/office/drawing/2014/main" id="{0D6F4D12-C76D-594A-8366-6BDB7BA91D9E}"/>
              </a:ext>
            </a:extLst>
          </p:cNvPr>
          <p:cNvSpPr>
            <a:spLocks xmlns:a="http://schemas.openxmlformats.org/drawingml/2006/main" noGrp="1"/>
          </p:cNvSpPr>
          <p:nvPr>
            <p:ph type="body" idx="17"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5A7115C3-295D-ED43-9822-703965AFF1AC}"/>
              </a:ext>
            </a:extLst>
          </p:cNvPr>
          <p:cNvSpPr>
            <a:spLocks xmlns:a="http://schemas.openxmlformats.org/drawingml/2006/main" noGrp="1"/>
          </p:cNvSpPr>
          <p:nvPr>
            <p:ph type="body" idx="18"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0.xml><?xml version="1.0" encoding="utf-8"?>
<p:sldLayout xmlns:p="http://schemas.openxmlformats.org/presentationml/2006/main" preserve="1" userDrawn="1">
  <p:cSld name="Content Slide Dark">
    <p:bg>
      <p:bgPr>
        <a:solidFill xmlns:a="http://schemas.openxmlformats.org/drawingml/2006/main">
          <a:schemeClr val="tx1"/>
        </a:solid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2A1D52D9-D095-44D4-943D-327B5CC2CD9C}"/>
              </a:ext>
            </a:extLst>
          </p:cNvPr>
          <p:cNvPicPr>
            <a:picLocks xmlns:a="http://schemas.openxmlformats.org/drawingml/2006/main" noChangeAspect="1"/>
          </p:cNvPicPr>
          <p:nvPr/>
        </p:nvPicPr>
        <p:blipFill>
          <a:blip xmlns:r="http://schemas.openxmlformats.org/officeDocument/2006/relationships" xmlns:a="http://schemas.openxmlformats.org/drawingml/2006/main" r:embed="R565cfdbda1554d31"/>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65468" y="2463800"/>
            <a:ext cx="8529676" cy="2651125"/>
          </a:xfrm>
        </p:spPr>
        <p:txBody>
          <a:bodyPr xmlns:a="http://schemas.openxmlformats.org/drawingml/2006/main">
            <a:normAutofit/>
          </a:bodyPr>
          <a:lstStyle xmlns:a="http://schemas.openxmlformats.org/drawingml/2006/main">
            <a:lvl1pPr marL="0" indent="0">
              <a:lnSpc>
                <a:spcPts val="3000"/>
              </a:lnSpc>
              <a:spcBef>
                <a:spcPts val="0"/>
              </a:spcBef>
              <a:spcAft>
                <a:spcPts val="1400"/>
              </a:spcAft>
              <a:buNone/>
              <a:defRPr sz="2200" b="0" i="0" baseline="0">
                <a:solidFill>
                  <a:schemeClr val="accent3"/>
                </a:solidFill>
                <a:latin typeface="Times New Roman"/>
                <a:ea typeface="Times New Roman"/>
                <a:cs typeface="Times New Roman"/>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1" name="Text Placeholder 3">
            <a:extLst xmlns:a="http://schemas.openxmlformats.org/drawingml/2006/main">
              <a:ext uri="{FF2B5EF4-FFF2-40B4-BE49-F238E27FC236}">
                <a16:creationId xmlns:a16="http://schemas.microsoft.com/office/drawing/2014/main" id="{BF94D049-750D-4443-ABB8-2C3A349AFA4B}"/>
              </a:ext>
            </a:extLst>
          </p:cNvPr>
          <p:cNvSpPr>
            <a:spLocks xmlns:a="http://schemas.openxmlformats.org/drawingml/2006/main" noGrp="1"/>
          </p:cNvSpPr>
          <p:nvPr>
            <p:ph type="body" idx="16"/>
          </p:nvPr>
        </p:nvSpPr>
        <p:spPr>
          <a:xfrm xmlns:a="http://schemas.openxmlformats.org/drawingml/2006/main">
            <a:off x="476101" y="5209658"/>
            <a:ext cx="5276113" cy="1051959"/>
          </a:xfrm>
        </p:spPr>
        <p:txBody>
          <a:bodyPr xmlns:a="http://schemas.openxmlformats.org/drawingml/2006/main" anchor="b">
            <a:normAutofit/>
          </a:bodyPr>
          <a:lstStyle xmlns:a="http://schemas.openxmlformats.org/drawingml/2006/main">
            <a:lvl1pPr marL="0" indent="0">
              <a:lnSpc>
                <a:spcPct val="150000"/>
              </a:lnSpc>
              <a:spcBef>
                <a:spcPts val="0"/>
              </a:spcBef>
              <a:spcAft>
                <a:spcPts val="1000"/>
              </a:spcAft>
              <a:buNone/>
              <a:defRPr sz="1300" baseline="0">
                <a:solidFill>
                  <a:schemeClr val="accent6"/>
                </a:solidFill>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 name="Text Placeholder 3">
            <a:extLst xmlns:a="http://schemas.openxmlformats.org/drawingml/2006/main">
              <a:ext uri="{FF2B5EF4-FFF2-40B4-BE49-F238E27FC236}">
                <a16:creationId xmlns:a16="http://schemas.microsoft.com/office/drawing/2014/main" id="{5721C2F4-C445-134C-AB62-EC44C3AC62A6}"/>
              </a:ext>
            </a:extLst>
          </p:cNvPr>
          <p:cNvSpPr>
            <a:spLocks xmlns:a="http://schemas.openxmlformats.org/drawingml/2006/main" noGrp="1"/>
          </p:cNvSpPr>
          <p:nvPr>
            <p:ph type="body" idx="17"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DB0C0F91-4826-AB48-8200-0AA6EBCF9CAB}"/>
              </a:ext>
            </a:extLst>
          </p:cNvPr>
          <p:cNvSpPr>
            <a:spLocks xmlns:a="http://schemas.openxmlformats.org/drawingml/2006/main" noGrp="1"/>
          </p:cNvSpPr>
          <p:nvPr>
            <p:ph type="body" idx="18"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1.xml><?xml version="1.0" encoding="utf-8"?>
<p:sldLayout xmlns:p="http://schemas.openxmlformats.org/presentationml/2006/main" preserve="1" userDrawn="1">
  <p:cSld name="Content Slide 2">
    <p:bg>
      <p:bgPr>
        <a:solidFill xmlns:a="http://schemas.openxmlformats.org/drawingml/2006/main">
          <a:schemeClr val="accent4"/>
        </a:solidFill>
      </p:bgPr>
    </p:bg>
    <p:spTree>
      <p:nvGrpSpPr>
        <p:cNvPr id="1" name=""/>
        <p:cNvGrpSpPr/>
        <p:nvPr/>
      </p:nvGrpSpPr>
      <p:grpSpPr>
        <a:xfrm xmlns:a="http://schemas.openxmlformats.org/drawingml/2006/main"/>
      </p:grpSpPr>
      <p:pic>
        <p:nvPicPr>
          <p:cNvPr id="13" name="Object 1">
            <a:extLst xmlns:a="http://schemas.openxmlformats.org/drawingml/2006/main">
              <a:ext uri="{FF2B5EF4-FFF2-40B4-BE49-F238E27FC236}">
                <a16:creationId xmlns:a16="http://schemas.microsoft.com/office/drawing/2014/main" id="{3B68A5E3-1E94-4A47-9C88-23EE395123A1}"/>
              </a:ext>
            </a:extLst>
          </p:cNvPr>
          <p:cNvPicPr>
            <a:picLocks xmlns:a="http://schemas.openxmlformats.org/drawingml/2006/main" noChangeAspect="1"/>
          </p:cNvPicPr>
          <p:nvPr/>
        </p:nvPicPr>
        <p:blipFill>
          <a:blip xmlns:r="http://schemas.openxmlformats.org/officeDocument/2006/relationships" xmlns:a="http://schemas.openxmlformats.org/drawingml/2006/main" r:embed="R232dd6f326174cba">
            <a:extLst>
              <a:ext uri="{96DAC541-7B7A-43D3-8B79-37D633B846F1}">
                <asvg:svgBlip xmlns:asvg="http://schemas.microsoft.com/office/drawing/2016/SVG/main" r:embed="R186074d3ad644943"/>
              </a:ext>
            </a:extLst>
          </a:blip>
          <a:srcRect xmlns:a="http://schemas.openxmlformats.org/drawingml/2006/main" l="0" t="0" r="0" b="0"/>
          <a:stretch xmlns:a="http://schemas.openxmlformats.org/drawingml/2006/main"/>
        </p:blipFill>
        <p:spPr>
          <a:xfrm xmlns:a="http://schemas.openxmlformats.org/drawingml/2006/main">
            <a:off x="6096000" y="0"/>
            <a:ext cx="6096000" cy="6858000"/>
          </a:xfrm>
          <a:prstGeom xmlns:a="http://schemas.openxmlformats.org/drawingml/2006/main" prst="rect">
            <a:avLst/>
          </a:prstGeom>
        </p:spPr>
      </p:pic>
      <p:sp>
        <p:nvSpPr>
          <p:cNvPr id="20" name="Title 1">
            <a:extLst xmlns:a="http://schemas.openxmlformats.org/drawingml/2006/main">
              <a:ext uri="{FF2B5EF4-FFF2-40B4-BE49-F238E27FC236}">
                <a16:creationId xmlns:a16="http://schemas.microsoft.com/office/drawing/2014/main" id="{DB3474F2-813F-144E-A5E3-9EFB3D5E770E}"/>
              </a:ext>
            </a:extLst>
          </p:cNvPr>
          <p:cNvSpPr>
            <a:spLocks xmlns:a="http://schemas.openxmlformats.org/drawingml/2006/main" noGrp="1"/>
          </p:cNvSpPr>
          <p:nvPr>
            <p:ph type="title" idx="0" hasCustomPrompt="1"/>
          </p:nvPr>
        </p:nvSpPr>
        <p:spPr>
          <a:xfrm xmlns:a="http://schemas.openxmlformats.org/drawingml/2006/main">
            <a:off x="444202" y="452406"/>
            <a:ext cx="5163202" cy="752449"/>
          </a:xfrm>
        </p:spPr>
        <p:txBody>
          <a:bodyPr xmlns:a="http://schemas.openxmlformats.org/drawingml/2006/main" anchor="t">
            <a:normAutofit/>
          </a:bodyPr>
          <a:lstStyle xmlns:a="http://schemas.openxmlformats.org/drawingml/2006/main">
            <a:lvl1pPr>
              <a:buNone/>
              <a:defRPr sz="1300" b="1"/>
            </a:lvl1pPr>
          </a:lstStyle>
          <a:p xmlns:a="http://schemas.openxmlformats.org/drawingml/2006/main">
            <a:r>
              <a:t>Introduction Title</a:t>
            </a:r>
          </a:p>
        </p:txBody>
      </p:sp>
      <p:sp>
        <p:nvSpPr>
          <p:cNvPr id="21" name="Text Placeholder 3">
            <a:extLst xmlns:a="http://schemas.openxmlformats.org/drawingml/2006/main">
              <a:ext uri="{FF2B5EF4-FFF2-40B4-BE49-F238E27FC236}">
                <a16:creationId xmlns:a16="http://schemas.microsoft.com/office/drawing/2014/main" id="{5F95F123-F83C-D74D-B917-9E9D3B4BA756}"/>
              </a:ext>
            </a:extLst>
          </p:cNvPr>
          <p:cNvSpPr>
            <a:spLocks xmlns:a="http://schemas.openxmlformats.org/drawingml/2006/main" noGrp="1"/>
          </p:cNvSpPr>
          <p:nvPr>
            <p:ph type="body" idx="2"/>
          </p:nvPr>
        </p:nvSpPr>
        <p:spPr>
          <a:xfrm xmlns:a="http://schemas.openxmlformats.org/drawingml/2006/main">
            <a:off x="447244" y="1702014"/>
            <a:ext cx="5163202" cy="4255854"/>
          </a:xfrm>
        </p:spPr>
        <p:txBody>
          <a:bodyPr xmlns:a="http://schemas.openxmlformats.org/drawingml/2006/main">
            <a:normAutofit/>
          </a:bodyPr>
          <a:lstStyle xmlns:a="http://schemas.openxmlformats.org/drawingml/2006/main">
            <a:lvl1pPr marL="0" indent="0">
              <a:lnSpc>
                <a:spcPts val="3000"/>
              </a:lnSpc>
              <a:spcBef>
                <a:spcPts val="0"/>
              </a:spcBef>
              <a:spcAft>
                <a:spcPts val="1500"/>
              </a:spcAft>
              <a:buNone/>
              <a:defRPr sz="2200" baseline="0">
                <a:latin typeface="Times New Roman"/>
                <a:ea typeface="Times New Roman"/>
                <a:cs typeface="Times New Roman"/>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pic>
        <p:nvPicPr>
          <p:cNvPr id="24" name="Picture 23">
            <a:extLst xmlns:a="http://schemas.openxmlformats.org/drawingml/2006/main">
              <a:ext uri="{FF2B5EF4-FFF2-40B4-BE49-F238E27FC236}">
                <a16:creationId xmlns:a16="http://schemas.microsoft.com/office/drawing/2014/main" id="{2A3319B4-17DE-4F3D-A2F8-A85D17C40BE2}"/>
              </a:ext>
            </a:extLst>
          </p:cNvPr>
          <p:cNvPicPr>
            <a:picLocks xmlns:a="http://schemas.openxmlformats.org/drawingml/2006/main" noChangeAspect="1"/>
          </p:cNvPicPr>
          <p:nvPr/>
        </p:nvPicPr>
        <p:blipFill>
          <a:blip xmlns:r="http://schemas.openxmlformats.org/officeDocument/2006/relationships" xmlns:a="http://schemas.openxmlformats.org/drawingml/2006/main" r:embed="R6b2737f19eaa4192"/>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CF927D43-946C-AB43-B96A-8F8625D7ECAF}"/>
              </a:ext>
            </a:extLst>
          </p:cNvPr>
          <p:cNvSpPr>
            <a:spLocks xmlns:a="http://schemas.openxmlformats.org/drawingml/2006/main" noGrp="1"/>
          </p:cNvSpPr>
          <p:nvPr>
            <p:ph type="body" idx="15" hasCustomPrompt="1"/>
          </p:nvPr>
        </p:nvSpPr>
        <p:spPr>
          <a:xfrm xmlns:a="http://schemas.openxmlformats.org/drawingml/2006/main">
            <a:off x="6566312" y="446161"/>
            <a:ext cx="4394634" cy="758694"/>
          </a:xfrm>
        </p:spPr>
        <p:txBody>
          <a:bodyPr xmlns:a="http://schemas.openxmlformats.org/drawingml/2006/main">
            <a:norm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Subtitle</a:t>
            </a:r>
          </a:p>
        </p:txBody>
      </p:sp>
      <p:sp>
        <p:nvSpPr>
          <p:cNvPr id="18" name="Text Placeholder 3">
            <a:extLst xmlns:a="http://schemas.openxmlformats.org/drawingml/2006/main">
              <a:ext uri="{FF2B5EF4-FFF2-40B4-BE49-F238E27FC236}">
                <a16:creationId xmlns:a16="http://schemas.microsoft.com/office/drawing/2014/main" id="{125F86CE-9BC1-6743-9E0C-DD5B6FB8AB49}"/>
              </a:ext>
            </a:extLst>
          </p:cNvPr>
          <p:cNvSpPr>
            <a:spLocks xmlns:a="http://schemas.openxmlformats.org/drawingml/2006/main" noGrp="1"/>
          </p:cNvSpPr>
          <p:nvPr>
            <p:ph type="body" idx="19"/>
          </p:nvPr>
        </p:nvSpPr>
        <p:spPr>
          <a:xfrm xmlns:a="http://schemas.openxmlformats.org/drawingml/2006/main">
            <a:off x="6545850" y="1702014"/>
            <a:ext cx="5140134" cy="4255854"/>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solidFill>
                  <a:schemeClr val="accent5"/>
                </a:solidFill>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lnSpc>
                <a:spcPts val="2000"/>
              </a:lnSpc>
              <a:spcAft>
                <a:spcPts val="1950"/>
              </a:spcAft>
              <a:buNone/>
            </a:pPr>
            <a:r>
              <a:rPr sz="1300">
                <a:latin typeface="Arial"/>
                <a:ea typeface="Arial"/>
                <a:cs typeface="Arial"/>
              </a:rPr>
              <a:t>Click to edit Master text styles</a:t>
            </a:r>
          </a:p>
        </p:txBody>
      </p:sp>
    </p:spTree>
  </p:cSld>
</p:sldLayout>
</file>

<file path=ppt/slideLayouts/slideLayout12.xml><?xml version="1.0" encoding="utf-8"?>
<p:sldLayout xmlns:p="http://schemas.openxmlformats.org/presentationml/2006/main" preserve="1" userDrawn="1">
  <p:cSld name="Content Slide 3">
    <p:bg>
      <p:bgPr>
        <a:solidFill xmlns:a="http://schemas.openxmlformats.org/drawingml/2006/main">
          <a:srgbClr val="F5F3EF"/>
        </a:solid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C47721A2-2410-4445-AB10-3D534C575E92}"/>
              </a:ext>
            </a:extLst>
          </p:cNvPr>
          <p:cNvPicPr>
            <a:picLocks xmlns:a="http://schemas.openxmlformats.org/drawingml/2006/main" noChangeAspect="1"/>
          </p:cNvPicPr>
          <p:nvPr/>
        </p:nvPicPr>
        <p:blipFill>
          <a:blip xmlns:r="http://schemas.openxmlformats.org/officeDocument/2006/relationships" xmlns:a="http://schemas.openxmlformats.org/drawingml/2006/main" r:embed="R40f74dac15134105"/>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44202" y="1308839"/>
            <a:ext cx="6264941" cy="1305221"/>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7" name="Straight Connector 16">
            <a:extLst xmlns:a="http://schemas.openxmlformats.org/drawingml/2006/main">
              <a:ext uri="{FF2B5EF4-FFF2-40B4-BE49-F238E27FC236}">
                <a16:creationId xmlns:a16="http://schemas.microsoft.com/office/drawing/2014/main" id="{6ED06222-E4DF-4865-A4AF-1391651E06C3}"/>
              </a:ext>
            </a:extLst>
          </p:cNvPr>
          <p:cNvSpPr>
            <a:spLocks xmlns:a="http://schemas.openxmlformats.org/drawingml/2006/main" noGrp="1"/>
          </p:cNvSpPr>
          <p:nvPr/>
        </p:nvSpPr>
        <p:spPr>
          <a:xfrm xmlns:a="http://schemas.openxmlformats.org/drawingml/2006/main">
            <a:off x="7993530" y="2652595"/>
            <a:ext cx="0" cy="3701068"/>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9" name="Straight Connector 18">
            <a:extLst xmlns:a="http://schemas.openxmlformats.org/drawingml/2006/main">
              <a:ext uri="{FF2B5EF4-FFF2-40B4-BE49-F238E27FC236}">
                <a16:creationId xmlns:a16="http://schemas.microsoft.com/office/drawing/2014/main" id="{8D62AA82-5726-4EDC-810A-319D1273A3BC}"/>
              </a:ext>
            </a:extLst>
          </p:cNvPr>
          <p:cNvSpPr>
            <a:spLocks xmlns:a="http://schemas.openxmlformats.org/drawingml/2006/main" noGrp="1"/>
          </p:cNvSpPr>
          <p:nvPr/>
        </p:nvSpPr>
        <p:spPr>
          <a:xfrm xmlns:a="http://schemas.openxmlformats.org/drawingml/2006/main">
            <a:off x="4174297" y="2652595"/>
            <a:ext cx="0" cy="3701068"/>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3822820A-DB36-44D3-BD86-FE8B47AB3842}"/>
              </a:ext>
            </a:extLst>
          </p:cNvPr>
          <p:cNvSpPr>
            <a:spLocks xmlns:a="http://schemas.openxmlformats.org/drawingml/2006/main" noGrp="1"/>
          </p:cNvSpPr>
          <p:nvPr/>
        </p:nvSpPr>
        <p:spPr>
          <a:xfrm xmlns:a="http://schemas.openxmlformats.org/drawingml/2006/main" flipH="1">
            <a:off x="0" y="2652595"/>
            <a:ext cx="12192000" cy="0"/>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7" name="Text Placeholder 3">
            <a:extLst xmlns:a="http://schemas.openxmlformats.org/drawingml/2006/main">
              <a:ext uri="{FF2B5EF4-FFF2-40B4-BE49-F238E27FC236}">
                <a16:creationId xmlns:a16="http://schemas.microsoft.com/office/drawing/2014/main" id="{AF57EB42-4981-064D-9CE9-E9DB573814EB}"/>
              </a:ext>
            </a:extLst>
          </p:cNvPr>
          <p:cNvSpPr>
            <a:spLocks xmlns:a="http://schemas.openxmlformats.org/drawingml/2006/main" noGrp="1"/>
          </p:cNvSpPr>
          <p:nvPr>
            <p:ph type="body" idx="19"/>
          </p:nvPr>
        </p:nvSpPr>
        <p:spPr>
          <a:xfrm xmlns:a="http://schemas.openxmlformats.org/drawingml/2006/main">
            <a:off x="8086501" y="2723842"/>
            <a:ext cx="3670724"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8" name="Text Placeholder 3">
            <a:extLst xmlns:a="http://schemas.openxmlformats.org/drawingml/2006/main">
              <a:ext uri="{FF2B5EF4-FFF2-40B4-BE49-F238E27FC236}">
                <a16:creationId xmlns:a16="http://schemas.microsoft.com/office/drawing/2014/main" id="{4924E4CC-F6FD-524A-9FED-C626A85DF7FA}"/>
              </a:ext>
            </a:extLst>
          </p:cNvPr>
          <p:cNvSpPr>
            <a:spLocks xmlns:a="http://schemas.openxmlformats.org/drawingml/2006/main" noGrp="1"/>
          </p:cNvSpPr>
          <p:nvPr>
            <p:ph type="body" idx="20"/>
          </p:nvPr>
        </p:nvSpPr>
        <p:spPr>
          <a:xfrm xmlns:a="http://schemas.openxmlformats.org/drawingml/2006/main">
            <a:off x="8086501" y="3121049"/>
            <a:ext cx="3670718"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9" name="Text Placeholder 3">
            <a:extLst xmlns:a="http://schemas.openxmlformats.org/drawingml/2006/main">
              <a:ext uri="{FF2B5EF4-FFF2-40B4-BE49-F238E27FC236}">
                <a16:creationId xmlns:a16="http://schemas.microsoft.com/office/drawing/2014/main" id="{466B347D-34B5-7142-B26C-56CEAC99DC7D}"/>
              </a:ext>
            </a:extLst>
          </p:cNvPr>
          <p:cNvSpPr>
            <a:spLocks xmlns:a="http://schemas.openxmlformats.org/drawingml/2006/main" noGrp="1"/>
          </p:cNvSpPr>
          <p:nvPr>
            <p:ph type="body" idx="21"/>
          </p:nvPr>
        </p:nvSpPr>
        <p:spPr>
          <a:xfrm xmlns:a="http://schemas.openxmlformats.org/drawingml/2006/main">
            <a:off x="8086501" y="3999752"/>
            <a:ext cx="3670705" cy="2353911"/>
          </a:xfrm>
        </p:spPr>
        <p:txBody>
          <a:bodyPr xmlns:a="http://schemas.openxmlformats.org/drawingml/2006/main">
            <a:normAutofit/>
          </a:bodyPr>
          <a:lstStyle xmlns:a="http://schemas.openxmlformats.org/drawingml/2006/main">
            <a:lvl1pPr marL="171450" indent="-171450">
              <a:lnSpc>
                <a:spcPct val="150000"/>
              </a:lnSpc>
              <a:spcBef>
                <a:spcPts val="0"/>
              </a:spcBef>
              <a:spcAft>
                <a:spcPts val="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4" name="Text Placeholder 3">
            <a:extLst xmlns:a="http://schemas.openxmlformats.org/drawingml/2006/main">
              <a:ext uri="{FF2B5EF4-FFF2-40B4-BE49-F238E27FC236}">
                <a16:creationId xmlns:a16="http://schemas.microsoft.com/office/drawing/2014/main" id="{48838D29-272F-F149-AD8D-3E5D2AD51AF6}"/>
              </a:ext>
            </a:extLst>
          </p:cNvPr>
          <p:cNvSpPr>
            <a:spLocks xmlns:a="http://schemas.openxmlformats.org/drawingml/2006/main" noGrp="1"/>
          </p:cNvSpPr>
          <p:nvPr>
            <p:ph type="body" idx="27"/>
          </p:nvPr>
        </p:nvSpPr>
        <p:spPr>
          <a:xfrm xmlns:a="http://schemas.openxmlformats.org/drawingml/2006/main">
            <a:off x="444202" y="2723842"/>
            <a:ext cx="3670724"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5" name="Text Placeholder 3">
            <a:extLst xmlns:a="http://schemas.openxmlformats.org/drawingml/2006/main">
              <a:ext uri="{FF2B5EF4-FFF2-40B4-BE49-F238E27FC236}">
                <a16:creationId xmlns:a16="http://schemas.microsoft.com/office/drawing/2014/main" id="{4B575BD0-362D-7C47-9EAD-C5F806621E1D}"/>
              </a:ext>
            </a:extLst>
          </p:cNvPr>
          <p:cNvSpPr>
            <a:spLocks xmlns:a="http://schemas.openxmlformats.org/drawingml/2006/main" noGrp="1"/>
          </p:cNvSpPr>
          <p:nvPr>
            <p:ph type="body" idx="28"/>
          </p:nvPr>
        </p:nvSpPr>
        <p:spPr>
          <a:xfrm xmlns:a="http://schemas.openxmlformats.org/drawingml/2006/main">
            <a:off x="444202" y="3121049"/>
            <a:ext cx="3670718"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6" name="Text Placeholder 3">
            <a:extLst xmlns:a="http://schemas.openxmlformats.org/drawingml/2006/main">
              <a:ext uri="{FF2B5EF4-FFF2-40B4-BE49-F238E27FC236}">
                <a16:creationId xmlns:a16="http://schemas.microsoft.com/office/drawing/2014/main" id="{8003DD90-3175-F44F-8D72-458530DE4A62}"/>
              </a:ext>
            </a:extLst>
          </p:cNvPr>
          <p:cNvSpPr>
            <a:spLocks xmlns:a="http://schemas.openxmlformats.org/drawingml/2006/main" noGrp="1"/>
          </p:cNvSpPr>
          <p:nvPr>
            <p:ph type="body" idx="29"/>
          </p:nvPr>
        </p:nvSpPr>
        <p:spPr>
          <a:xfrm xmlns:a="http://schemas.openxmlformats.org/drawingml/2006/main">
            <a:off x="444202" y="3999752"/>
            <a:ext cx="3670705" cy="2353911"/>
          </a:xfrm>
        </p:spPr>
        <p:txBody>
          <a:bodyPr xmlns:a="http://schemas.openxmlformats.org/drawingml/2006/main">
            <a:normAutofit/>
          </a:bodyPr>
          <a:lstStyle xmlns:a="http://schemas.openxmlformats.org/drawingml/2006/main">
            <a:lvl1pPr marL="171450" indent="-171450">
              <a:lnSpc>
                <a:spcPct val="150000"/>
              </a:lnSpc>
              <a:spcBef>
                <a:spcPts val="0"/>
              </a:spcBef>
              <a:spcAft>
                <a:spcPts val="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7" name="Text Placeholder 3">
            <a:extLst xmlns:a="http://schemas.openxmlformats.org/drawingml/2006/main">
              <a:ext uri="{FF2B5EF4-FFF2-40B4-BE49-F238E27FC236}">
                <a16:creationId xmlns:a16="http://schemas.microsoft.com/office/drawing/2014/main" id="{54DF355D-6530-1F46-BC1A-E979ADECFB94}"/>
              </a:ext>
            </a:extLst>
          </p:cNvPr>
          <p:cNvSpPr>
            <a:spLocks xmlns:a="http://schemas.openxmlformats.org/drawingml/2006/main" noGrp="1"/>
          </p:cNvSpPr>
          <p:nvPr>
            <p:ph type="body" idx="30"/>
          </p:nvPr>
        </p:nvSpPr>
        <p:spPr>
          <a:xfrm xmlns:a="http://schemas.openxmlformats.org/drawingml/2006/main">
            <a:off x="4260638" y="2723842"/>
            <a:ext cx="3670724"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8" name="Text Placeholder 3">
            <a:extLst xmlns:a="http://schemas.openxmlformats.org/drawingml/2006/main">
              <a:ext uri="{FF2B5EF4-FFF2-40B4-BE49-F238E27FC236}">
                <a16:creationId xmlns:a16="http://schemas.microsoft.com/office/drawing/2014/main" id="{E478E426-63EF-244C-B829-98E2E21E119B}"/>
              </a:ext>
            </a:extLst>
          </p:cNvPr>
          <p:cNvSpPr>
            <a:spLocks xmlns:a="http://schemas.openxmlformats.org/drawingml/2006/main" noGrp="1"/>
          </p:cNvSpPr>
          <p:nvPr>
            <p:ph type="body" idx="31"/>
          </p:nvPr>
        </p:nvSpPr>
        <p:spPr>
          <a:xfrm xmlns:a="http://schemas.openxmlformats.org/drawingml/2006/main">
            <a:off x="4260638" y="3121049"/>
            <a:ext cx="3670718"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9" name="Text Placeholder 3">
            <a:extLst xmlns:a="http://schemas.openxmlformats.org/drawingml/2006/main">
              <a:ext uri="{FF2B5EF4-FFF2-40B4-BE49-F238E27FC236}">
                <a16:creationId xmlns:a16="http://schemas.microsoft.com/office/drawing/2014/main" id="{F89BDC90-F4BA-5D40-A0EF-BD5586AFF4BE}"/>
              </a:ext>
            </a:extLst>
          </p:cNvPr>
          <p:cNvSpPr>
            <a:spLocks xmlns:a="http://schemas.openxmlformats.org/drawingml/2006/main" noGrp="1"/>
          </p:cNvSpPr>
          <p:nvPr>
            <p:ph type="body" idx="32"/>
          </p:nvPr>
        </p:nvSpPr>
        <p:spPr>
          <a:xfrm xmlns:a="http://schemas.openxmlformats.org/drawingml/2006/main">
            <a:off x="4260638" y="3999752"/>
            <a:ext cx="3670705" cy="2353911"/>
          </a:xfrm>
        </p:spPr>
        <p:txBody>
          <a:bodyPr xmlns:a="http://schemas.openxmlformats.org/drawingml/2006/main">
            <a:normAutofit/>
          </a:bodyPr>
          <a:lstStyle xmlns:a="http://schemas.openxmlformats.org/drawingml/2006/main">
            <a:lvl1pPr marL="171450" indent="-171450">
              <a:lnSpc>
                <a:spcPct val="150000"/>
              </a:lnSpc>
              <a:spcBef>
                <a:spcPts val="0"/>
              </a:spcBef>
              <a:spcAft>
                <a:spcPts val="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1" name="Text Placeholder 3">
            <a:extLst xmlns:a="http://schemas.openxmlformats.org/drawingml/2006/main">
              <a:ext uri="{FF2B5EF4-FFF2-40B4-BE49-F238E27FC236}">
                <a16:creationId xmlns:a16="http://schemas.microsoft.com/office/drawing/2014/main" id="{A8765B4F-24D8-2641-9261-F629332413A3}"/>
              </a:ext>
            </a:extLst>
          </p:cNvPr>
          <p:cNvSpPr>
            <a:spLocks xmlns:a="http://schemas.openxmlformats.org/drawingml/2006/main" noGrp="1"/>
          </p:cNvSpPr>
          <p:nvPr>
            <p:ph type="body" idx="14"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22" name="Text Placeholder 3">
            <a:extLst xmlns:a="http://schemas.openxmlformats.org/drawingml/2006/main">
              <a:ext uri="{FF2B5EF4-FFF2-40B4-BE49-F238E27FC236}">
                <a16:creationId xmlns:a16="http://schemas.microsoft.com/office/drawing/2014/main" id="{94CD120F-A27D-2143-88BD-66FC0DCC6426}"/>
              </a:ext>
            </a:extLst>
          </p:cNvPr>
          <p:cNvSpPr>
            <a:spLocks xmlns:a="http://schemas.openxmlformats.org/drawingml/2006/main" noGrp="1"/>
          </p:cNvSpPr>
          <p:nvPr>
            <p:ph type="body" idx="15"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3.xml><?xml version="1.0" encoding="utf-8"?>
<p:sldLayout xmlns:p="http://schemas.openxmlformats.org/presentationml/2006/main" preserve="1" userDrawn="1">
  <p:cSld name="Content Slide 4">
    <p:bg>
      <p:bgPr>
        <a:solidFill xmlns:a="http://schemas.openxmlformats.org/drawingml/2006/main">
          <a:schemeClr val="accent4"/>
        </a:solid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BBD7E63A-CF90-4CCC-BFAD-C02D0F94D8C6}"/>
              </a:ext>
            </a:extLst>
          </p:cNvPr>
          <p:cNvPicPr>
            <a:picLocks xmlns:a="http://schemas.openxmlformats.org/drawingml/2006/main" noChangeAspect="1"/>
          </p:cNvPicPr>
          <p:nvPr/>
        </p:nvPicPr>
        <p:blipFill>
          <a:blip xmlns:r="http://schemas.openxmlformats.org/officeDocument/2006/relationships" xmlns:a="http://schemas.openxmlformats.org/drawingml/2006/main" r:embed="R0943ed9af0474e87"/>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44202" y="1308839"/>
            <a:ext cx="6264941" cy="1305221"/>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5" name="Text Placeholder 3">
            <a:extLst xmlns:a="http://schemas.openxmlformats.org/drawingml/2006/main">
              <a:ext uri="{FF2B5EF4-FFF2-40B4-BE49-F238E27FC236}">
                <a16:creationId xmlns:a16="http://schemas.microsoft.com/office/drawing/2014/main" id="{158DDCAA-666B-BB40-B3E0-9F6817656A50}"/>
              </a:ext>
            </a:extLst>
          </p:cNvPr>
          <p:cNvSpPr>
            <a:spLocks xmlns:a="http://schemas.openxmlformats.org/drawingml/2006/main" noGrp="1"/>
          </p:cNvSpPr>
          <p:nvPr>
            <p:ph type="body" idx="13"/>
          </p:nvPr>
        </p:nvSpPr>
        <p:spPr>
          <a:xfrm xmlns:a="http://schemas.openxmlformats.org/drawingml/2006/main">
            <a:off x="425654" y="2723842"/>
            <a:ext cx="2755489"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7" name="Straight Connector 16">
            <a:extLst xmlns:a="http://schemas.openxmlformats.org/drawingml/2006/main">
              <a:ext uri="{FF2B5EF4-FFF2-40B4-BE49-F238E27FC236}">
                <a16:creationId xmlns:a16="http://schemas.microsoft.com/office/drawing/2014/main" id="{D13C551A-5503-4CD3-B2A3-32A972BFF59A}"/>
              </a:ext>
            </a:extLst>
          </p:cNvPr>
          <p:cNvSpPr>
            <a:spLocks xmlns:a="http://schemas.openxmlformats.org/drawingml/2006/main" noGrp="1"/>
          </p:cNvSpPr>
          <p:nvPr/>
        </p:nvSpPr>
        <p:spPr>
          <a:xfrm xmlns:a="http://schemas.openxmlformats.org/drawingml/2006/main">
            <a:off x="6106160" y="2652595"/>
            <a:ext cx="0" cy="3703754"/>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12EE9E97-1D8A-4F43-9313-68DD6190A4F3}"/>
              </a:ext>
            </a:extLst>
          </p:cNvPr>
          <p:cNvSpPr>
            <a:spLocks xmlns:a="http://schemas.openxmlformats.org/drawingml/2006/main" noGrp="1"/>
          </p:cNvSpPr>
          <p:nvPr/>
        </p:nvSpPr>
        <p:spPr>
          <a:xfrm xmlns:a="http://schemas.openxmlformats.org/drawingml/2006/main">
            <a:off x="8971280" y="2652595"/>
            <a:ext cx="0" cy="3703754"/>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9" name="Straight Connector 18">
            <a:extLst xmlns:a="http://schemas.openxmlformats.org/drawingml/2006/main">
              <a:ext uri="{FF2B5EF4-FFF2-40B4-BE49-F238E27FC236}">
                <a16:creationId xmlns:a16="http://schemas.microsoft.com/office/drawing/2014/main" id="{32C4ED3D-254E-439D-98BF-CA4C064686E3}"/>
              </a:ext>
            </a:extLst>
          </p:cNvPr>
          <p:cNvSpPr>
            <a:spLocks xmlns:a="http://schemas.openxmlformats.org/drawingml/2006/main" noGrp="1"/>
          </p:cNvSpPr>
          <p:nvPr/>
        </p:nvSpPr>
        <p:spPr>
          <a:xfrm xmlns:a="http://schemas.openxmlformats.org/drawingml/2006/main">
            <a:off x="3241040" y="2652595"/>
            <a:ext cx="0" cy="3703754"/>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38138FAA-3A00-4099-B7DA-C983081B449F}"/>
              </a:ext>
            </a:extLst>
          </p:cNvPr>
          <p:cNvSpPr>
            <a:spLocks xmlns:a="http://schemas.openxmlformats.org/drawingml/2006/main" noGrp="1"/>
          </p:cNvSpPr>
          <p:nvPr/>
        </p:nvSpPr>
        <p:spPr>
          <a:xfrm xmlns:a="http://schemas.openxmlformats.org/drawingml/2006/main" flipH="1">
            <a:off x="0" y="2652595"/>
            <a:ext cx="12192000" cy="0"/>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1" name="Text Placeholder 3">
            <a:extLst xmlns:a="http://schemas.openxmlformats.org/drawingml/2006/main">
              <a:ext uri="{FF2B5EF4-FFF2-40B4-BE49-F238E27FC236}">
                <a16:creationId xmlns:a16="http://schemas.microsoft.com/office/drawing/2014/main" id="{9B08375B-C3F2-524E-910B-D9C21C18B5C6}"/>
              </a:ext>
            </a:extLst>
          </p:cNvPr>
          <p:cNvSpPr>
            <a:spLocks xmlns:a="http://schemas.openxmlformats.org/drawingml/2006/main" noGrp="1"/>
          </p:cNvSpPr>
          <p:nvPr>
            <p:ph type="body" idx="14"/>
          </p:nvPr>
        </p:nvSpPr>
        <p:spPr>
          <a:xfrm xmlns:a="http://schemas.openxmlformats.org/drawingml/2006/main">
            <a:off x="425654" y="3121049"/>
            <a:ext cx="2755487"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2" name="Text Placeholder 3">
            <a:extLst xmlns:a="http://schemas.openxmlformats.org/drawingml/2006/main">
              <a:ext uri="{FF2B5EF4-FFF2-40B4-BE49-F238E27FC236}">
                <a16:creationId xmlns:a16="http://schemas.microsoft.com/office/drawing/2014/main" id="{BF44CBEE-7235-1C4B-A2D6-7A398A0159FF}"/>
              </a:ext>
            </a:extLst>
          </p:cNvPr>
          <p:cNvSpPr>
            <a:spLocks xmlns:a="http://schemas.openxmlformats.org/drawingml/2006/main" noGrp="1"/>
          </p:cNvSpPr>
          <p:nvPr>
            <p:ph type="body" idx="15"/>
          </p:nvPr>
        </p:nvSpPr>
        <p:spPr>
          <a:xfrm xmlns:a="http://schemas.openxmlformats.org/drawingml/2006/main">
            <a:off x="425655" y="3999753"/>
            <a:ext cx="2765652" cy="2356598"/>
          </a:xfrm>
        </p:spPr>
        <p:txBody>
          <a:bodyPr xmlns:a="http://schemas.openxmlformats.org/drawingml/2006/main">
            <a:normAutofit/>
          </a:bodyPr>
          <a:lstStyle xmlns:a="http://schemas.openxmlformats.org/drawingml/2006/main">
            <a:lvl1pPr marL="171450" indent="-171450">
              <a:lnSpc>
                <a:spcPct val="150000"/>
              </a:lnSpc>
              <a:spcBef>
                <a:spcPts val="0"/>
              </a:spcBef>
              <a:spcAft>
                <a:spcPts val="100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4" name="Text Placeholder 3">
            <a:extLst xmlns:a="http://schemas.openxmlformats.org/drawingml/2006/main">
              <a:ext uri="{FF2B5EF4-FFF2-40B4-BE49-F238E27FC236}">
                <a16:creationId xmlns:a16="http://schemas.microsoft.com/office/drawing/2014/main" id="{83CCFE16-FD6F-9E4A-BE05-F4B5A69432EC}"/>
              </a:ext>
            </a:extLst>
          </p:cNvPr>
          <p:cNvSpPr>
            <a:spLocks xmlns:a="http://schemas.openxmlformats.org/drawingml/2006/main" noGrp="1"/>
          </p:cNvSpPr>
          <p:nvPr>
            <p:ph type="body" idx="16"/>
          </p:nvPr>
        </p:nvSpPr>
        <p:spPr>
          <a:xfrm xmlns:a="http://schemas.openxmlformats.org/drawingml/2006/main">
            <a:off x="3317709" y="2723842"/>
            <a:ext cx="2755489"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5" name="Text Placeholder 3">
            <a:extLst xmlns:a="http://schemas.openxmlformats.org/drawingml/2006/main">
              <a:ext uri="{FF2B5EF4-FFF2-40B4-BE49-F238E27FC236}">
                <a16:creationId xmlns:a16="http://schemas.microsoft.com/office/drawing/2014/main" id="{D93C09BD-8DFF-E148-BDEB-C6CC79B3C224}"/>
              </a:ext>
            </a:extLst>
          </p:cNvPr>
          <p:cNvSpPr>
            <a:spLocks xmlns:a="http://schemas.openxmlformats.org/drawingml/2006/main" noGrp="1"/>
          </p:cNvSpPr>
          <p:nvPr>
            <p:ph type="body" idx="17"/>
          </p:nvPr>
        </p:nvSpPr>
        <p:spPr>
          <a:xfrm xmlns:a="http://schemas.openxmlformats.org/drawingml/2006/main">
            <a:off x="3317709" y="3121049"/>
            <a:ext cx="2755487"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6" name="Text Placeholder 3">
            <a:extLst xmlns:a="http://schemas.openxmlformats.org/drawingml/2006/main">
              <a:ext uri="{FF2B5EF4-FFF2-40B4-BE49-F238E27FC236}">
                <a16:creationId xmlns:a16="http://schemas.microsoft.com/office/drawing/2014/main" id="{783DDF49-EF8F-2C4C-8580-0A5DD0BEDF83}"/>
              </a:ext>
            </a:extLst>
          </p:cNvPr>
          <p:cNvSpPr>
            <a:spLocks xmlns:a="http://schemas.openxmlformats.org/drawingml/2006/main" noGrp="1"/>
          </p:cNvSpPr>
          <p:nvPr>
            <p:ph type="body" idx="18"/>
          </p:nvPr>
        </p:nvSpPr>
        <p:spPr>
          <a:xfrm xmlns:a="http://schemas.openxmlformats.org/drawingml/2006/main">
            <a:off x="3317710" y="3999753"/>
            <a:ext cx="2765652" cy="2356596"/>
          </a:xfrm>
        </p:spPr>
        <p:txBody>
          <a:bodyPr xmlns:a="http://schemas.openxmlformats.org/drawingml/2006/main">
            <a:normAutofit/>
          </a:bodyPr>
          <a:lstStyle xmlns:a="http://schemas.openxmlformats.org/drawingml/2006/main">
            <a:lvl1pPr marL="171450" indent="-171450">
              <a:lnSpc>
                <a:spcPct val="150000"/>
              </a:lnSpc>
              <a:spcBef>
                <a:spcPts val="0"/>
              </a:spcBef>
              <a:spcAft>
                <a:spcPts val="100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7" name="Text Placeholder 3">
            <a:extLst xmlns:a="http://schemas.openxmlformats.org/drawingml/2006/main">
              <a:ext uri="{FF2B5EF4-FFF2-40B4-BE49-F238E27FC236}">
                <a16:creationId xmlns:a16="http://schemas.microsoft.com/office/drawing/2014/main" id="{AF57EB42-4981-064D-9CE9-E9DB573814EB}"/>
              </a:ext>
            </a:extLst>
          </p:cNvPr>
          <p:cNvSpPr>
            <a:spLocks xmlns:a="http://schemas.openxmlformats.org/drawingml/2006/main" noGrp="1"/>
          </p:cNvSpPr>
          <p:nvPr>
            <p:ph type="body" idx="19"/>
          </p:nvPr>
        </p:nvSpPr>
        <p:spPr>
          <a:xfrm xmlns:a="http://schemas.openxmlformats.org/drawingml/2006/main">
            <a:off x="6199131" y="2723842"/>
            <a:ext cx="2755489"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8" name="Text Placeholder 3">
            <a:extLst xmlns:a="http://schemas.openxmlformats.org/drawingml/2006/main">
              <a:ext uri="{FF2B5EF4-FFF2-40B4-BE49-F238E27FC236}">
                <a16:creationId xmlns:a16="http://schemas.microsoft.com/office/drawing/2014/main" id="{4924E4CC-F6FD-524A-9FED-C626A85DF7FA}"/>
              </a:ext>
            </a:extLst>
          </p:cNvPr>
          <p:cNvSpPr>
            <a:spLocks xmlns:a="http://schemas.openxmlformats.org/drawingml/2006/main" noGrp="1"/>
          </p:cNvSpPr>
          <p:nvPr>
            <p:ph type="body" idx="20"/>
          </p:nvPr>
        </p:nvSpPr>
        <p:spPr>
          <a:xfrm xmlns:a="http://schemas.openxmlformats.org/drawingml/2006/main">
            <a:off x="6199131" y="3121049"/>
            <a:ext cx="2755487"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9" name="Text Placeholder 3">
            <a:extLst xmlns:a="http://schemas.openxmlformats.org/drawingml/2006/main">
              <a:ext uri="{FF2B5EF4-FFF2-40B4-BE49-F238E27FC236}">
                <a16:creationId xmlns:a16="http://schemas.microsoft.com/office/drawing/2014/main" id="{466B347D-34B5-7142-B26C-56CEAC99DC7D}"/>
              </a:ext>
            </a:extLst>
          </p:cNvPr>
          <p:cNvSpPr>
            <a:spLocks xmlns:a="http://schemas.openxmlformats.org/drawingml/2006/main" noGrp="1"/>
          </p:cNvSpPr>
          <p:nvPr>
            <p:ph type="body" idx="21"/>
          </p:nvPr>
        </p:nvSpPr>
        <p:spPr>
          <a:xfrm xmlns:a="http://schemas.openxmlformats.org/drawingml/2006/main">
            <a:off x="6199132" y="3999753"/>
            <a:ext cx="2765652" cy="2356596"/>
          </a:xfrm>
        </p:spPr>
        <p:txBody>
          <a:bodyPr xmlns:a="http://schemas.openxmlformats.org/drawingml/2006/main">
            <a:normAutofit/>
          </a:bodyPr>
          <a:lstStyle xmlns:a="http://schemas.openxmlformats.org/drawingml/2006/main">
            <a:lvl1pPr marL="171450" indent="-171450">
              <a:lnSpc>
                <a:spcPct val="150000"/>
              </a:lnSpc>
              <a:spcBef>
                <a:spcPts val="0"/>
              </a:spcBef>
              <a:spcAft>
                <a:spcPts val="100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0" name="Text Placeholder 3">
            <a:extLst xmlns:a="http://schemas.openxmlformats.org/drawingml/2006/main">
              <a:ext uri="{FF2B5EF4-FFF2-40B4-BE49-F238E27FC236}">
                <a16:creationId xmlns:a16="http://schemas.microsoft.com/office/drawing/2014/main" id="{A6703E58-9291-EE40-8DCB-A241470F951D}"/>
              </a:ext>
            </a:extLst>
          </p:cNvPr>
          <p:cNvSpPr>
            <a:spLocks xmlns:a="http://schemas.openxmlformats.org/drawingml/2006/main" noGrp="1"/>
          </p:cNvSpPr>
          <p:nvPr>
            <p:ph type="body" idx="22"/>
          </p:nvPr>
        </p:nvSpPr>
        <p:spPr>
          <a:xfrm xmlns:a="http://schemas.openxmlformats.org/drawingml/2006/main">
            <a:off x="9091189" y="2723842"/>
            <a:ext cx="2755489"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1" name="Text Placeholder 3">
            <a:extLst xmlns:a="http://schemas.openxmlformats.org/drawingml/2006/main">
              <a:ext uri="{FF2B5EF4-FFF2-40B4-BE49-F238E27FC236}">
                <a16:creationId xmlns:a16="http://schemas.microsoft.com/office/drawing/2014/main" id="{CD451DD1-615B-AE43-9B8E-1BB26CDED94B}"/>
              </a:ext>
            </a:extLst>
          </p:cNvPr>
          <p:cNvSpPr>
            <a:spLocks xmlns:a="http://schemas.openxmlformats.org/drawingml/2006/main" noGrp="1"/>
          </p:cNvSpPr>
          <p:nvPr>
            <p:ph type="body" idx="23"/>
          </p:nvPr>
        </p:nvSpPr>
        <p:spPr>
          <a:xfrm xmlns:a="http://schemas.openxmlformats.org/drawingml/2006/main">
            <a:off x="9091189" y="3121049"/>
            <a:ext cx="2755487"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2" name="Text Placeholder 3">
            <a:extLst xmlns:a="http://schemas.openxmlformats.org/drawingml/2006/main">
              <a:ext uri="{FF2B5EF4-FFF2-40B4-BE49-F238E27FC236}">
                <a16:creationId xmlns:a16="http://schemas.microsoft.com/office/drawing/2014/main" id="{B5571B90-D179-B34F-95F4-C185A51AB586}"/>
              </a:ext>
            </a:extLst>
          </p:cNvPr>
          <p:cNvSpPr>
            <a:spLocks xmlns:a="http://schemas.openxmlformats.org/drawingml/2006/main" noGrp="1"/>
          </p:cNvSpPr>
          <p:nvPr>
            <p:ph type="body" idx="24"/>
          </p:nvPr>
        </p:nvSpPr>
        <p:spPr>
          <a:xfrm xmlns:a="http://schemas.openxmlformats.org/drawingml/2006/main">
            <a:off x="9091190" y="3999753"/>
            <a:ext cx="2765652" cy="2356596"/>
          </a:xfrm>
        </p:spPr>
        <p:txBody>
          <a:bodyPr xmlns:a="http://schemas.openxmlformats.org/drawingml/2006/main">
            <a:normAutofit/>
          </a:bodyPr>
          <a:lstStyle xmlns:a="http://schemas.openxmlformats.org/drawingml/2006/main">
            <a:lvl1pPr marL="171450" indent="-171450">
              <a:lnSpc>
                <a:spcPct val="150000"/>
              </a:lnSpc>
              <a:spcBef>
                <a:spcPts val="0"/>
              </a:spcBef>
              <a:spcAft>
                <a:spcPts val="100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4" name="Text Placeholder 3">
            <a:extLst xmlns:a="http://schemas.openxmlformats.org/drawingml/2006/main">
              <a:ext uri="{FF2B5EF4-FFF2-40B4-BE49-F238E27FC236}">
                <a16:creationId xmlns:a16="http://schemas.microsoft.com/office/drawing/2014/main" id="{7FCF8479-82B0-0840-9B2D-AC5FD4ACD354}"/>
              </a:ext>
            </a:extLst>
          </p:cNvPr>
          <p:cNvSpPr>
            <a:spLocks xmlns:a="http://schemas.openxmlformats.org/drawingml/2006/main" noGrp="1"/>
          </p:cNvSpPr>
          <p:nvPr>
            <p:ph type="body" idx="25"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35" name="Text Placeholder 3">
            <a:extLst xmlns:a="http://schemas.openxmlformats.org/drawingml/2006/main">
              <a:ext uri="{FF2B5EF4-FFF2-40B4-BE49-F238E27FC236}">
                <a16:creationId xmlns:a16="http://schemas.microsoft.com/office/drawing/2014/main" id="{37032ABB-7447-304B-BC64-9369BF7A9356}"/>
              </a:ext>
            </a:extLst>
          </p:cNvPr>
          <p:cNvSpPr>
            <a:spLocks xmlns:a="http://schemas.openxmlformats.org/drawingml/2006/main" noGrp="1"/>
          </p:cNvSpPr>
          <p:nvPr>
            <p:ph type="body" idx="26"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4.xml><?xml version="1.0" encoding="utf-8"?>
<p:sldLayout xmlns:p="http://schemas.openxmlformats.org/presentationml/2006/main" preserve="1" userDrawn="1">
  <p:cSld name="Content Slide_with Image">
    <p:bg>
      <p:bgPr>
        <a:solidFill xmlns:a="http://schemas.openxmlformats.org/drawingml/2006/main">
          <a:schemeClr val="accent4"/>
        </a:solidFill>
      </p:bgPr>
    </p:bg>
    <p:spTree>
      <p:nvGrpSpPr>
        <p:cNvPr id="1" name=""/>
        <p:cNvGrpSpPr/>
        <p:nvPr/>
      </p:nvGrpSpPr>
      <p:grpSpPr>
        <a:xfrm xmlns:a="http://schemas.openxmlformats.org/drawingml/2006/main"/>
      </p:grpSpPr>
      <p:sp>
        <p:nvSpPr>
          <p:cNvPr id="14" name="Text Placeholder 3">
            <a:extLst xmlns:a="http://schemas.openxmlformats.org/drawingml/2006/main">
              <a:ext uri="{FF2B5EF4-FFF2-40B4-BE49-F238E27FC236}">
                <a16:creationId xmlns:a16="http://schemas.microsoft.com/office/drawing/2014/main" id="{43DBC3CC-6FE7-A44B-BF70-8A106D9EA57A}"/>
              </a:ext>
            </a:extLst>
          </p:cNvPr>
          <p:cNvSpPr>
            <a:spLocks xmlns:a="http://schemas.openxmlformats.org/drawingml/2006/main" noGrp="1"/>
          </p:cNvSpPr>
          <p:nvPr>
            <p:ph type="body" idx="14"/>
          </p:nvPr>
        </p:nvSpPr>
        <p:spPr>
          <a:xfrm xmlns:a="http://schemas.openxmlformats.org/drawingml/2006/main">
            <a:off x="444203" y="2125027"/>
            <a:ext cx="5099050" cy="4135260"/>
          </a:xfrm>
        </p:spPr>
        <p:txBody>
          <a:bodyPr xmlns:a="http://schemas.openxmlformats.org/drawingml/2006/main" anchor="b">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pic>
        <p:nvPicPr>
          <p:cNvPr id="15" name="Picture 14">
            <a:extLst xmlns:a="http://schemas.openxmlformats.org/drawingml/2006/main">
              <a:ext uri="{FF2B5EF4-FFF2-40B4-BE49-F238E27FC236}">
                <a16:creationId xmlns:a16="http://schemas.microsoft.com/office/drawing/2014/main" id="{5E293126-D539-4B3D-97B7-6AB15EAFFD3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10ac8e01efa4904"/>
          <a:srcRect xmlns:a="http://schemas.openxmlformats.org/drawingml/2006/main" l="17520" t="6646" r="29386" b="1660"/>
          <a:stretch xmlns:a="http://schemas.openxmlformats.org/drawingml/2006/main"/>
        </p:blipFill>
        <p:spPr>
          <a:xfrm xmlns:a="http://schemas.openxmlformats.org/drawingml/2006/main">
            <a:off x="6095999" y="0"/>
            <a:ext cx="6096001" cy="6858000"/>
          </a:xfrm>
          <a:prstGeom xmlns:a="http://schemas.openxmlformats.org/drawingml/2006/main" prst="rect">
            <a:avLst/>
          </a:prstGeom>
        </p:spPr>
      </p:pic>
      <p:sp>
        <p:nvSpPr>
          <p:cNvPr id="13" name="Text Placeholder 3">
            <a:extLst xmlns:a="http://schemas.openxmlformats.org/drawingml/2006/main">
              <a:ext uri="{FF2B5EF4-FFF2-40B4-BE49-F238E27FC236}">
                <a16:creationId xmlns:a16="http://schemas.microsoft.com/office/drawing/2014/main" id="{9961E201-BA38-4447-A0C1-6213D4ABE431}"/>
              </a:ext>
            </a:extLst>
          </p:cNvPr>
          <p:cNvSpPr>
            <a:spLocks xmlns:a="http://schemas.openxmlformats.org/drawingml/2006/main" noGrp="1"/>
          </p:cNvSpPr>
          <p:nvPr>
            <p:ph type="body" idx="15" hasCustomPrompt="1"/>
          </p:nvPr>
        </p:nvSpPr>
        <p:spPr>
          <a:xfrm xmlns:a="http://schemas.openxmlformats.org/drawingml/2006/main">
            <a:off x="476102" y="241683"/>
            <a:ext cx="5333028"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6" name="Text Placeholder 3">
            <a:extLst xmlns:a="http://schemas.openxmlformats.org/drawingml/2006/main">
              <a:ext uri="{FF2B5EF4-FFF2-40B4-BE49-F238E27FC236}">
                <a16:creationId xmlns:a16="http://schemas.microsoft.com/office/drawing/2014/main" id="{7B363821-E1AE-0E4B-AB14-075EE424E572}"/>
              </a:ext>
            </a:extLst>
          </p:cNvPr>
          <p:cNvSpPr>
            <a:spLocks xmlns:a="http://schemas.openxmlformats.org/drawingml/2006/main" noGrp="1"/>
          </p:cNvSpPr>
          <p:nvPr>
            <p:ph type="body" idx="16" hasCustomPrompt="1"/>
          </p:nvPr>
        </p:nvSpPr>
        <p:spPr>
          <a:xfrm xmlns:a="http://schemas.openxmlformats.org/drawingml/2006/main">
            <a:off x="476100" y="698668"/>
            <a:ext cx="533302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5.xml><?xml version="1.0" encoding="utf-8"?>
<p:sldLayout xmlns:p="http://schemas.openxmlformats.org/presentationml/2006/main" preserve="1" userDrawn="1">
  <p:cSld name="Content Slide_place image">
    <p:bg>
      <p:bgPr>
        <a:solidFill xmlns:a="http://schemas.openxmlformats.org/drawingml/2006/main">
          <a:schemeClr val="accent4"/>
        </a:solidFill>
      </p:bgPr>
    </p:bg>
    <p:spTree>
      <p:nvGrpSpPr>
        <p:cNvPr id="1" name=""/>
        <p:cNvGrpSpPr/>
        <p:nvPr/>
      </p:nvGrpSpPr>
      <p:grpSpPr>
        <a:xfrm xmlns:a="http://schemas.openxmlformats.org/drawingml/2006/main"/>
      </p:grpSpPr>
      <p:sp>
        <p:nvSpPr>
          <p:cNvPr id="8" name="Picture Placeholder 2">
            <a:extLst xmlns:a="http://schemas.openxmlformats.org/drawingml/2006/main">
              <a:ext uri="{FF2B5EF4-FFF2-40B4-BE49-F238E27FC236}">
                <a16:creationId xmlns:a16="http://schemas.microsoft.com/office/drawing/2014/main" id="{D1E4FA67-482D-F249-9F64-D3A7846B76E0}"/>
              </a:ext>
            </a:extLst>
          </p:cNvPr>
          <p:cNvSpPr>
            <a:spLocks xmlns:a="http://schemas.openxmlformats.org/drawingml/2006/main" noGrp="1"/>
          </p:cNvSpPr>
          <p:nvPr>
            <p:ph type="pic" idx="15"/>
          </p:nvPr>
        </p:nvSpPr>
        <p:spPr>
          <a:xfrm xmlns:a="http://schemas.openxmlformats.org/drawingml/2006/main">
            <a:off x="6121820" y="0"/>
            <a:ext cx="6070180" cy="6858000"/>
          </a:xfrm>
        </p:spPr>
        <p:txBody>
          <a:bodyPr xmlns:a="http://schemas.openxmlformats.org/drawingml/2006/main" anchor="t">
            <a:normAutofit/>
          </a:bodyPr>
          <a:lstStyle xmlns:a="http://schemas.openxmlformats.org/drawingml/2006/main">
            <a:lvl1pPr marL="0" indent="0" algn="ctr">
              <a:buNone/>
              <a:defRPr sz="20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
        <p:nvSpPr>
          <p:cNvPr id="14" name="Text Placeholder 3">
            <a:extLst xmlns:a="http://schemas.openxmlformats.org/drawingml/2006/main">
              <a:ext uri="{FF2B5EF4-FFF2-40B4-BE49-F238E27FC236}">
                <a16:creationId xmlns:a16="http://schemas.microsoft.com/office/drawing/2014/main" id="{43DBC3CC-6FE7-A44B-BF70-8A106D9EA57A}"/>
              </a:ext>
            </a:extLst>
          </p:cNvPr>
          <p:cNvSpPr>
            <a:spLocks xmlns:a="http://schemas.openxmlformats.org/drawingml/2006/main" noGrp="1"/>
          </p:cNvSpPr>
          <p:nvPr>
            <p:ph type="body" idx="14"/>
          </p:nvPr>
        </p:nvSpPr>
        <p:spPr>
          <a:xfrm xmlns:a="http://schemas.openxmlformats.org/drawingml/2006/main">
            <a:off x="444203" y="2125027"/>
            <a:ext cx="5099050" cy="4135260"/>
          </a:xfrm>
        </p:spPr>
        <p:txBody>
          <a:bodyPr xmlns:a="http://schemas.openxmlformats.org/drawingml/2006/main" anchor="b">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5" name="Text Placeholder 3">
            <a:extLst xmlns:a="http://schemas.openxmlformats.org/drawingml/2006/main">
              <a:ext uri="{FF2B5EF4-FFF2-40B4-BE49-F238E27FC236}">
                <a16:creationId xmlns:a16="http://schemas.microsoft.com/office/drawing/2014/main" id="{F9F9F3A5-801B-434A-86BB-2BEE7C86970F}"/>
              </a:ext>
            </a:extLst>
          </p:cNvPr>
          <p:cNvSpPr>
            <a:spLocks xmlns:a="http://schemas.openxmlformats.org/drawingml/2006/main" noGrp="1"/>
          </p:cNvSpPr>
          <p:nvPr>
            <p:ph type="body" idx="18" hasCustomPrompt="1"/>
          </p:nvPr>
        </p:nvSpPr>
        <p:spPr>
          <a:xfrm xmlns:a="http://schemas.openxmlformats.org/drawingml/2006/main">
            <a:off x="476101" y="241683"/>
            <a:ext cx="5386817"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6" name="Text Placeholder 3">
            <a:extLst xmlns:a="http://schemas.openxmlformats.org/drawingml/2006/main">
              <a:ext uri="{FF2B5EF4-FFF2-40B4-BE49-F238E27FC236}">
                <a16:creationId xmlns:a16="http://schemas.microsoft.com/office/drawing/2014/main" id="{A8A2491D-CED1-3E4A-83F9-0AEC1BF664CD}"/>
              </a:ext>
            </a:extLst>
          </p:cNvPr>
          <p:cNvSpPr>
            <a:spLocks xmlns:a="http://schemas.openxmlformats.org/drawingml/2006/main" noGrp="1"/>
          </p:cNvSpPr>
          <p:nvPr>
            <p:ph type="body" idx="19" hasCustomPrompt="1"/>
          </p:nvPr>
        </p:nvSpPr>
        <p:spPr>
          <a:xfrm xmlns:a="http://schemas.openxmlformats.org/drawingml/2006/main">
            <a:off x="476101" y="698668"/>
            <a:ext cx="5386818"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6.xml><?xml version="1.0" encoding="utf-8"?>
<p:sldLayout xmlns:p="http://schemas.openxmlformats.org/presentationml/2006/main" preserve="1" userDrawn="1">
  <p:cSld name="Content Slide Dark_with list">
    <p:bg>
      <p:bgPr>
        <a:solidFill xmlns:a="http://schemas.openxmlformats.org/drawingml/2006/main">
          <a:schemeClr val="tx1"/>
        </a:solid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2C3D41DB-4F97-4986-B8D2-02D6A574262B}"/>
              </a:ext>
            </a:extLst>
          </p:cNvPr>
          <p:cNvSpPr>
            <a:spLocks xmlns:a="http://schemas.openxmlformats.org/drawingml/2006/main" noGrp="1"/>
          </p:cNvSpPr>
          <p:nvPr>
            <p:ph type="subTitle" idx="1" hasCustomPrompt="1"/>
          </p:nvPr>
        </p:nvSpPr>
        <p:spPr>
          <a:xfrm xmlns:a="http://schemas.openxmlformats.org/drawingml/2006/main">
            <a:off x="508000" y="2283090"/>
            <a:ext cx="9852104" cy="3181151"/>
          </a:xfrm>
        </p:spPr>
        <p:txBody>
          <a:bodyPr xmlns:a="http://schemas.openxmlformats.org/drawingml/2006/main">
            <a:normAutofit/>
          </a:bodyPr>
          <a:lstStyle xmlns:a="http://schemas.openxmlformats.org/drawingml/2006/main">
            <a:lvl1pPr marL="342900" marR="0" indent="-342900" algn="l" defTabSz="457200">
              <a:lnSpc>
                <a:spcPct val="150000"/>
              </a:lnSpc>
              <a:spcBef>
                <a:spcPts val="0"/>
              </a:spcBef>
              <a:spcAft>
                <a:spcPts val="0"/>
              </a:spcAft>
              <a:buClr>
                <a:srgbClr val="D2B16D"/>
              </a:buClr>
              <a:buSzPct val="70000"/>
              <a:buFont typeface="Arial"/>
              <a:buChar char="•"/>
              <a:defRPr sz="2000" kern="1200">
                <a:solidFill>
                  <a:srgbClr val="E0D5C0"/>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p:txBody>
      </p:sp>
      <p:pic>
        <p:nvPicPr>
          <p:cNvPr id="20" name="Picture 19">
            <a:extLst xmlns:a="http://schemas.openxmlformats.org/drawingml/2006/main">
              <a:ext uri="{FF2B5EF4-FFF2-40B4-BE49-F238E27FC236}">
                <a16:creationId xmlns:a16="http://schemas.microsoft.com/office/drawing/2014/main" id="{70524FB4-561B-4678-B5AC-64ED08671F5F}"/>
              </a:ext>
            </a:extLst>
          </p:cNvPr>
          <p:cNvPicPr>
            <a:picLocks xmlns:a="http://schemas.openxmlformats.org/drawingml/2006/main" noChangeAspect="1"/>
          </p:cNvPicPr>
          <p:nvPr/>
        </p:nvPicPr>
        <p:blipFill>
          <a:blip xmlns:r="http://schemas.openxmlformats.org/officeDocument/2006/relationships" xmlns:a="http://schemas.openxmlformats.org/drawingml/2006/main" r:embed="Raf1b84814aaf491f"/>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4" name="Text Placeholder 3">
            <a:extLst xmlns:a="http://schemas.openxmlformats.org/drawingml/2006/main">
              <a:ext uri="{FF2B5EF4-FFF2-40B4-BE49-F238E27FC236}">
                <a16:creationId xmlns:a16="http://schemas.microsoft.com/office/drawing/2014/main" id="{B7E7661C-8F47-A84E-B097-83D2887BAAE5}"/>
              </a:ext>
            </a:extLst>
          </p:cNvPr>
          <p:cNvSpPr>
            <a:spLocks xmlns:a="http://schemas.openxmlformats.org/drawingml/2006/main" noGrp="1"/>
          </p:cNvSpPr>
          <p:nvPr>
            <p:ph type="body" idx="17"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C9E33F36-CB6A-3845-B322-222BD9B1F419}"/>
              </a:ext>
            </a:extLst>
          </p:cNvPr>
          <p:cNvSpPr>
            <a:spLocks xmlns:a="http://schemas.openxmlformats.org/drawingml/2006/main" noGrp="1"/>
          </p:cNvSpPr>
          <p:nvPr>
            <p:ph type="body" idx="18"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7.xml><?xml version="1.0" encoding="utf-8"?>
<p:sldLayout xmlns:p="http://schemas.openxmlformats.org/presentationml/2006/main" preserve="1" userDrawn="1">
  <p:cSld name="Content Slide Dark 2">
    <p:bg>
      <p:bgPr>
        <a:solidFill xmlns:a="http://schemas.openxmlformats.org/drawingml/2006/main">
          <a:schemeClr val="tx1"/>
        </a:solid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C222354B-97CA-4B91-923D-9AD883281446}"/>
              </a:ext>
            </a:extLst>
          </p:cNvPr>
          <p:cNvSpPr>
            <a:spLocks xmlns:a="http://schemas.openxmlformats.org/drawingml/2006/main" noGrp="1"/>
          </p:cNvSpPr>
          <p:nvPr>
            <p:ph type="subTitle" idx="1" hasCustomPrompt="1"/>
          </p:nvPr>
        </p:nvSpPr>
        <p:spPr>
          <a:xfrm xmlns:a="http://schemas.openxmlformats.org/drawingml/2006/main">
            <a:off x="508000" y="2283090"/>
            <a:ext cx="9852104" cy="3181151"/>
          </a:xfrm>
        </p:spPr>
        <p:txBody>
          <a:bodyPr xmlns:a="http://schemas.openxmlformats.org/drawingml/2006/main">
            <a:normAutofit/>
          </a:bodyPr>
          <a:lstStyle xmlns:a="http://schemas.openxmlformats.org/drawingml/2006/main">
            <a:lvl1pPr marL="0" marR="0" indent="0" algn="l" defTabSz="457200">
              <a:lnSpc>
                <a:spcPct val="150000"/>
              </a:lnSpc>
              <a:spcBef>
                <a:spcPts val="0"/>
              </a:spcBef>
              <a:spcAft>
                <a:spcPts val="0"/>
              </a:spcAft>
              <a:buClr>
                <a:srgbClr val="D2B16D"/>
              </a:buClr>
              <a:buSzPct val="70000"/>
              <a:buFont typeface="Arial"/>
              <a:buNone/>
              <a:defRPr sz="2000" kern="1200">
                <a:solidFill>
                  <a:srgbClr val="E0D5C0"/>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p:txBody>
      </p:sp>
      <p:pic>
        <p:nvPicPr>
          <p:cNvPr id="20" name="Picture 19">
            <a:extLst xmlns:a="http://schemas.openxmlformats.org/drawingml/2006/main">
              <a:ext uri="{FF2B5EF4-FFF2-40B4-BE49-F238E27FC236}">
                <a16:creationId xmlns:a16="http://schemas.microsoft.com/office/drawing/2014/main" id="{886ECCD8-D668-4E29-B0DD-3A400150292E}"/>
              </a:ext>
            </a:extLst>
          </p:cNvPr>
          <p:cNvPicPr>
            <a:picLocks xmlns:a="http://schemas.openxmlformats.org/drawingml/2006/main" noChangeAspect="1"/>
          </p:cNvPicPr>
          <p:nvPr/>
        </p:nvPicPr>
        <p:blipFill>
          <a:blip xmlns:r="http://schemas.openxmlformats.org/officeDocument/2006/relationships" xmlns:a="http://schemas.openxmlformats.org/drawingml/2006/main" r:embed="R24a99f50b1d343c2"/>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4" name="Text Placeholder 3">
            <a:extLst xmlns:a="http://schemas.openxmlformats.org/drawingml/2006/main">
              <a:ext uri="{FF2B5EF4-FFF2-40B4-BE49-F238E27FC236}">
                <a16:creationId xmlns:a16="http://schemas.microsoft.com/office/drawing/2014/main" id="{679ACECD-DD2A-B64F-8E1E-426B640A054C}"/>
              </a:ext>
            </a:extLst>
          </p:cNvPr>
          <p:cNvSpPr>
            <a:spLocks xmlns:a="http://schemas.openxmlformats.org/drawingml/2006/main" noGrp="1"/>
          </p:cNvSpPr>
          <p:nvPr>
            <p:ph type="body" idx="17"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38619EC4-76DA-1644-8D14-0A5DD8E7E339}"/>
              </a:ext>
            </a:extLst>
          </p:cNvPr>
          <p:cNvSpPr>
            <a:spLocks xmlns:a="http://schemas.openxmlformats.org/drawingml/2006/main" noGrp="1"/>
          </p:cNvSpPr>
          <p:nvPr>
            <p:ph type="body" idx="18"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8.xml><?xml version="1.0" encoding="utf-8"?>
<p:sldLayout xmlns:p="http://schemas.openxmlformats.org/presentationml/2006/main" preserve="1" userDrawn="1">
  <p:cSld name="Content Slide Light_with list">
    <p:bg>
      <p:bgPr>
        <a:solidFill xmlns:a="http://schemas.openxmlformats.org/drawingml/2006/main">
          <a:srgbClr val="F5F3EF"/>
        </a:solidFill>
      </p:bgPr>
    </p:bg>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44906938-1202-4D96-9F2F-11182FE8D840}"/>
              </a:ext>
            </a:extLst>
          </p:cNvPr>
          <p:cNvPicPr>
            <a:picLocks xmlns:a="http://schemas.openxmlformats.org/drawingml/2006/main" noChangeAspect="1"/>
          </p:cNvPicPr>
          <p:nvPr/>
        </p:nvPicPr>
        <p:blipFill>
          <a:blip xmlns:r="http://schemas.openxmlformats.org/officeDocument/2006/relationships" xmlns:a="http://schemas.openxmlformats.org/drawingml/2006/main" r:embed="R7be3086e154e4bd7"/>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3" name="Subtitle 2">
            <a:extLst xmlns:a="http://schemas.openxmlformats.org/drawingml/2006/main">
              <a:ext uri="{FF2B5EF4-FFF2-40B4-BE49-F238E27FC236}">
                <a16:creationId xmlns:a16="http://schemas.microsoft.com/office/drawing/2014/main" id="{B9925059-DA62-0741-A886-A75ABAED9C3E}"/>
              </a:ext>
            </a:extLst>
          </p:cNvPr>
          <p:cNvSpPr>
            <a:spLocks xmlns:a="http://schemas.openxmlformats.org/drawingml/2006/main" noGrp="1"/>
          </p:cNvSpPr>
          <p:nvPr>
            <p:ph type="subTitle" idx="1" hasCustomPrompt="1"/>
          </p:nvPr>
        </p:nvSpPr>
        <p:spPr>
          <a:xfrm xmlns:a="http://schemas.openxmlformats.org/drawingml/2006/main">
            <a:off x="508000" y="2283090"/>
            <a:ext cx="9852104" cy="3181151"/>
          </a:xfrm>
        </p:spPr>
        <p:txBody>
          <a:bodyPr xmlns:a="http://schemas.openxmlformats.org/drawingml/2006/main">
            <a:normAutofit/>
          </a:bodyPr>
          <a:lstStyle xmlns:a="http://schemas.openxmlformats.org/drawingml/2006/main">
            <a:lvl1pPr marL="342900" marR="0" indent="-342900" algn="l" defTabSz="457200">
              <a:lnSpc>
                <a:spcPct val="150000"/>
              </a:lnSpc>
              <a:spcBef>
                <a:spcPts val="0"/>
              </a:spcBef>
              <a:spcAft>
                <a:spcPts val="0"/>
              </a:spcAft>
              <a:buClr>
                <a:srgbClr val="D2B16D"/>
              </a:buClr>
              <a:buSzPct val="70000"/>
              <a:buFont typeface="Arial"/>
              <a:buChar char="•"/>
              <a:defRPr sz="2000" kern="1200">
                <a:solidFill>
                  <a:schemeClr val="tx1"/>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p:txBody>
      </p:sp>
      <p:sp>
        <p:nvSpPr>
          <p:cNvPr id="14" name="Text Placeholder 3">
            <a:extLst xmlns:a="http://schemas.openxmlformats.org/drawingml/2006/main">
              <a:ext uri="{FF2B5EF4-FFF2-40B4-BE49-F238E27FC236}">
                <a16:creationId xmlns:a16="http://schemas.microsoft.com/office/drawing/2014/main" id="{1764541A-60A7-0341-A51E-F5FF355F6C52}"/>
              </a:ext>
            </a:extLst>
          </p:cNvPr>
          <p:cNvSpPr>
            <a:spLocks xmlns:a="http://schemas.openxmlformats.org/drawingml/2006/main" noGrp="1"/>
          </p:cNvSpPr>
          <p:nvPr>
            <p:ph type="body" idx="14"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3BDE9E37-ED42-4A4B-B60D-A82312F735AA}"/>
              </a:ext>
            </a:extLst>
          </p:cNvPr>
          <p:cNvSpPr>
            <a:spLocks xmlns:a="http://schemas.openxmlformats.org/drawingml/2006/main" noGrp="1"/>
          </p:cNvSpPr>
          <p:nvPr>
            <p:ph type="body" idx="15"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9.xml><?xml version="1.0" encoding="utf-8"?>
<p:sldLayout xmlns:p="http://schemas.openxmlformats.org/presentationml/2006/main" preserve="1" userDrawn="1">
  <p:cSld name="Content Slide Light 2">
    <p:bg>
      <p:bgRef idx="1001">
        <a:schemeClr xmlns:a="http://schemas.openxmlformats.org/drawingml/2006/main" val="bg1"/>
      </p:bgRef>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211F9382-58C2-4492-8B8F-41A8050C0D22}"/>
              </a:ext>
            </a:extLst>
          </p:cNvPr>
          <p:cNvSpPr>
            <a:spLocks xmlns:a="http://schemas.openxmlformats.org/drawingml/2006/main" noGrp="1"/>
          </p:cNvSpPr>
          <p:nvPr>
            <p:ph type="subTitle" idx="1" hasCustomPrompt="1"/>
          </p:nvPr>
        </p:nvSpPr>
        <p:spPr>
          <a:xfrm xmlns:a="http://schemas.openxmlformats.org/drawingml/2006/main">
            <a:off x="508000" y="2283090"/>
            <a:ext cx="9852104" cy="3181151"/>
          </a:xfrm>
        </p:spPr>
        <p:txBody>
          <a:bodyPr xmlns:a="http://schemas.openxmlformats.org/drawingml/2006/main">
            <a:normAutofit/>
          </a:bodyPr>
          <a:lstStyle xmlns:a="http://schemas.openxmlformats.org/drawingml/2006/main">
            <a:lvl1pPr marL="0" marR="0" indent="0" algn="l" defTabSz="457200">
              <a:lnSpc>
                <a:spcPct val="150000"/>
              </a:lnSpc>
              <a:spcBef>
                <a:spcPts val="0"/>
              </a:spcBef>
              <a:spcAft>
                <a:spcPts val="0"/>
              </a:spcAft>
              <a:buClr>
                <a:srgbClr val="D2B16D"/>
              </a:buClr>
              <a:buSzPct val="70000"/>
              <a:buFont typeface="Arial"/>
              <a:buNone/>
              <a:defRPr sz="2000" kern="1200">
                <a:solidFill>
                  <a:schemeClr val="tx1"/>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p:txBody>
      </p:sp>
      <p:pic>
        <p:nvPicPr>
          <p:cNvPr id="20" name="Picture 19">
            <a:extLst xmlns:a="http://schemas.openxmlformats.org/drawingml/2006/main">
              <a:ext uri="{FF2B5EF4-FFF2-40B4-BE49-F238E27FC236}">
                <a16:creationId xmlns:a16="http://schemas.microsoft.com/office/drawing/2014/main" id="{5238B871-B105-434D-8CCF-2519B89D25AB}"/>
              </a:ext>
            </a:extLst>
          </p:cNvPr>
          <p:cNvPicPr>
            <a:picLocks xmlns:a="http://schemas.openxmlformats.org/drawingml/2006/main" noChangeAspect="1"/>
          </p:cNvPicPr>
          <p:nvPr/>
        </p:nvPicPr>
        <p:blipFill>
          <a:blip xmlns:r="http://schemas.openxmlformats.org/officeDocument/2006/relationships" xmlns:a="http://schemas.openxmlformats.org/drawingml/2006/main" r:embed="Rffb3f2990ba54f86"/>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3" name="Text Placeholder 3">
            <a:extLst xmlns:a="http://schemas.openxmlformats.org/drawingml/2006/main">
              <a:ext uri="{FF2B5EF4-FFF2-40B4-BE49-F238E27FC236}">
                <a16:creationId xmlns:a16="http://schemas.microsoft.com/office/drawing/2014/main" id="{8C62FF63-C28D-7F40-BAA1-AE019F364092}"/>
              </a:ext>
            </a:extLst>
          </p:cNvPr>
          <p:cNvSpPr>
            <a:spLocks xmlns:a="http://schemas.openxmlformats.org/drawingml/2006/main" noGrp="1"/>
          </p:cNvSpPr>
          <p:nvPr>
            <p:ph type="body" idx="14"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4" name="Text Placeholder 3">
            <a:extLst xmlns:a="http://schemas.openxmlformats.org/drawingml/2006/main">
              <a:ext uri="{FF2B5EF4-FFF2-40B4-BE49-F238E27FC236}">
                <a16:creationId xmlns:a16="http://schemas.microsoft.com/office/drawing/2014/main" id="{586D736A-D0E9-D04E-BD47-9408BA105104}"/>
              </a:ext>
            </a:extLst>
          </p:cNvPr>
          <p:cNvSpPr>
            <a:spLocks xmlns:a="http://schemas.openxmlformats.org/drawingml/2006/main" noGrp="1"/>
          </p:cNvSpPr>
          <p:nvPr>
            <p:ph type="body" idx="15"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20.xml><?xml version="1.0" encoding="utf-8"?>
<p:sldLayout xmlns:p="http://schemas.openxmlformats.org/presentationml/2006/main" preserve="1" userDrawn="1">
  <p:cSld name="Grid">
    <p:bg>
      <p:bgRef idx="1001">
        <a:schemeClr xmlns:a="http://schemas.openxmlformats.org/drawingml/2006/main" val="bg1"/>
      </p:bgRef>
    </p:bg>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8A5EB8C9-DCAF-45E4-A11E-2AE4EF5B5222}"/>
              </a:ext>
            </a:extLst>
          </p:cNvPr>
          <p:cNvPicPr>
            <a:picLocks xmlns:a="http://schemas.openxmlformats.org/drawingml/2006/main" noChangeAspect="1"/>
          </p:cNvPicPr>
          <p:nvPr/>
        </p:nvPicPr>
        <p:blipFill>
          <a:blip xmlns:r="http://schemas.openxmlformats.org/officeDocument/2006/relationships" xmlns:a="http://schemas.openxmlformats.org/drawingml/2006/main" r:embed="R5ff1965967734d89"/>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8" name="Straight Connector 7">
            <a:extLst xmlns:a="http://schemas.openxmlformats.org/drawingml/2006/main">
              <a:ext uri="{FF2B5EF4-FFF2-40B4-BE49-F238E27FC236}">
                <a16:creationId xmlns:a16="http://schemas.microsoft.com/office/drawing/2014/main" id="{ECD28540-FA8C-4010-84C1-91D19A6264DF}"/>
              </a:ext>
            </a:extLst>
          </p:cNvPr>
          <p:cNvSpPr>
            <a:spLocks xmlns:a="http://schemas.openxmlformats.org/drawingml/2006/main" noGrp="1"/>
          </p:cNvSpPr>
          <p:nvPr/>
        </p:nvSpPr>
        <p:spPr>
          <a:xfrm xmlns:a="http://schemas.openxmlformats.org/drawingml/2006/main">
            <a:off x="0" y="1030494"/>
            <a:ext cx="12251473" cy="32"/>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9" name="Straight Connector 8">
            <a:extLst xmlns:a="http://schemas.openxmlformats.org/drawingml/2006/main">
              <a:ext uri="{FF2B5EF4-FFF2-40B4-BE49-F238E27FC236}">
                <a16:creationId xmlns:a16="http://schemas.microsoft.com/office/drawing/2014/main" id="{937E981F-08F0-43C2-B3BD-D0B51EC5A378}"/>
              </a:ext>
            </a:extLst>
          </p:cNvPr>
          <p:cNvSpPr>
            <a:spLocks xmlns:a="http://schemas.openxmlformats.org/drawingml/2006/main" noGrp="1"/>
          </p:cNvSpPr>
          <p:nvPr/>
        </p:nvSpPr>
        <p:spPr>
          <a:xfrm xmlns:a="http://schemas.openxmlformats.org/drawingml/2006/main">
            <a:off x="0" y="2697284"/>
            <a:ext cx="12251473"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0" name="Straight Connector 9">
            <a:extLst xmlns:a="http://schemas.openxmlformats.org/drawingml/2006/main">
              <a:ext uri="{FF2B5EF4-FFF2-40B4-BE49-F238E27FC236}">
                <a16:creationId xmlns:a16="http://schemas.microsoft.com/office/drawing/2014/main" id="{437F7585-C59F-4020-ACE7-F165CF155398}"/>
              </a:ext>
            </a:extLst>
          </p:cNvPr>
          <p:cNvSpPr>
            <a:spLocks xmlns:a="http://schemas.openxmlformats.org/drawingml/2006/main" noGrp="1"/>
          </p:cNvSpPr>
          <p:nvPr/>
        </p:nvSpPr>
        <p:spPr>
          <a:xfrm xmlns:a="http://schemas.openxmlformats.org/drawingml/2006/main">
            <a:off x="0" y="4243145"/>
            <a:ext cx="12192000"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9FFADB87-1B66-416A-AA15-B2F2BEF05695}"/>
              </a:ext>
            </a:extLst>
          </p:cNvPr>
          <p:cNvSpPr>
            <a:spLocks xmlns:a="http://schemas.openxmlformats.org/drawingml/2006/main" noGrp="1"/>
          </p:cNvSpPr>
          <p:nvPr/>
        </p:nvSpPr>
        <p:spPr>
          <a:xfrm xmlns:a="http://schemas.openxmlformats.org/drawingml/2006/main">
            <a:off x="0" y="5845140"/>
            <a:ext cx="12251473"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3" name="Straight Connector 12">
            <a:extLst xmlns:a="http://schemas.openxmlformats.org/drawingml/2006/main">
              <a:ext uri="{FF2B5EF4-FFF2-40B4-BE49-F238E27FC236}">
                <a16:creationId xmlns:a16="http://schemas.microsoft.com/office/drawing/2014/main" id="{9F39C5D3-812D-4637-9B9F-DAA9EE9E6202}"/>
              </a:ext>
            </a:extLst>
          </p:cNvPr>
          <p:cNvSpPr>
            <a:spLocks xmlns:a="http://schemas.openxmlformats.org/drawingml/2006/main" noGrp="1"/>
          </p:cNvSpPr>
          <p:nvPr/>
        </p:nvSpPr>
        <p:spPr>
          <a:xfrm xmlns:a="http://schemas.openxmlformats.org/drawingml/2006/main">
            <a:off x="8868936"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Straight Connector 13">
            <a:extLst xmlns:a="http://schemas.openxmlformats.org/drawingml/2006/main">
              <a:ext uri="{FF2B5EF4-FFF2-40B4-BE49-F238E27FC236}">
                <a16:creationId xmlns:a16="http://schemas.microsoft.com/office/drawing/2014/main" id="{42B97BC8-E9B2-4468-8EB1-6FD298B66008}"/>
              </a:ext>
            </a:extLst>
          </p:cNvPr>
          <p:cNvSpPr>
            <a:spLocks xmlns:a="http://schemas.openxmlformats.org/drawingml/2006/main" noGrp="1"/>
          </p:cNvSpPr>
          <p:nvPr/>
        </p:nvSpPr>
        <p:spPr>
          <a:xfrm xmlns:a="http://schemas.openxmlformats.org/drawingml/2006/main">
            <a:off x="6140604"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5" name="Straight Connector 14">
            <a:extLst xmlns:a="http://schemas.openxmlformats.org/drawingml/2006/main">
              <a:ext uri="{FF2B5EF4-FFF2-40B4-BE49-F238E27FC236}">
                <a16:creationId xmlns:a16="http://schemas.microsoft.com/office/drawing/2014/main" id="{C5B6FB77-41CC-4495-85E1-469F742EB0EF}"/>
              </a:ext>
            </a:extLst>
          </p:cNvPr>
          <p:cNvSpPr>
            <a:spLocks xmlns:a="http://schemas.openxmlformats.org/drawingml/2006/main" noGrp="1"/>
          </p:cNvSpPr>
          <p:nvPr/>
        </p:nvSpPr>
        <p:spPr>
          <a:xfrm xmlns:a="http://schemas.openxmlformats.org/drawingml/2006/main">
            <a:off x="3352800"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6" name="Straight Connector 15">
            <a:extLst xmlns:a="http://schemas.openxmlformats.org/drawingml/2006/main">
              <a:ext uri="{FF2B5EF4-FFF2-40B4-BE49-F238E27FC236}">
                <a16:creationId xmlns:a16="http://schemas.microsoft.com/office/drawing/2014/main" id="{D4DA12A1-D416-42A1-85B2-AF0FC084F03B}"/>
              </a:ext>
            </a:extLst>
          </p:cNvPr>
          <p:cNvSpPr>
            <a:spLocks xmlns:a="http://schemas.openxmlformats.org/drawingml/2006/main" noGrp="1"/>
          </p:cNvSpPr>
          <p:nvPr/>
        </p:nvSpPr>
        <p:spPr>
          <a:xfrm xmlns:a="http://schemas.openxmlformats.org/drawingml/2006/main">
            <a:off x="624468"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7" name="Straight Connector 16">
            <a:extLst xmlns:a="http://schemas.openxmlformats.org/drawingml/2006/main">
              <a:ext uri="{FF2B5EF4-FFF2-40B4-BE49-F238E27FC236}">
                <a16:creationId xmlns:a16="http://schemas.microsoft.com/office/drawing/2014/main" id="{C9FDB448-29D9-4424-A0DC-8FEB1F15FFFB}"/>
              </a:ext>
            </a:extLst>
          </p:cNvPr>
          <p:cNvSpPr>
            <a:spLocks xmlns:a="http://schemas.openxmlformats.org/drawingml/2006/main" noGrp="1"/>
          </p:cNvSpPr>
          <p:nvPr/>
        </p:nvSpPr>
        <p:spPr>
          <a:xfrm xmlns:a="http://schemas.openxmlformats.org/drawingml/2006/main">
            <a:off x="11567532"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3" name="Text Placeholder 2">
            <a:extLst xmlns:a="http://schemas.openxmlformats.org/drawingml/2006/main">
              <a:ext uri="{FF2B5EF4-FFF2-40B4-BE49-F238E27FC236}">
                <a16:creationId xmlns:a16="http://schemas.microsoft.com/office/drawing/2014/main" id="{2D1F7955-5E89-D74C-9EF1-CE55C691D135}"/>
              </a:ext>
            </a:extLst>
          </p:cNvPr>
          <p:cNvSpPr>
            <a:spLocks xmlns:a="http://schemas.openxmlformats.org/drawingml/2006/main" noGrp="1"/>
          </p:cNvSpPr>
          <p:nvPr>
            <p:ph type="body" idx="13" hasCustomPrompt="1"/>
          </p:nvPr>
        </p:nvSpPr>
        <p:spPr>
          <a:xfrm xmlns:a="http://schemas.openxmlformats.org/drawingml/2006/main">
            <a:off x="928243" y="1893134"/>
            <a:ext cx="2272154"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4" name="Text Placeholder 2">
            <a:extLst xmlns:a="http://schemas.openxmlformats.org/drawingml/2006/main">
              <a:ext uri="{FF2B5EF4-FFF2-40B4-BE49-F238E27FC236}">
                <a16:creationId xmlns:a16="http://schemas.microsoft.com/office/drawing/2014/main" id="{586102F4-C2D7-4949-BBD7-069B15E2BE03}"/>
              </a:ext>
            </a:extLst>
          </p:cNvPr>
          <p:cNvSpPr>
            <a:spLocks xmlns:a="http://schemas.openxmlformats.org/drawingml/2006/main" noGrp="1"/>
          </p:cNvSpPr>
          <p:nvPr>
            <p:ph type="body" idx="14" hasCustomPrompt="1"/>
          </p:nvPr>
        </p:nvSpPr>
        <p:spPr>
          <a:xfrm xmlns:a="http://schemas.openxmlformats.org/drawingml/2006/main">
            <a:off x="3711239" y="1902234"/>
            <a:ext cx="2276961"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5" name="Text Placeholder 2">
            <a:extLst xmlns:a="http://schemas.openxmlformats.org/drawingml/2006/main">
              <a:ext uri="{FF2B5EF4-FFF2-40B4-BE49-F238E27FC236}">
                <a16:creationId xmlns:a16="http://schemas.microsoft.com/office/drawing/2014/main" id="{0EFD0E42-6CF3-3B45-8418-50EFC964397D}"/>
              </a:ext>
            </a:extLst>
          </p:cNvPr>
          <p:cNvSpPr>
            <a:spLocks xmlns:a="http://schemas.openxmlformats.org/drawingml/2006/main" noGrp="1"/>
          </p:cNvSpPr>
          <p:nvPr>
            <p:ph type="body" idx="15" hasCustomPrompt="1"/>
          </p:nvPr>
        </p:nvSpPr>
        <p:spPr>
          <a:xfrm xmlns:a="http://schemas.openxmlformats.org/drawingml/2006/main">
            <a:off x="6442660" y="1890542"/>
            <a:ext cx="2273870"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6" name="Text Placeholder 2">
            <a:extLst xmlns:a="http://schemas.openxmlformats.org/drawingml/2006/main">
              <a:ext uri="{FF2B5EF4-FFF2-40B4-BE49-F238E27FC236}">
                <a16:creationId xmlns:a16="http://schemas.microsoft.com/office/drawing/2014/main" id="{E3411B4C-A7FB-C84C-A916-88C5CFEDAED2}"/>
              </a:ext>
            </a:extLst>
          </p:cNvPr>
          <p:cNvSpPr>
            <a:spLocks xmlns:a="http://schemas.openxmlformats.org/drawingml/2006/main" noGrp="1"/>
          </p:cNvSpPr>
          <p:nvPr>
            <p:ph type="body" idx="16" hasCustomPrompt="1"/>
          </p:nvPr>
        </p:nvSpPr>
        <p:spPr>
          <a:xfrm xmlns:a="http://schemas.openxmlformats.org/drawingml/2006/main">
            <a:off x="3711239" y="3498093"/>
            <a:ext cx="2276958"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7" name="Text Placeholder 2">
            <a:extLst xmlns:a="http://schemas.openxmlformats.org/drawingml/2006/main">
              <a:ext uri="{FF2B5EF4-FFF2-40B4-BE49-F238E27FC236}">
                <a16:creationId xmlns:a16="http://schemas.microsoft.com/office/drawing/2014/main" id="{A7D50877-D419-A647-A938-AC0D343DB4DD}"/>
              </a:ext>
            </a:extLst>
          </p:cNvPr>
          <p:cNvSpPr>
            <a:spLocks xmlns:a="http://schemas.openxmlformats.org/drawingml/2006/main" noGrp="1"/>
          </p:cNvSpPr>
          <p:nvPr>
            <p:ph type="body" idx="17" hasCustomPrompt="1"/>
          </p:nvPr>
        </p:nvSpPr>
        <p:spPr>
          <a:xfrm xmlns:a="http://schemas.openxmlformats.org/drawingml/2006/main">
            <a:off x="3706007" y="5027896"/>
            <a:ext cx="2282190"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8" name="Text Placeholder 2">
            <a:extLst xmlns:a="http://schemas.openxmlformats.org/drawingml/2006/main">
              <a:ext uri="{FF2B5EF4-FFF2-40B4-BE49-F238E27FC236}">
                <a16:creationId xmlns:a16="http://schemas.microsoft.com/office/drawing/2014/main" id="{C749A1C5-832F-3641-9E2E-346ED2ADA143}"/>
              </a:ext>
            </a:extLst>
          </p:cNvPr>
          <p:cNvSpPr>
            <a:spLocks xmlns:a="http://schemas.openxmlformats.org/drawingml/2006/main" noGrp="1"/>
          </p:cNvSpPr>
          <p:nvPr>
            <p:ph type="body" idx="18" hasCustomPrompt="1"/>
          </p:nvPr>
        </p:nvSpPr>
        <p:spPr>
          <a:xfrm xmlns:a="http://schemas.openxmlformats.org/drawingml/2006/main">
            <a:off x="6442660" y="3499339"/>
            <a:ext cx="2273868"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9" name="Text Placeholder 2">
            <a:extLst xmlns:a="http://schemas.openxmlformats.org/drawingml/2006/main">
              <a:ext uri="{FF2B5EF4-FFF2-40B4-BE49-F238E27FC236}">
                <a16:creationId xmlns:a16="http://schemas.microsoft.com/office/drawing/2014/main" id="{363CAA6B-5FB2-BE46-98FE-5279349B8F4E}"/>
              </a:ext>
            </a:extLst>
          </p:cNvPr>
          <p:cNvSpPr>
            <a:spLocks xmlns:a="http://schemas.openxmlformats.org/drawingml/2006/main" noGrp="1"/>
          </p:cNvSpPr>
          <p:nvPr>
            <p:ph type="body" idx="19" hasCustomPrompt="1"/>
          </p:nvPr>
        </p:nvSpPr>
        <p:spPr>
          <a:xfrm xmlns:a="http://schemas.openxmlformats.org/drawingml/2006/main">
            <a:off x="9141914" y="1890541"/>
            <a:ext cx="2273210"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0" name="Text Placeholder 2">
            <a:extLst xmlns:a="http://schemas.openxmlformats.org/drawingml/2006/main">
              <a:ext uri="{FF2B5EF4-FFF2-40B4-BE49-F238E27FC236}">
                <a16:creationId xmlns:a16="http://schemas.microsoft.com/office/drawing/2014/main" id="{2F950F76-DB7E-EB40-8326-ED06CCFE62E3}"/>
              </a:ext>
            </a:extLst>
          </p:cNvPr>
          <p:cNvSpPr>
            <a:spLocks xmlns:a="http://schemas.openxmlformats.org/drawingml/2006/main" noGrp="1"/>
          </p:cNvSpPr>
          <p:nvPr>
            <p:ph type="body" idx="20" hasCustomPrompt="1"/>
          </p:nvPr>
        </p:nvSpPr>
        <p:spPr>
          <a:xfrm xmlns:a="http://schemas.openxmlformats.org/drawingml/2006/main">
            <a:off x="928242" y="3493305"/>
            <a:ext cx="2272154"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1" name="Text Placeholder 2">
            <a:extLst xmlns:a="http://schemas.openxmlformats.org/drawingml/2006/main">
              <a:ext uri="{FF2B5EF4-FFF2-40B4-BE49-F238E27FC236}">
                <a16:creationId xmlns:a16="http://schemas.microsoft.com/office/drawing/2014/main" id="{D4229E0C-62C8-3644-BA3B-504280DC795E}"/>
              </a:ext>
            </a:extLst>
          </p:cNvPr>
          <p:cNvSpPr>
            <a:spLocks xmlns:a="http://schemas.openxmlformats.org/drawingml/2006/main" noGrp="1"/>
          </p:cNvSpPr>
          <p:nvPr>
            <p:ph type="body" idx="21" hasCustomPrompt="1"/>
          </p:nvPr>
        </p:nvSpPr>
        <p:spPr>
          <a:xfrm xmlns:a="http://schemas.openxmlformats.org/drawingml/2006/main">
            <a:off x="926323" y="5027895"/>
            <a:ext cx="2274071"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2" name="Text Placeholder 2">
            <a:extLst xmlns:a="http://schemas.openxmlformats.org/drawingml/2006/main">
              <a:ext uri="{FF2B5EF4-FFF2-40B4-BE49-F238E27FC236}">
                <a16:creationId xmlns:a16="http://schemas.microsoft.com/office/drawing/2014/main" id="{8C169B54-58A1-214E-AD85-F41C9E05972B}"/>
              </a:ext>
            </a:extLst>
          </p:cNvPr>
          <p:cNvSpPr>
            <a:spLocks xmlns:a="http://schemas.openxmlformats.org/drawingml/2006/main" noGrp="1"/>
          </p:cNvSpPr>
          <p:nvPr>
            <p:ph type="body" idx="22" hasCustomPrompt="1"/>
          </p:nvPr>
        </p:nvSpPr>
        <p:spPr>
          <a:xfrm xmlns:a="http://schemas.openxmlformats.org/drawingml/2006/main">
            <a:off x="6443521" y="5027894"/>
            <a:ext cx="2273005"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3" name="Text Placeholder 2">
            <a:extLst xmlns:a="http://schemas.openxmlformats.org/drawingml/2006/main">
              <a:ext uri="{FF2B5EF4-FFF2-40B4-BE49-F238E27FC236}">
                <a16:creationId xmlns:a16="http://schemas.microsoft.com/office/drawing/2014/main" id="{910A2D85-31D3-7E4E-9E1E-004FBB157EE6}"/>
              </a:ext>
            </a:extLst>
          </p:cNvPr>
          <p:cNvSpPr>
            <a:spLocks xmlns:a="http://schemas.openxmlformats.org/drawingml/2006/main" noGrp="1"/>
          </p:cNvSpPr>
          <p:nvPr>
            <p:ph type="body" idx="23" hasCustomPrompt="1"/>
          </p:nvPr>
        </p:nvSpPr>
        <p:spPr>
          <a:xfrm xmlns:a="http://schemas.openxmlformats.org/drawingml/2006/main">
            <a:off x="9141914" y="3499339"/>
            <a:ext cx="2259195"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4" name="Text Placeholder 2">
            <a:extLst xmlns:a="http://schemas.openxmlformats.org/drawingml/2006/main">
              <a:ext uri="{FF2B5EF4-FFF2-40B4-BE49-F238E27FC236}">
                <a16:creationId xmlns:a16="http://schemas.microsoft.com/office/drawing/2014/main" id="{C72B8D38-17CE-6549-B165-F0E689696EA7}"/>
              </a:ext>
            </a:extLst>
          </p:cNvPr>
          <p:cNvSpPr>
            <a:spLocks xmlns:a="http://schemas.openxmlformats.org/drawingml/2006/main" noGrp="1"/>
          </p:cNvSpPr>
          <p:nvPr>
            <p:ph type="body" idx="24" hasCustomPrompt="1"/>
          </p:nvPr>
        </p:nvSpPr>
        <p:spPr>
          <a:xfrm xmlns:a="http://schemas.openxmlformats.org/drawingml/2006/main">
            <a:off x="9141913" y="5027893"/>
            <a:ext cx="2302943"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Tree>
  </p:cSld>
</p:sldLayout>
</file>

<file path=ppt/slideLayouts/slideLayout21.xml><?xml version="1.0" encoding="utf-8"?>
<p:sldLayout xmlns:p="http://schemas.openxmlformats.org/presentationml/2006/main" preserve="1" userDrawn="1">
  <p:cSld name="Custom_10 Schools">
    <p:bg>
      <p:bgRef idx="1001">
        <a:schemeClr xmlns:a="http://schemas.openxmlformats.org/drawingml/2006/main" val="bg1"/>
      </p:bgRef>
    </p:bg>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668A26E4-CE66-46C0-9854-653E379E9C3F}"/>
              </a:ext>
            </a:extLst>
          </p:cNvPr>
          <p:cNvPicPr>
            <a:picLocks xmlns:a="http://schemas.openxmlformats.org/drawingml/2006/main" noChangeAspect="1"/>
          </p:cNvPicPr>
          <p:nvPr/>
        </p:nvPicPr>
        <p:blipFill>
          <a:blip xmlns:r="http://schemas.openxmlformats.org/officeDocument/2006/relationships" xmlns:a="http://schemas.openxmlformats.org/drawingml/2006/main" r:embed="R2f1f21200436418f"/>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8" name="Straight Connector 7">
            <a:extLst xmlns:a="http://schemas.openxmlformats.org/drawingml/2006/main">
              <a:ext uri="{FF2B5EF4-FFF2-40B4-BE49-F238E27FC236}">
                <a16:creationId xmlns:a16="http://schemas.microsoft.com/office/drawing/2014/main" id="{E3681D49-6500-4095-B073-2DF9A8385190}"/>
              </a:ext>
            </a:extLst>
          </p:cNvPr>
          <p:cNvSpPr>
            <a:spLocks xmlns:a="http://schemas.openxmlformats.org/drawingml/2006/main" noGrp="1"/>
          </p:cNvSpPr>
          <p:nvPr/>
        </p:nvSpPr>
        <p:spPr>
          <a:xfrm xmlns:a="http://schemas.openxmlformats.org/drawingml/2006/main">
            <a:off x="0" y="1030494"/>
            <a:ext cx="12251473" cy="32"/>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9" name="Straight Connector 8">
            <a:extLst xmlns:a="http://schemas.openxmlformats.org/drawingml/2006/main">
              <a:ext uri="{FF2B5EF4-FFF2-40B4-BE49-F238E27FC236}">
                <a16:creationId xmlns:a16="http://schemas.microsoft.com/office/drawing/2014/main" id="{424D5909-7628-4073-91DD-C4BCEE5682FB}"/>
              </a:ext>
            </a:extLst>
          </p:cNvPr>
          <p:cNvSpPr>
            <a:spLocks xmlns:a="http://schemas.openxmlformats.org/drawingml/2006/main" noGrp="1"/>
          </p:cNvSpPr>
          <p:nvPr/>
        </p:nvSpPr>
        <p:spPr>
          <a:xfrm xmlns:a="http://schemas.openxmlformats.org/drawingml/2006/main">
            <a:off x="0" y="2697284"/>
            <a:ext cx="12251473"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0" name="Straight Connector 9">
            <a:extLst xmlns:a="http://schemas.openxmlformats.org/drawingml/2006/main">
              <a:ext uri="{FF2B5EF4-FFF2-40B4-BE49-F238E27FC236}">
                <a16:creationId xmlns:a16="http://schemas.microsoft.com/office/drawing/2014/main" id="{EDBF6F17-45F2-4597-826F-E4E0D8412D7B}"/>
              </a:ext>
            </a:extLst>
          </p:cNvPr>
          <p:cNvSpPr>
            <a:spLocks xmlns:a="http://schemas.openxmlformats.org/drawingml/2006/main" noGrp="1"/>
          </p:cNvSpPr>
          <p:nvPr/>
        </p:nvSpPr>
        <p:spPr>
          <a:xfrm xmlns:a="http://schemas.openxmlformats.org/drawingml/2006/main">
            <a:off x="0" y="4243145"/>
            <a:ext cx="12192000"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0E135042-CFD8-454D-A86E-E2B43DBD0E1D}"/>
              </a:ext>
            </a:extLst>
          </p:cNvPr>
          <p:cNvSpPr>
            <a:spLocks xmlns:a="http://schemas.openxmlformats.org/drawingml/2006/main" noGrp="1"/>
          </p:cNvSpPr>
          <p:nvPr/>
        </p:nvSpPr>
        <p:spPr>
          <a:xfrm xmlns:a="http://schemas.openxmlformats.org/drawingml/2006/main">
            <a:off x="0" y="5845140"/>
            <a:ext cx="12251473"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3" name="Straight Connector 12">
            <a:extLst xmlns:a="http://schemas.openxmlformats.org/drawingml/2006/main">
              <a:ext uri="{FF2B5EF4-FFF2-40B4-BE49-F238E27FC236}">
                <a16:creationId xmlns:a16="http://schemas.microsoft.com/office/drawing/2014/main" id="{7259833A-EA7B-465C-90B9-20DD7F2BCED4}"/>
              </a:ext>
            </a:extLst>
          </p:cNvPr>
          <p:cNvSpPr>
            <a:spLocks xmlns:a="http://schemas.openxmlformats.org/drawingml/2006/main" noGrp="1"/>
          </p:cNvSpPr>
          <p:nvPr/>
        </p:nvSpPr>
        <p:spPr>
          <a:xfrm xmlns:a="http://schemas.openxmlformats.org/drawingml/2006/main">
            <a:off x="8868936"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Straight Connector 13">
            <a:extLst xmlns:a="http://schemas.openxmlformats.org/drawingml/2006/main">
              <a:ext uri="{FF2B5EF4-FFF2-40B4-BE49-F238E27FC236}">
                <a16:creationId xmlns:a16="http://schemas.microsoft.com/office/drawing/2014/main" id="{EB8189BA-2143-425C-9B10-853DFDE7F453}"/>
              </a:ext>
            </a:extLst>
          </p:cNvPr>
          <p:cNvSpPr>
            <a:spLocks xmlns:a="http://schemas.openxmlformats.org/drawingml/2006/main" noGrp="1"/>
          </p:cNvSpPr>
          <p:nvPr/>
        </p:nvSpPr>
        <p:spPr>
          <a:xfrm xmlns:a="http://schemas.openxmlformats.org/drawingml/2006/main">
            <a:off x="6140604"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5" name="Straight Connector 14">
            <a:extLst xmlns:a="http://schemas.openxmlformats.org/drawingml/2006/main">
              <a:ext uri="{FF2B5EF4-FFF2-40B4-BE49-F238E27FC236}">
                <a16:creationId xmlns:a16="http://schemas.microsoft.com/office/drawing/2014/main" id="{FF40AB96-60BB-4131-AA66-E284B228E5F8}"/>
              </a:ext>
            </a:extLst>
          </p:cNvPr>
          <p:cNvSpPr>
            <a:spLocks xmlns:a="http://schemas.openxmlformats.org/drawingml/2006/main" noGrp="1"/>
          </p:cNvSpPr>
          <p:nvPr/>
        </p:nvSpPr>
        <p:spPr>
          <a:xfrm xmlns:a="http://schemas.openxmlformats.org/drawingml/2006/main">
            <a:off x="3352800"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6" name="Straight Connector 15">
            <a:extLst xmlns:a="http://schemas.openxmlformats.org/drawingml/2006/main">
              <a:ext uri="{FF2B5EF4-FFF2-40B4-BE49-F238E27FC236}">
                <a16:creationId xmlns:a16="http://schemas.microsoft.com/office/drawing/2014/main" id="{EDC0A882-35F0-42E0-A574-D1DFA3E2EE9E}"/>
              </a:ext>
            </a:extLst>
          </p:cNvPr>
          <p:cNvSpPr>
            <a:spLocks xmlns:a="http://schemas.openxmlformats.org/drawingml/2006/main" noGrp="1"/>
          </p:cNvSpPr>
          <p:nvPr/>
        </p:nvSpPr>
        <p:spPr>
          <a:xfrm xmlns:a="http://schemas.openxmlformats.org/drawingml/2006/main">
            <a:off x="624468"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7" name="Straight Connector 16">
            <a:extLst xmlns:a="http://schemas.openxmlformats.org/drawingml/2006/main">
              <a:ext uri="{FF2B5EF4-FFF2-40B4-BE49-F238E27FC236}">
                <a16:creationId xmlns:a16="http://schemas.microsoft.com/office/drawing/2014/main" id="{F93C9174-D762-4E29-BDC0-1D5F40879B5F}"/>
              </a:ext>
            </a:extLst>
          </p:cNvPr>
          <p:cNvSpPr>
            <a:spLocks xmlns:a="http://schemas.openxmlformats.org/drawingml/2006/main" noGrp="1"/>
          </p:cNvSpPr>
          <p:nvPr/>
        </p:nvSpPr>
        <p:spPr>
          <a:xfrm xmlns:a="http://schemas.openxmlformats.org/drawingml/2006/main">
            <a:off x="11567532"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B956BB7B-5CE5-F441-B889-0A1C038B2A36}"/>
              </a:ext>
            </a:extLst>
          </p:cNvPr>
          <p:cNvSpPr>
            <a:spLocks xmlns:a="http://schemas.openxmlformats.org/drawingml/2006/main" noGrp="1"/>
          </p:cNvSpPr>
          <p:nvPr/>
        </p:nvSpPr>
        <p:spPr>
          <a:xfrm xmlns:a="http://schemas.openxmlformats.org/drawingml/2006/main">
            <a:off x="982613" y="2108577"/>
            <a:ext cx="1957170"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Blair School of Music</a:t>
            </a:r>
            <a:endParaRPr sz="1400">
              <a:solidFill>
                <a:srgbClr val="1A1A1A"/>
              </a:solidFill>
              <a:latin typeface="Arial"/>
              <a:ea typeface="Arial"/>
              <a:cs typeface="Arial"/>
            </a:endParaRPr>
          </a:p>
        </p:txBody>
      </p:sp>
      <p:sp>
        <p:nvSpPr>
          <p:cNvPr id="19" name="TextBox 18">
            <a:extLst xmlns:a="http://schemas.openxmlformats.org/drawingml/2006/main">
              <a:ext uri="{FF2B5EF4-FFF2-40B4-BE49-F238E27FC236}">
                <a16:creationId xmlns:a16="http://schemas.microsoft.com/office/drawing/2014/main" id="{AE70D162-17AA-414A-B172-551F4ED73BFD}"/>
              </a:ext>
            </a:extLst>
          </p:cNvPr>
          <p:cNvSpPr>
            <a:spLocks xmlns:a="http://schemas.openxmlformats.org/drawingml/2006/main" noGrp="1"/>
          </p:cNvSpPr>
          <p:nvPr/>
        </p:nvSpPr>
        <p:spPr>
          <a:xfrm xmlns:a="http://schemas.openxmlformats.org/drawingml/2006/main">
            <a:off x="3746432" y="1893134"/>
            <a:ext cx="1676317" cy="523220"/>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College of Arts</a:t>
            </a:r>
            <a:br>
              <a:rPr sz="1400">
                <a:solidFill>
                  <a:srgbClr val="1A1A1A"/>
                </a:solidFill>
                <a:latin typeface="Arial"/>
                <a:ea typeface="Arial"/>
                <a:cs typeface="Arial"/>
              </a:rPr>
            </a:br>
            <a:r>
              <a:rPr sz="1400" b="1">
                <a:solidFill>
                  <a:srgbClr val="1A1A1A"/>
                </a:solidFill>
                <a:latin typeface="Arial"/>
                <a:ea typeface="Arial"/>
                <a:cs typeface="Arial"/>
              </a:rPr>
              <a:t>and Sciences</a:t>
            </a:r>
          </a:p>
        </p:txBody>
      </p:sp>
      <p:sp>
        <p:nvSpPr>
          <p:cNvPr id="22" name="TextBox 21">
            <a:extLst xmlns:a="http://schemas.openxmlformats.org/drawingml/2006/main">
              <a:ext uri="{FF2B5EF4-FFF2-40B4-BE49-F238E27FC236}">
                <a16:creationId xmlns:a16="http://schemas.microsoft.com/office/drawing/2014/main" id="{1140AECC-2852-3B48-B51A-80B5E7CDBCC7}"/>
              </a:ext>
            </a:extLst>
          </p:cNvPr>
          <p:cNvSpPr>
            <a:spLocks xmlns:a="http://schemas.openxmlformats.org/drawingml/2006/main" noGrp="1"/>
          </p:cNvSpPr>
          <p:nvPr/>
        </p:nvSpPr>
        <p:spPr>
          <a:xfrm xmlns:a="http://schemas.openxmlformats.org/drawingml/2006/main">
            <a:off x="6500009" y="2108577"/>
            <a:ext cx="1676317"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Divinity School</a:t>
            </a:r>
            <a:endParaRPr sz="1400">
              <a:solidFill>
                <a:srgbClr val="1A1A1A"/>
              </a:solidFill>
              <a:latin typeface="Arial"/>
              <a:ea typeface="Arial"/>
              <a:cs typeface="Arial"/>
            </a:endParaRPr>
          </a:p>
        </p:txBody>
      </p:sp>
      <p:sp>
        <p:nvSpPr>
          <p:cNvPr id="23" name="TextBox 22">
            <a:extLst xmlns:a="http://schemas.openxmlformats.org/drawingml/2006/main">
              <a:ext uri="{FF2B5EF4-FFF2-40B4-BE49-F238E27FC236}">
                <a16:creationId xmlns:a16="http://schemas.microsoft.com/office/drawing/2014/main" id="{905663EA-250A-A24A-BF53-0FA1A5EE3B7A}"/>
              </a:ext>
            </a:extLst>
          </p:cNvPr>
          <p:cNvSpPr>
            <a:spLocks xmlns:a="http://schemas.openxmlformats.org/drawingml/2006/main" noGrp="1"/>
          </p:cNvSpPr>
          <p:nvPr/>
        </p:nvSpPr>
        <p:spPr>
          <a:xfrm xmlns:a="http://schemas.openxmlformats.org/drawingml/2006/main">
            <a:off x="9281954" y="2108577"/>
            <a:ext cx="1785072"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Graduate School</a:t>
            </a:r>
            <a:endParaRPr sz="1400">
              <a:solidFill>
                <a:srgbClr val="1A1A1A"/>
              </a:solidFill>
              <a:latin typeface="Arial"/>
              <a:ea typeface="Arial"/>
              <a:cs typeface="Arial"/>
            </a:endParaRPr>
          </a:p>
        </p:txBody>
      </p:sp>
      <p:sp>
        <p:nvSpPr>
          <p:cNvPr id="24" name="TextBox 23">
            <a:extLst xmlns:a="http://schemas.openxmlformats.org/drawingml/2006/main">
              <a:ext uri="{FF2B5EF4-FFF2-40B4-BE49-F238E27FC236}">
                <a16:creationId xmlns:a16="http://schemas.microsoft.com/office/drawing/2014/main" id="{DFC1B1C5-3349-4846-A0F1-D6E86F5762A6}"/>
              </a:ext>
            </a:extLst>
          </p:cNvPr>
          <p:cNvSpPr>
            <a:spLocks xmlns:a="http://schemas.openxmlformats.org/drawingml/2006/main" noGrp="1"/>
          </p:cNvSpPr>
          <p:nvPr/>
        </p:nvSpPr>
        <p:spPr>
          <a:xfrm xmlns:a="http://schemas.openxmlformats.org/drawingml/2006/main">
            <a:off x="982613" y="3737377"/>
            <a:ext cx="1676317"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Law School</a:t>
            </a:r>
            <a:endParaRPr sz="1400">
              <a:solidFill>
                <a:srgbClr val="1A1A1A"/>
              </a:solidFill>
              <a:latin typeface="Arial"/>
              <a:ea typeface="Arial"/>
              <a:cs typeface="Arial"/>
            </a:endParaRPr>
          </a:p>
        </p:txBody>
      </p:sp>
      <p:sp>
        <p:nvSpPr>
          <p:cNvPr id="25" name="TextBox 24">
            <a:extLst xmlns:a="http://schemas.openxmlformats.org/drawingml/2006/main">
              <a:ext uri="{FF2B5EF4-FFF2-40B4-BE49-F238E27FC236}">
                <a16:creationId xmlns:a16="http://schemas.microsoft.com/office/drawing/2014/main" id="{CBF4D32B-9B34-A64E-9C72-44B90CF4B7E1}"/>
              </a:ext>
            </a:extLst>
          </p:cNvPr>
          <p:cNvSpPr>
            <a:spLocks xmlns:a="http://schemas.openxmlformats.org/drawingml/2006/main" noGrp="1"/>
          </p:cNvSpPr>
          <p:nvPr/>
        </p:nvSpPr>
        <p:spPr>
          <a:xfrm xmlns:a="http://schemas.openxmlformats.org/drawingml/2006/main">
            <a:off x="3746432" y="3306490"/>
            <a:ext cx="1676317" cy="738664"/>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Owen Graduate School of Management</a:t>
            </a:r>
            <a:endParaRPr sz="1400">
              <a:solidFill>
                <a:srgbClr val="1A1A1A"/>
              </a:solidFill>
              <a:latin typeface="Arial"/>
              <a:ea typeface="Arial"/>
              <a:cs typeface="Arial"/>
            </a:endParaRPr>
          </a:p>
        </p:txBody>
      </p:sp>
      <p:sp>
        <p:nvSpPr>
          <p:cNvPr id="26" name="TextBox 25">
            <a:extLst xmlns:a="http://schemas.openxmlformats.org/drawingml/2006/main">
              <a:ext uri="{FF2B5EF4-FFF2-40B4-BE49-F238E27FC236}">
                <a16:creationId xmlns:a16="http://schemas.microsoft.com/office/drawing/2014/main" id="{D2DAF53A-0296-F842-B971-2C80F878B028}"/>
              </a:ext>
            </a:extLst>
          </p:cNvPr>
          <p:cNvSpPr>
            <a:spLocks xmlns:a="http://schemas.openxmlformats.org/drawingml/2006/main" noGrp="1"/>
          </p:cNvSpPr>
          <p:nvPr/>
        </p:nvSpPr>
        <p:spPr>
          <a:xfrm xmlns:a="http://schemas.openxmlformats.org/drawingml/2006/main">
            <a:off x="6500009" y="3737377"/>
            <a:ext cx="1676317"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Peabody College</a:t>
            </a:r>
            <a:endParaRPr sz="1400">
              <a:solidFill>
                <a:srgbClr val="1A1A1A"/>
              </a:solidFill>
              <a:latin typeface="Arial"/>
              <a:ea typeface="Arial"/>
              <a:cs typeface="Arial"/>
            </a:endParaRPr>
          </a:p>
        </p:txBody>
      </p:sp>
      <p:sp>
        <p:nvSpPr>
          <p:cNvPr id="27" name="TextBox 26">
            <a:extLst xmlns:a="http://schemas.openxmlformats.org/drawingml/2006/main">
              <a:ext uri="{FF2B5EF4-FFF2-40B4-BE49-F238E27FC236}">
                <a16:creationId xmlns:a16="http://schemas.microsoft.com/office/drawing/2014/main" id="{0FF441D9-7B8A-7643-B64A-BA688EDCF850}"/>
              </a:ext>
            </a:extLst>
          </p:cNvPr>
          <p:cNvSpPr>
            <a:spLocks xmlns:a="http://schemas.openxmlformats.org/drawingml/2006/main" noGrp="1"/>
          </p:cNvSpPr>
          <p:nvPr/>
        </p:nvSpPr>
        <p:spPr>
          <a:xfrm xmlns:a="http://schemas.openxmlformats.org/drawingml/2006/main">
            <a:off x="9281954" y="3521934"/>
            <a:ext cx="1785072" cy="523220"/>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School of Engineering</a:t>
            </a:r>
            <a:endParaRPr sz="1400">
              <a:solidFill>
                <a:srgbClr val="1A1A1A"/>
              </a:solidFill>
              <a:latin typeface="Arial"/>
              <a:ea typeface="Arial"/>
              <a:cs typeface="Arial"/>
            </a:endParaRPr>
          </a:p>
        </p:txBody>
      </p:sp>
      <p:sp>
        <p:nvSpPr>
          <p:cNvPr id="28" name="TextBox 27">
            <a:extLst xmlns:a="http://schemas.openxmlformats.org/drawingml/2006/main">
              <a:ext uri="{FF2B5EF4-FFF2-40B4-BE49-F238E27FC236}">
                <a16:creationId xmlns:a16="http://schemas.microsoft.com/office/drawing/2014/main" id="{96856156-5CE2-B74F-8659-51D32F182E20}"/>
              </a:ext>
            </a:extLst>
          </p:cNvPr>
          <p:cNvSpPr>
            <a:spLocks xmlns:a="http://schemas.openxmlformats.org/drawingml/2006/main" noGrp="1"/>
          </p:cNvSpPr>
          <p:nvPr/>
        </p:nvSpPr>
        <p:spPr>
          <a:xfrm xmlns:a="http://schemas.openxmlformats.org/drawingml/2006/main">
            <a:off x="982613" y="5067794"/>
            <a:ext cx="1676317" cy="523220"/>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School of </a:t>
            </a:r>
            <a:br>
              <a:rPr sz="1400" b="1">
                <a:solidFill>
                  <a:srgbClr val="1A1A1A"/>
                </a:solidFill>
                <a:latin typeface="Arial"/>
                <a:ea typeface="Arial"/>
                <a:cs typeface="Arial"/>
              </a:rPr>
            </a:br>
            <a:r>
              <a:rPr sz="1400" b="1">
                <a:solidFill>
                  <a:srgbClr val="1A1A1A"/>
                </a:solidFill>
                <a:latin typeface="Arial"/>
                <a:ea typeface="Arial"/>
                <a:cs typeface="Arial"/>
              </a:rPr>
              <a:t>Medicine</a:t>
            </a:r>
            <a:endParaRPr sz="1400">
              <a:solidFill>
                <a:srgbClr val="1A1A1A"/>
              </a:solidFill>
              <a:latin typeface="Arial"/>
              <a:ea typeface="Arial"/>
              <a:cs typeface="Arial"/>
            </a:endParaRPr>
          </a:p>
        </p:txBody>
      </p:sp>
      <p:sp>
        <p:nvSpPr>
          <p:cNvPr id="29" name="TextBox 28">
            <a:extLst xmlns:a="http://schemas.openxmlformats.org/drawingml/2006/main">
              <a:ext uri="{FF2B5EF4-FFF2-40B4-BE49-F238E27FC236}">
                <a16:creationId xmlns:a16="http://schemas.microsoft.com/office/drawing/2014/main" id="{C8223F9C-2080-5545-8CEE-1BE489720355}"/>
              </a:ext>
            </a:extLst>
          </p:cNvPr>
          <p:cNvSpPr>
            <a:spLocks xmlns:a="http://schemas.openxmlformats.org/drawingml/2006/main" noGrp="1"/>
          </p:cNvSpPr>
          <p:nvPr/>
        </p:nvSpPr>
        <p:spPr>
          <a:xfrm xmlns:a="http://schemas.openxmlformats.org/drawingml/2006/main">
            <a:off x="3746432" y="5067794"/>
            <a:ext cx="1676317" cy="523220"/>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School of </a:t>
            </a:r>
            <a:br>
              <a:rPr sz="1400" b="1">
                <a:solidFill>
                  <a:srgbClr val="1A1A1A"/>
                </a:solidFill>
                <a:latin typeface="Arial"/>
                <a:ea typeface="Arial"/>
                <a:cs typeface="Arial"/>
              </a:rPr>
            </a:br>
            <a:r>
              <a:rPr sz="1400" b="1">
                <a:solidFill>
                  <a:srgbClr val="1A1A1A"/>
                </a:solidFill>
                <a:latin typeface="Arial"/>
                <a:ea typeface="Arial"/>
                <a:cs typeface="Arial"/>
              </a:rPr>
              <a:t>Nursing</a:t>
            </a:r>
            <a:endParaRPr sz="1400">
              <a:solidFill>
                <a:srgbClr val="1A1A1A"/>
              </a:solidFill>
              <a:latin typeface="Arial"/>
              <a:ea typeface="Arial"/>
              <a:cs typeface="Arial"/>
            </a:endParaRPr>
          </a:p>
        </p:txBody>
      </p:sp>
    </p:spTree>
  </p:cSld>
</p:sldLayout>
</file>

<file path=ppt/slideLayouts/slideLayout22.xml><?xml version="1.0" encoding="utf-8"?>
<p:sldLayout xmlns:p="http://schemas.openxmlformats.org/presentationml/2006/main" type="blank" preserve="1">
  <p:cSld name="GUIDE01">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6F56C623-889A-D64C-A80F-1588AA9E6D62}"/>
              </a:ext>
            </a:extLst>
          </p:cNvPr>
          <p:cNvSpPr>
            <a:spLocks xmlns:a="http://schemas.openxmlformats.org/drawingml/2006/main" noGrp="1"/>
          </p:cNvSpPr>
          <p:nvPr/>
        </p:nvSpPr>
        <p:spPr>
          <a:xfrm xmlns:a="http://schemas.openxmlformats.org/drawingml/2006/main">
            <a:off x="545695" y="6044910"/>
            <a:ext cx="2508886" cy="3552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300">
                <a:latin typeface="Arial"/>
                <a:ea typeface="Arial"/>
                <a:cs typeface="Arial"/>
              </a:rPr>
              <a:t>Arial Sans Body Copy, 13 </a:t>
            </a:r>
            <a:r>
              <a:rPr sz="1300">
                <a:latin typeface="Arial"/>
                <a:ea typeface="Arial"/>
                <a:cs typeface="Arial"/>
              </a:rPr>
              <a:t>pt</a:t>
            </a:r>
            <a:endParaRPr sz="1300">
              <a:latin typeface="Arial"/>
              <a:ea typeface="Arial"/>
              <a:cs typeface="Arial"/>
            </a:endParaRPr>
          </a:p>
        </p:txBody>
      </p:sp>
      <p:sp>
        <p:nvSpPr>
          <p:cNvPr id="6" name="TextBox 5">
            <a:extLst xmlns:a="http://schemas.openxmlformats.org/drawingml/2006/main">
              <a:ext uri="{FF2B5EF4-FFF2-40B4-BE49-F238E27FC236}">
                <a16:creationId xmlns:a16="http://schemas.microsoft.com/office/drawing/2014/main" id="{FF62E11D-4718-EA46-8CE2-BE431E7B0D1F}"/>
              </a:ext>
            </a:extLst>
          </p:cNvPr>
          <p:cNvSpPr>
            <a:spLocks xmlns:a="http://schemas.openxmlformats.org/drawingml/2006/main" noGrp="1"/>
          </p:cNvSpPr>
          <p:nvPr/>
        </p:nvSpPr>
        <p:spPr>
          <a:xfrm xmlns:a="http://schemas.openxmlformats.org/drawingml/2006/main">
            <a:off x="521841" y="1849167"/>
            <a:ext cx="5113378" cy="70788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4000">
                <a:latin typeface="Arial"/>
                <a:ea typeface="Arial"/>
                <a:cs typeface="Arial"/>
              </a:rPr>
              <a:t>Headings, Arial 40 </a:t>
            </a:r>
            <a:r>
              <a:rPr sz="4000">
                <a:latin typeface="Arial"/>
                <a:ea typeface="Arial"/>
                <a:cs typeface="Arial"/>
              </a:rPr>
              <a:t>pt</a:t>
            </a:r>
            <a:endParaRPr sz="4000">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2BA0A615-42F9-534F-B3B0-CB12ECF809A5}"/>
              </a:ext>
            </a:extLst>
          </p:cNvPr>
          <p:cNvSpPr>
            <a:spLocks xmlns:a="http://schemas.openxmlformats.org/drawingml/2006/main" noGrp="1"/>
          </p:cNvSpPr>
          <p:nvPr/>
        </p:nvSpPr>
        <p:spPr>
          <a:xfrm xmlns:a="http://schemas.openxmlformats.org/drawingml/2006/main">
            <a:off x="8807508" y="4998767"/>
            <a:ext cx="1361440" cy="65018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4D6BD72B-AD4A-E547-8043-5A7B2C3EC93F}"/>
              </a:ext>
            </a:extLst>
          </p:cNvPr>
          <p:cNvSpPr>
            <a:spLocks xmlns:a="http://schemas.openxmlformats.org/drawingml/2006/main" noGrp="1"/>
          </p:cNvSpPr>
          <p:nvPr/>
        </p:nvSpPr>
        <p:spPr>
          <a:xfrm xmlns:a="http://schemas.openxmlformats.org/drawingml/2006/main">
            <a:off x="7120948" y="1849167"/>
            <a:ext cx="1361440" cy="1300420"/>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61747E4A-BD1B-6E4C-849D-12970E8D205D}"/>
              </a:ext>
            </a:extLst>
          </p:cNvPr>
          <p:cNvSpPr>
            <a:spLocks xmlns:a="http://schemas.openxmlformats.org/drawingml/2006/main" noGrp="1"/>
          </p:cNvSpPr>
          <p:nvPr/>
        </p:nvSpPr>
        <p:spPr>
          <a:xfrm xmlns:a="http://schemas.openxmlformats.org/drawingml/2006/main">
            <a:off x="8807508" y="3418827"/>
            <a:ext cx="1361440" cy="1300420"/>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Rectangle 9">
            <a:extLst xmlns:a="http://schemas.openxmlformats.org/drawingml/2006/main">
              <a:ext uri="{FF2B5EF4-FFF2-40B4-BE49-F238E27FC236}">
                <a16:creationId xmlns:a16="http://schemas.microsoft.com/office/drawing/2014/main" id="{773FC237-D8C5-C840-9451-D7B5FB58F94B}"/>
              </a:ext>
            </a:extLst>
          </p:cNvPr>
          <p:cNvSpPr>
            <a:spLocks xmlns:a="http://schemas.openxmlformats.org/drawingml/2006/main" noGrp="1"/>
          </p:cNvSpPr>
          <p:nvPr/>
        </p:nvSpPr>
        <p:spPr>
          <a:xfrm xmlns:a="http://schemas.openxmlformats.org/drawingml/2006/main">
            <a:off x="7106490" y="3418827"/>
            <a:ext cx="1361440" cy="130042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116289AF-EC1A-4A4A-8E7D-3E57AC20108D}"/>
              </a:ext>
            </a:extLst>
          </p:cNvPr>
          <p:cNvSpPr>
            <a:spLocks xmlns:a="http://schemas.openxmlformats.org/drawingml/2006/main" noGrp="1"/>
          </p:cNvSpPr>
          <p:nvPr/>
        </p:nvSpPr>
        <p:spPr>
          <a:xfrm xmlns:a="http://schemas.openxmlformats.org/drawingml/2006/main">
            <a:off x="8807508" y="5648947"/>
            <a:ext cx="1361440" cy="60446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BDF88104-CA0B-734C-BBE7-F868FED1D742}"/>
              </a:ext>
            </a:extLst>
          </p:cNvPr>
          <p:cNvSpPr>
            <a:spLocks xmlns:a="http://schemas.openxmlformats.org/drawingml/2006/main" noGrp="1"/>
          </p:cNvSpPr>
          <p:nvPr/>
        </p:nvSpPr>
        <p:spPr>
          <a:xfrm xmlns:a="http://schemas.openxmlformats.org/drawingml/2006/main">
            <a:off x="8807508" y="1849167"/>
            <a:ext cx="1361440" cy="1300420"/>
          </a:xfrm>
          <a:prstGeom xmlns:a="http://schemas.openxmlformats.org/drawingml/2006/main" prst="rect">
            <a:avLst/>
          </a:prstGeom>
          <a:solidFill xmlns:a="http://schemas.openxmlformats.org/drawingml/2006/main">
            <a:schemeClr val="bg1"/>
          </a:solidFill>
          <a:ln xmlns:a="http://schemas.openxmlformats.org/drawingml/2006/main" w="6350">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Straight Connector 12">
            <a:extLst xmlns:a="http://schemas.openxmlformats.org/drawingml/2006/main">
              <a:ext uri="{FF2B5EF4-FFF2-40B4-BE49-F238E27FC236}">
                <a16:creationId xmlns:a16="http://schemas.microsoft.com/office/drawing/2014/main" id="{6DED9358-A6C8-48AC-99E1-D651C3DF7E70}"/>
              </a:ext>
            </a:extLst>
          </p:cNvPr>
          <p:cNvSpPr>
            <a:spLocks xmlns:a="http://schemas.openxmlformats.org/drawingml/2006/main" noGrp="1"/>
          </p:cNvSpPr>
          <p:nvPr/>
        </p:nvSpPr>
        <p:spPr>
          <a:xfrm xmlns:a="http://schemas.openxmlformats.org/drawingml/2006/main">
            <a:off x="8447610" y="1849167"/>
            <a:ext cx="0" cy="1300420"/>
          </a:xfrm>
          <a:prstGeom xmlns:a="http://schemas.openxmlformats.org/drawingml/2006/main" prst="line">
            <a:avLst/>
          </a:prstGeom>
          <a:ln xmlns:a="http://schemas.openxmlformats.org/drawingml/2006/main" w="82550">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6455F1E7-E645-FB45-A6BA-04684AACD01C}"/>
              </a:ext>
            </a:extLst>
          </p:cNvPr>
          <p:cNvSpPr>
            <a:spLocks xmlns:a="http://schemas.openxmlformats.org/drawingml/2006/main" noGrp="1"/>
          </p:cNvSpPr>
          <p:nvPr/>
        </p:nvSpPr>
        <p:spPr>
          <a:xfrm xmlns:a="http://schemas.openxmlformats.org/drawingml/2006/main">
            <a:off x="7120948" y="1849167"/>
            <a:ext cx="812334"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solidFill>
                  <a:schemeClr val="bg1"/>
                </a:solidFill>
                <a:latin typeface="Arial"/>
                <a:ea typeface="Arial"/>
                <a:cs typeface="Arial"/>
              </a:rPr>
              <a:t>Black</a:t>
            </a:r>
            <a:br>
              <a:rPr sz="1000">
                <a:solidFill>
                  <a:schemeClr val="bg1"/>
                </a:solidFill>
                <a:latin typeface="Arial"/>
                <a:ea typeface="Arial"/>
                <a:cs typeface="Arial"/>
              </a:rPr>
            </a:br>
            <a:r>
              <a:rPr sz="1000">
                <a:solidFill>
                  <a:schemeClr val="bg1"/>
                </a:solidFill>
                <a:latin typeface="Arial"/>
                <a:ea typeface="Arial"/>
                <a:cs typeface="Arial"/>
              </a:rPr>
              <a:t>1c1c1c</a:t>
            </a:r>
          </a:p>
        </p:txBody>
      </p:sp>
      <p:sp>
        <p:nvSpPr>
          <p:cNvPr id="15" name="TextBox 14">
            <a:extLst xmlns:a="http://schemas.openxmlformats.org/drawingml/2006/main">
              <a:ext uri="{FF2B5EF4-FFF2-40B4-BE49-F238E27FC236}">
                <a16:creationId xmlns:a16="http://schemas.microsoft.com/office/drawing/2014/main" id="{E302AE29-8ADA-C046-9599-92EF9A546173}"/>
              </a:ext>
            </a:extLst>
          </p:cNvPr>
          <p:cNvSpPr>
            <a:spLocks xmlns:a="http://schemas.openxmlformats.org/drawingml/2006/main" noGrp="1"/>
          </p:cNvSpPr>
          <p:nvPr/>
        </p:nvSpPr>
        <p:spPr>
          <a:xfrm xmlns:a="http://schemas.openxmlformats.org/drawingml/2006/main">
            <a:off x="8807508" y="1849167"/>
            <a:ext cx="812334"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White</a:t>
            </a:r>
          </a:p>
          <a:p xmlns:a="http://schemas.openxmlformats.org/drawingml/2006/main">
            <a:pPr>
              <a:lnSpc>
                <a:spcPct val="150000"/>
              </a:lnSpc>
              <a:buClr>
                <a:srgbClr val="D2B16D"/>
              </a:buClr>
              <a:buSzPct val="70000"/>
              <a:buNone/>
            </a:pPr>
            <a:r>
              <a:rPr sz="1000">
                <a:latin typeface="Arial"/>
                <a:ea typeface="Arial"/>
                <a:cs typeface="Arial"/>
              </a:rPr>
              <a:t>FFFFFF</a:t>
            </a:r>
          </a:p>
        </p:txBody>
      </p:sp>
      <p:sp>
        <p:nvSpPr>
          <p:cNvPr id="16" name="TextBox 15">
            <a:extLst xmlns:a="http://schemas.openxmlformats.org/drawingml/2006/main">
              <a:ext uri="{FF2B5EF4-FFF2-40B4-BE49-F238E27FC236}">
                <a16:creationId xmlns:a16="http://schemas.microsoft.com/office/drawing/2014/main" id="{83E73C1E-53A4-D84D-A178-5B5A617F78BC}"/>
              </a:ext>
            </a:extLst>
          </p:cNvPr>
          <p:cNvSpPr>
            <a:spLocks xmlns:a="http://schemas.openxmlformats.org/drawingml/2006/main" noGrp="1"/>
          </p:cNvSpPr>
          <p:nvPr/>
        </p:nvSpPr>
        <p:spPr>
          <a:xfrm xmlns:a="http://schemas.openxmlformats.org/drawingml/2006/main">
            <a:off x="7120948" y="3413807"/>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Light Grey</a:t>
            </a:r>
            <a:br>
              <a:rPr sz="1000">
                <a:latin typeface="Arial"/>
                <a:ea typeface="Arial"/>
                <a:cs typeface="Arial"/>
              </a:rPr>
            </a:br>
            <a:r>
              <a:rPr sz="1000"/>
              <a:t>E4E4E4</a:t>
            </a:r>
            <a:endParaRPr sz="1000">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11ED535D-A10D-514B-9F9F-0844839B3629}"/>
              </a:ext>
            </a:extLst>
          </p:cNvPr>
          <p:cNvSpPr>
            <a:spLocks xmlns:a="http://schemas.openxmlformats.org/drawingml/2006/main" noGrp="1"/>
          </p:cNvSpPr>
          <p:nvPr/>
        </p:nvSpPr>
        <p:spPr>
          <a:xfrm xmlns:a="http://schemas.openxmlformats.org/drawingml/2006/main">
            <a:off x="7106490" y="4998737"/>
            <a:ext cx="1361440" cy="130042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809E39-741B-D44A-8266-1421FF133A91}"/>
              </a:ext>
            </a:extLst>
          </p:cNvPr>
          <p:cNvSpPr>
            <a:spLocks xmlns:a="http://schemas.openxmlformats.org/drawingml/2006/main" noGrp="1"/>
          </p:cNvSpPr>
          <p:nvPr/>
        </p:nvSpPr>
        <p:spPr>
          <a:xfrm xmlns:a="http://schemas.openxmlformats.org/drawingml/2006/main">
            <a:off x="7141268" y="5017661"/>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solidFill>
                  <a:schemeClr val="bg1"/>
                </a:solidFill>
                <a:latin typeface="Arial"/>
                <a:ea typeface="Arial"/>
                <a:cs typeface="Arial"/>
              </a:rPr>
              <a:t>Dark Grey</a:t>
            </a:r>
            <a:br>
              <a:rPr sz="1000">
                <a:solidFill>
                  <a:schemeClr val="bg1"/>
                </a:solidFill>
                <a:latin typeface="Arial"/>
                <a:ea typeface="Arial"/>
                <a:cs typeface="Arial"/>
              </a:rPr>
            </a:br>
            <a:r>
              <a:rPr sz="1000">
                <a:solidFill>
                  <a:schemeClr val="bg1"/>
                </a:solidFill>
              </a:rPr>
              <a:t>777777</a:t>
            </a:r>
            <a:endParaRPr sz="1000">
              <a:solidFill>
                <a:schemeClr val="bg1"/>
              </a:solidFill>
              <a:latin typeface="Arial"/>
              <a:ea typeface="Arial"/>
              <a:cs typeface="Arial"/>
            </a:endParaRPr>
          </a:p>
        </p:txBody>
      </p:sp>
      <p:sp>
        <p:nvSpPr>
          <p:cNvPr id="19" name="TextBox 18">
            <a:extLst xmlns:a="http://schemas.openxmlformats.org/drawingml/2006/main">
              <a:ext uri="{FF2B5EF4-FFF2-40B4-BE49-F238E27FC236}">
                <a16:creationId xmlns:a16="http://schemas.microsoft.com/office/drawing/2014/main" id="{13FDDBAB-FE01-2341-BA73-05964EA44299}"/>
              </a:ext>
            </a:extLst>
          </p:cNvPr>
          <p:cNvSpPr>
            <a:spLocks xmlns:a="http://schemas.openxmlformats.org/drawingml/2006/main" noGrp="1"/>
          </p:cNvSpPr>
          <p:nvPr/>
        </p:nvSpPr>
        <p:spPr>
          <a:xfrm xmlns:a="http://schemas.openxmlformats.org/drawingml/2006/main">
            <a:off x="8807508" y="3413807"/>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Sand</a:t>
            </a:r>
          </a:p>
          <a:p xmlns:a="http://schemas.openxmlformats.org/drawingml/2006/main">
            <a:pPr>
              <a:lnSpc>
                <a:spcPct val="150000"/>
              </a:lnSpc>
              <a:buClr>
                <a:srgbClr val="D2B16D"/>
              </a:buClr>
              <a:buSzPct val="70000"/>
              <a:buNone/>
            </a:pPr>
            <a:r>
              <a:rPr sz="1000"/>
              <a:t>E0D5C0</a:t>
            </a:r>
            <a:endParaRPr sz="1000">
              <a:latin typeface="Arial"/>
              <a:ea typeface="Arial"/>
              <a:cs typeface="Arial"/>
            </a:endParaRPr>
          </a:p>
        </p:txBody>
      </p:sp>
      <p:sp>
        <p:nvSpPr>
          <p:cNvPr id="20" name="TextBox 19">
            <a:extLst xmlns:a="http://schemas.openxmlformats.org/drawingml/2006/main">
              <a:ext uri="{FF2B5EF4-FFF2-40B4-BE49-F238E27FC236}">
                <a16:creationId xmlns:a16="http://schemas.microsoft.com/office/drawing/2014/main" id="{03737DFF-CC88-6842-A062-F7997C8B4514}"/>
              </a:ext>
            </a:extLst>
          </p:cNvPr>
          <p:cNvSpPr>
            <a:spLocks xmlns:a="http://schemas.openxmlformats.org/drawingml/2006/main" noGrp="1"/>
          </p:cNvSpPr>
          <p:nvPr/>
        </p:nvSpPr>
        <p:spPr>
          <a:xfrm xmlns:a="http://schemas.openxmlformats.org/drawingml/2006/main">
            <a:off x="8807508" y="4998767"/>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t>Highlight</a:t>
            </a:r>
            <a:br>
              <a:rPr sz="1000"/>
            </a:br>
            <a:r>
              <a:rPr sz="1000"/>
              <a:t>ECB748</a:t>
            </a:r>
            <a:endParaRPr sz="1000">
              <a:latin typeface="Arial"/>
              <a:ea typeface="Arial"/>
              <a:cs typeface="Arial"/>
            </a:endParaRPr>
          </a:p>
        </p:txBody>
      </p:sp>
      <p:sp>
        <p:nvSpPr>
          <p:cNvPr id="21" name="TextBox 20">
            <a:extLst xmlns:a="http://schemas.openxmlformats.org/drawingml/2006/main">
              <a:ext uri="{FF2B5EF4-FFF2-40B4-BE49-F238E27FC236}">
                <a16:creationId xmlns:a16="http://schemas.microsoft.com/office/drawing/2014/main" id="{BEE7D320-ED07-994F-8D89-6E0937B549A5}"/>
              </a:ext>
            </a:extLst>
          </p:cNvPr>
          <p:cNvSpPr>
            <a:spLocks xmlns:a="http://schemas.openxmlformats.org/drawingml/2006/main" noGrp="1"/>
          </p:cNvSpPr>
          <p:nvPr/>
        </p:nvSpPr>
        <p:spPr>
          <a:xfrm xmlns:a="http://schemas.openxmlformats.org/drawingml/2006/main">
            <a:off x="8807508" y="5649007"/>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t>Sky</a:t>
            </a:r>
            <a:br>
              <a:rPr sz="1000"/>
            </a:br>
            <a:r>
              <a:rPr sz="1000"/>
              <a:t>B3C9CD</a:t>
            </a:r>
            <a:endParaRPr sz="1000">
              <a:latin typeface="Arial"/>
              <a:ea typeface="Arial"/>
              <a:cs typeface="Arial"/>
            </a:endParaRPr>
          </a:p>
        </p:txBody>
      </p:sp>
      <p:sp>
        <p:nvSpPr>
          <p:cNvPr id="22" name="TextBox 21">
            <a:extLst xmlns:a="http://schemas.openxmlformats.org/drawingml/2006/main">
              <a:ext uri="{FF2B5EF4-FFF2-40B4-BE49-F238E27FC236}">
                <a16:creationId xmlns:a16="http://schemas.microsoft.com/office/drawing/2014/main" id="{B86ED116-782C-3A44-A5B2-3C1ED2B9CCBE}"/>
              </a:ext>
            </a:extLst>
          </p:cNvPr>
          <p:cNvSpPr>
            <a:spLocks xmlns:a="http://schemas.openxmlformats.org/drawingml/2006/main" noGrp="1"/>
          </p:cNvSpPr>
          <p:nvPr/>
        </p:nvSpPr>
        <p:spPr>
          <a:xfrm xmlns:a="http://schemas.openxmlformats.org/drawingml/2006/main">
            <a:off x="629505" y="4405634"/>
            <a:ext cx="4898050" cy="49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indent="-342900">
              <a:lnSpc>
                <a:spcPct val="150000"/>
              </a:lnSpc>
              <a:buClr>
                <a:srgbClr val="D2B16D"/>
              </a:buClr>
              <a:buSzPct val="70000"/>
              <a:buFont typeface="Arial"/>
              <a:buChar char="•"/>
            </a:pPr>
            <a:r>
              <a:rPr sz="2000">
                <a:latin typeface="Arial"/>
                <a:ea typeface="Arial"/>
                <a:cs typeface="Arial"/>
              </a:rPr>
              <a:t>Large Bullets, Arial, 20 </a:t>
            </a:r>
            <a:r>
              <a:rPr sz="2000">
                <a:latin typeface="Arial"/>
                <a:ea typeface="Arial"/>
                <a:cs typeface="Arial"/>
              </a:rPr>
              <a:t>pt</a:t>
            </a:r>
            <a:endParaRPr sz="2000">
              <a:latin typeface="Arial"/>
              <a:ea typeface="Arial"/>
              <a:cs typeface="Arial"/>
            </a:endParaRPr>
          </a:p>
        </p:txBody>
      </p:sp>
      <p:sp>
        <p:nvSpPr>
          <p:cNvPr id="23" name="TextBox 22">
            <a:extLst xmlns:a="http://schemas.openxmlformats.org/drawingml/2006/main">
              <a:ext uri="{FF2B5EF4-FFF2-40B4-BE49-F238E27FC236}">
                <a16:creationId xmlns:a16="http://schemas.microsoft.com/office/drawing/2014/main" id="{6D86519E-0EA4-AB4F-BDE2-EB72A52F437E}"/>
              </a:ext>
            </a:extLst>
          </p:cNvPr>
          <p:cNvSpPr>
            <a:spLocks xmlns:a="http://schemas.openxmlformats.org/drawingml/2006/main" noGrp="1"/>
          </p:cNvSpPr>
          <p:nvPr/>
        </p:nvSpPr>
        <p:spPr>
          <a:xfrm xmlns:a="http://schemas.openxmlformats.org/drawingml/2006/main">
            <a:off x="545695" y="5538301"/>
            <a:ext cx="2508886" cy="41601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600">
                <a:latin typeface="Arial"/>
                <a:ea typeface="Arial"/>
                <a:cs typeface="Arial"/>
              </a:rPr>
              <a:t>Arial Subhead,16 </a:t>
            </a:r>
            <a:r>
              <a:rPr sz="1600">
                <a:latin typeface="Arial"/>
                <a:ea typeface="Arial"/>
                <a:cs typeface="Arial"/>
              </a:rPr>
              <a:t>pt</a:t>
            </a:r>
            <a:endParaRPr sz="1600">
              <a:latin typeface="Arial"/>
              <a:ea typeface="Arial"/>
              <a:cs typeface="Arial"/>
            </a:endParaRPr>
          </a:p>
        </p:txBody>
      </p:sp>
      <p:sp>
        <p:nvSpPr>
          <p:cNvPr id="24" name="Object13">
            <a:extLst xmlns:a="http://schemas.openxmlformats.org/drawingml/2006/main">
              <a:ext uri="{FF2B5EF4-FFF2-40B4-BE49-F238E27FC236}">
                <a16:creationId xmlns:a16="http://schemas.microsoft.com/office/drawing/2014/main" id="{4A489953-6FB5-F741-9FA2-46C088632D1F}"/>
              </a:ext>
            </a:extLst>
          </p:cNvPr>
          <p:cNvSpPr>
            <a:spLocks xmlns:a="http://schemas.openxmlformats.org/drawingml/2006/main" noGrp="1"/>
          </p:cNvSpPr>
          <p:nvPr/>
        </p:nvSpPr>
        <p:spPr>
          <a:xfrm xmlns:a="http://schemas.openxmlformats.org/drawingml/2006/main">
            <a:off x="1052495" y="5017781"/>
            <a:ext cx="1900486" cy="27415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1450" indent="-171450">
              <a:lnSpc>
                <a:spcPct val="150000"/>
              </a:lnSpc>
              <a:buClr>
                <a:schemeClr val="accent2"/>
              </a:buClr>
              <a:buFont typeface="Arial"/>
              <a:buChar char="•"/>
            </a:pPr>
            <a:r>
              <a:rPr sz="1000">
                <a:solidFill>
                  <a:schemeClr val="tx2"/>
                </a:solidFill>
                <a:latin typeface="Arial"/>
                <a:ea typeface="Arial"/>
                <a:cs typeface="Arial"/>
              </a:rPr>
              <a:t>Small Bullets, Arial, 10 </a:t>
            </a:r>
            <a:r>
              <a:rPr sz="1000">
                <a:solidFill>
                  <a:schemeClr val="tx2"/>
                </a:solidFill>
                <a:latin typeface="Arial"/>
                <a:ea typeface="Arial"/>
                <a:cs typeface="Arial"/>
              </a:rPr>
              <a:t>pt</a:t>
            </a:r>
            <a:endParaRPr sz="1000">
              <a:solidFill>
                <a:schemeClr val="tx2"/>
              </a:solidFill>
              <a:latin typeface="Arial"/>
              <a:ea typeface="Arial"/>
              <a:cs typeface="Arial"/>
            </a:endParaRPr>
          </a:p>
        </p:txBody>
      </p:sp>
      <p:sp>
        <p:nvSpPr>
          <p:cNvPr id="25" name="Object4">
            <a:extLst xmlns:a="http://schemas.openxmlformats.org/drawingml/2006/main">
              <a:ext uri="{FF2B5EF4-FFF2-40B4-BE49-F238E27FC236}">
                <a16:creationId xmlns:a16="http://schemas.microsoft.com/office/drawing/2014/main" id="{7B7B9E91-D001-2C4B-8006-89E16166AD20}"/>
              </a:ext>
            </a:extLst>
          </p:cNvPr>
          <p:cNvSpPr>
            <a:spLocks xmlns:a="http://schemas.openxmlformats.org/drawingml/2006/main" noGrp="1"/>
          </p:cNvSpPr>
          <p:nvPr/>
        </p:nvSpPr>
        <p:spPr>
          <a:xfrm xmlns:a="http://schemas.openxmlformats.org/drawingml/2006/main">
            <a:off x="629505" y="3577594"/>
            <a:ext cx="3677920" cy="828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ts val="3037"/>
              </a:lnSpc>
              <a:spcAft>
                <a:spcPts val="1450"/>
              </a:spcAft>
              <a:buNone/>
            </a:pPr>
            <a:r>
              <a:rPr sz="2200">
                <a:latin typeface="Times New Roman"/>
                <a:ea typeface="Times New Roman"/>
                <a:cs typeface="Times New Roman"/>
              </a:rPr>
              <a:t>Large Statement, Times, 22 </a:t>
            </a:r>
            <a:r>
              <a:rPr sz="2200">
                <a:latin typeface="Times New Roman"/>
                <a:ea typeface="Times New Roman"/>
                <a:cs typeface="Times New Roman"/>
              </a:rPr>
              <a:t>pt</a:t>
            </a:r>
            <a:endParaRPr sz="2200">
              <a:latin typeface="Times New Roman"/>
              <a:ea typeface="Times New Roman"/>
              <a:cs typeface="Times New Roman"/>
            </a:endParaRPr>
          </a:p>
        </p:txBody>
      </p:sp>
      <p:sp>
        <p:nvSpPr>
          <p:cNvPr id="26" name="TextBox 25">
            <a:extLst xmlns:a="http://schemas.openxmlformats.org/drawingml/2006/main">
              <a:ext uri="{FF2B5EF4-FFF2-40B4-BE49-F238E27FC236}">
                <a16:creationId xmlns:a16="http://schemas.microsoft.com/office/drawing/2014/main" id="{0244110B-E6AC-0E4F-86A9-410524E79ED7}"/>
              </a:ext>
            </a:extLst>
          </p:cNvPr>
          <p:cNvSpPr>
            <a:spLocks xmlns:a="http://schemas.openxmlformats.org/drawingml/2006/main" noGrp="1"/>
          </p:cNvSpPr>
          <p:nvPr/>
        </p:nvSpPr>
        <p:spPr>
          <a:xfrm xmlns:a="http://schemas.openxmlformats.org/drawingml/2006/main">
            <a:off x="521841" y="2696674"/>
            <a:ext cx="4694509"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a:latin typeface="Arial"/>
                <a:ea typeface="Arial"/>
                <a:cs typeface="Arial"/>
              </a:rPr>
              <a:t>Subtitles, Arial, 36 </a:t>
            </a:r>
            <a:r>
              <a:rPr sz="3600">
                <a:latin typeface="Arial"/>
                <a:ea typeface="Arial"/>
                <a:cs typeface="Arial"/>
              </a:rPr>
              <a:t>pt</a:t>
            </a:r>
            <a:endParaRPr sz="3600">
              <a:latin typeface="Arial"/>
              <a:ea typeface="Arial"/>
              <a:cs typeface="Arial"/>
            </a:endParaRPr>
          </a:p>
        </p:txBody>
      </p:sp>
      <p:sp>
        <p:nvSpPr>
          <p:cNvPr id="27" name="Rectangle 26">
            <a:extLst xmlns:a="http://schemas.openxmlformats.org/drawingml/2006/main">
              <a:ext uri="{FF2B5EF4-FFF2-40B4-BE49-F238E27FC236}">
                <a16:creationId xmlns:a16="http://schemas.microsoft.com/office/drawing/2014/main" id="{922664CB-322A-E34F-8539-B80BDF759C0F}"/>
              </a:ext>
            </a:extLst>
          </p:cNvPr>
          <p:cNvSpPr>
            <a:spLocks xmlns:a="http://schemas.openxmlformats.org/drawingml/2006/main" noGrp="1"/>
          </p:cNvSpPr>
          <p:nvPr/>
        </p:nvSpPr>
        <p:spPr>
          <a:xfrm xmlns:a="http://schemas.openxmlformats.org/drawingml/2006/main">
            <a:off x="8807508" y="2476435"/>
            <a:ext cx="1361440" cy="673152"/>
          </a:xfrm>
          <a:prstGeom xmlns:a="http://schemas.openxmlformats.org/drawingml/2006/main" prst="rect">
            <a:avLst/>
          </a:prstGeom>
          <a:solidFill xmlns:a="http://schemas.openxmlformats.org/drawingml/2006/main">
            <a:srgbClr val="F5F3EF"/>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850362D7-CE1B-2949-89F1-84E55779FEE7}"/>
              </a:ext>
            </a:extLst>
          </p:cNvPr>
          <p:cNvSpPr>
            <a:spLocks xmlns:a="http://schemas.openxmlformats.org/drawingml/2006/main" noGrp="1"/>
          </p:cNvSpPr>
          <p:nvPr/>
        </p:nvSpPr>
        <p:spPr>
          <a:xfrm xmlns:a="http://schemas.openxmlformats.org/drawingml/2006/main">
            <a:off x="8807508" y="2492980"/>
            <a:ext cx="812334"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Cream</a:t>
            </a:r>
          </a:p>
          <a:p xmlns:a="http://schemas.openxmlformats.org/drawingml/2006/main">
            <a:pPr>
              <a:lnSpc>
                <a:spcPct val="150000"/>
              </a:lnSpc>
              <a:buClr>
                <a:srgbClr val="D2B16D"/>
              </a:buClr>
              <a:buSzPct val="70000"/>
              <a:buNone/>
            </a:pPr>
            <a:r>
              <a:rPr sz="1000">
                <a:latin typeface="Arial"/>
                <a:ea typeface="Arial"/>
                <a:cs typeface="Arial"/>
              </a:rPr>
              <a:t>F5F3EF</a:t>
            </a:r>
          </a:p>
        </p:txBody>
      </p:sp>
      <p:sp>
        <p:nvSpPr>
          <p:cNvPr id="29" name="Straight Connector 28">
            <a:extLst xmlns:a="http://schemas.openxmlformats.org/drawingml/2006/main">
              <a:ext uri="{FF2B5EF4-FFF2-40B4-BE49-F238E27FC236}">
                <a16:creationId xmlns:a16="http://schemas.microsoft.com/office/drawing/2014/main" id="{A3B83B99-829D-4568-A0C5-4A770BFD2AE6}"/>
              </a:ext>
            </a:extLst>
          </p:cNvPr>
          <p:cNvSpPr>
            <a:spLocks xmlns:a="http://schemas.openxmlformats.org/drawingml/2006/main" noGrp="1"/>
          </p:cNvSpPr>
          <p:nvPr/>
        </p:nvSpPr>
        <p:spPr>
          <a:xfrm xmlns:a="http://schemas.openxmlformats.org/drawingml/2006/main">
            <a:off x="593012" y="1017632"/>
            <a:ext cx="10842775"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TextBox 29">
            <a:extLst xmlns:a="http://schemas.openxmlformats.org/drawingml/2006/main">
              <a:ext uri="{FF2B5EF4-FFF2-40B4-BE49-F238E27FC236}">
                <a16:creationId xmlns:a16="http://schemas.microsoft.com/office/drawing/2014/main" id="{52836242-D62C-1942-AD70-BD64D3073DC7}"/>
              </a:ext>
            </a:extLst>
          </p:cNvPr>
          <p:cNvSpPr>
            <a:spLocks xmlns:a="http://schemas.openxmlformats.org/drawingml/2006/main" noGrp="1"/>
          </p:cNvSpPr>
          <p:nvPr/>
        </p:nvSpPr>
        <p:spPr>
          <a:xfrm xmlns:a="http://schemas.openxmlformats.org/drawingml/2006/main">
            <a:off x="472917" y="343881"/>
            <a:ext cx="10962869" cy="6001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buNone/>
            </a:pPr>
            <a:r>
              <a:rPr sz="3300" b="1" i="0" spc="300">
                <a:latin typeface="Arial"/>
                <a:ea typeface="Arial"/>
                <a:cs typeface="Arial"/>
              </a:rPr>
              <a:t>THEME FONTS AND COLORS</a:t>
            </a:r>
            <a:endParaRPr sz="3300" b="1" i="0" spc="300" baseline="0">
              <a:latin typeface="Arial"/>
              <a:ea typeface="Arial"/>
              <a:cs typeface="Arial"/>
            </a:endParaRPr>
          </a:p>
        </p:txBody>
      </p:sp>
      <p:sp>
        <p:nvSpPr>
          <p:cNvPr id="31" name="TextBox 30">
            <a:extLst xmlns:a="http://schemas.openxmlformats.org/drawingml/2006/main">
              <a:ext uri="{FF2B5EF4-FFF2-40B4-BE49-F238E27FC236}">
                <a16:creationId xmlns:a16="http://schemas.microsoft.com/office/drawing/2014/main" id="{865D6674-7026-FC4D-BE16-17F37B89C66A}"/>
              </a:ext>
            </a:extLst>
          </p:cNvPr>
          <p:cNvSpPr>
            <a:spLocks xmlns:a="http://schemas.openxmlformats.org/drawingml/2006/main" noGrp="1"/>
          </p:cNvSpPr>
          <p:nvPr/>
        </p:nvSpPr>
        <p:spPr>
          <a:xfrm xmlns:a="http://schemas.openxmlformats.org/drawingml/2006/main">
            <a:off x="500412" y="1238057"/>
            <a:ext cx="3816094"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FONTS</a:t>
            </a:r>
          </a:p>
        </p:txBody>
      </p:sp>
      <p:sp>
        <p:nvSpPr>
          <p:cNvPr id="32" name="Straight Connector 31">
            <a:extLst xmlns:a="http://schemas.openxmlformats.org/drawingml/2006/main">
              <a:ext uri="{FF2B5EF4-FFF2-40B4-BE49-F238E27FC236}">
                <a16:creationId xmlns:a16="http://schemas.microsoft.com/office/drawing/2014/main" id="{2504F8A2-044A-4E20-B95E-64225E3F659D}"/>
              </a:ext>
            </a:extLst>
          </p:cNvPr>
          <p:cNvSpPr>
            <a:spLocks xmlns:a="http://schemas.openxmlformats.org/drawingml/2006/main" noGrp="1"/>
          </p:cNvSpPr>
          <p:nvPr/>
        </p:nvSpPr>
        <p:spPr>
          <a:xfrm xmlns:a="http://schemas.openxmlformats.org/drawingml/2006/main">
            <a:off x="593012" y="1683345"/>
            <a:ext cx="356212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A0350948-03D5-4443-BEDD-B8A5A62130C7}"/>
              </a:ext>
            </a:extLst>
          </p:cNvPr>
          <p:cNvSpPr>
            <a:spLocks xmlns:a="http://schemas.openxmlformats.org/drawingml/2006/main" noGrp="1"/>
          </p:cNvSpPr>
          <p:nvPr/>
        </p:nvSpPr>
        <p:spPr>
          <a:xfrm xmlns:a="http://schemas.openxmlformats.org/drawingml/2006/main">
            <a:off x="6975652" y="1238057"/>
            <a:ext cx="49994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COLORS</a:t>
            </a:r>
          </a:p>
        </p:txBody>
      </p:sp>
      <p:sp>
        <p:nvSpPr>
          <p:cNvPr id="34" name="Straight Connector 33">
            <a:extLst xmlns:a="http://schemas.openxmlformats.org/drawingml/2006/main">
              <a:ext uri="{FF2B5EF4-FFF2-40B4-BE49-F238E27FC236}">
                <a16:creationId xmlns:a16="http://schemas.microsoft.com/office/drawing/2014/main" id="{5C3AD63D-AF26-474E-B2A6-97E209A4A16E}"/>
              </a:ext>
            </a:extLst>
          </p:cNvPr>
          <p:cNvSpPr>
            <a:spLocks xmlns:a="http://schemas.openxmlformats.org/drawingml/2006/main" noGrp="1"/>
          </p:cNvSpPr>
          <p:nvPr/>
        </p:nvSpPr>
        <p:spPr>
          <a:xfrm xmlns:a="http://schemas.openxmlformats.org/drawingml/2006/main">
            <a:off x="7068252" y="1683345"/>
            <a:ext cx="423447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23.xml><?xml version="1.0" encoding="utf-8"?>
<p:sldLayout xmlns:p="http://schemas.openxmlformats.org/presentationml/2006/main" type="blank" preserve="1">
  <p:cSld name="GUIDE02">
    <p:spTree>
      <p:nvGrpSpPr>
        <p:cNvPr id="1" name=""/>
        <p:cNvGrpSpPr/>
        <p:nvPr/>
      </p:nvGrpSpPr>
      <p:grpSpPr>
        <a:xfrm xmlns:a="http://schemas.openxmlformats.org/drawingml/2006/main"/>
      </p:grpSpPr>
      <p:sp>
        <p:nvSpPr>
          <p:cNvPr id="29" name="Straight Connector 28">
            <a:extLst xmlns:a="http://schemas.openxmlformats.org/drawingml/2006/main">
              <a:ext uri="{FF2B5EF4-FFF2-40B4-BE49-F238E27FC236}">
                <a16:creationId xmlns:a16="http://schemas.microsoft.com/office/drawing/2014/main" id="{E61897D3-0D2D-40F5-A240-836236E3438B}"/>
              </a:ext>
            </a:extLst>
          </p:cNvPr>
          <p:cNvSpPr>
            <a:spLocks xmlns:a="http://schemas.openxmlformats.org/drawingml/2006/main" noGrp="1"/>
          </p:cNvSpPr>
          <p:nvPr/>
        </p:nvSpPr>
        <p:spPr>
          <a:xfrm xmlns:a="http://schemas.openxmlformats.org/drawingml/2006/main">
            <a:off x="593012" y="1017632"/>
            <a:ext cx="10842775"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TextBox 29">
            <a:extLst xmlns:a="http://schemas.openxmlformats.org/drawingml/2006/main">
              <a:ext uri="{FF2B5EF4-FFF2-40B4-BE49-F238E27FC236}">
                <a16:creationId xmlns:a16="http://schemas.microsoft.com/office/drawing/2014/main" id="{F272C731-1402-D34C-B7DD-4065D53CE563}"/>
              </a:ext>
            </a:extLst>
          </p:cNvPr>
          <p:cNvSpPr>
            <a:spLocks xmlns:a="http://schemas.openxmlformats.org/drawingml/2006/main" noGrp="1"/>
          </p:cNvSpPr>
          <p:nvPr/>
        </p:nvSpPr>
        <p:spPr>
          <a:xfrm xmlns:a="http://schemas.openxmlformats.org/drawingml/2006/main">
            <a:off x="472918" y="343881"/>
            <a:ext cx="5981125" cy="60016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lnSpc>
                <a:spcPct val="100000"/>
              </a:lnSpc>
              <a:buNone/>
            </a:pPr>
            <a:r>
              <a:rPr sz="3300" b="1" i="0" spc="300">
                <a:latin typeface="Arial"/>
                <a:ea typeface="Arial"/>
                <a:cs typeface="Arial"/>
              </a:rPr>
              <a:t>TEMPLATE GUIDELINES</a:t>
            </a:r>
            <a:endParaRPr sz="3300" b="1" i="0" spc="300" baseline="0">
              <a:latin typeface="Arial"/>
              <a:ea typeface="Arial"/>
              <a:cs typeface="Arial"/>
            </a:endParaRPr>
          </a:p>
        </p:txBody>
      </p:sp>
      <p:sp>
        <p:nvSpPr>
          <p:cNvPr id="31" name="TextBox 30">
            <a:extLst xmlns:a="http://schemas.openxmlformats.org/drawingml/2006/main">
              <a:ext uri="{FF2B5EF4-FFF2-40B4-BE49-F238E27FC236}">
                <a16:creationId xmlns:a16="http://schemas.microsoft.com/office/drawing/2014/main" id="{A3FFBCD6-4509-E545-897B-13343F0A4AA2}"/>
              </a:ext>
            </a:extLst>
          </p:cNvPr>
          <p:cNvSpPr>
            <a:spLocks xmlns:a="http://schemas.openxmlformats.org/drawingml/2006/main" noGrp="1"/>
          </p:cNvSpPr>
          <p:nvPr/>
        </p:nvSpPr>
        <p:spPr>
          <a:xfrm xmlns:a="http://schemas.openxmlformats.org/drawingml/2006/main">
            <a:off x="500412" y="1238057"/>
            <a:ext cx="3816094"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USING SLIDE LAYOUTS</a:t>
            </a:r>
          </a:p>
        </p:txBody>
      </p:sp>
      <p:sp>
        <p:nvSpPr>
          <p:cNvPr id="32" name="Straight Connector 31">
            <a:extLst xmlns:a="http://schemas.openxmlformats.org/drawingml/2006/main">
              <a:ext uri="{FF2B5EF4-FFF2-40B4-BE49-F238E27FC236}">
                <a16:creationId xmlns:a16="http://schemas.microsoft.com/office/drawing/2014/main" id="{E5BCB748-D20A-4701-B6A4-3A434DA89C16}"/>
              </a:ext>
            </a:extLst>
          </p:cNvPr>
          <p:cNvSpPr>
            <a:spLocks xmlns:a="http://schemas.openxmlformats.org/drawingml/2006/main" noGrp="1"/>
          </p:cNvSpPr>
          <p:nvPr/>
        </p:nvSpPr>
        <p:spPr>
          <a:xfrm xmlns:a="http://schemas.openxmlformats.org/drawingml/2006/main">
            <a:off x="593012" y="1683345"/>
            <a:ext cx="356212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179A14FE-18BE-6142-B636-9CCED47D817E}"/>
              </a:ext>
            </a:extLst>
          </p:cNvPr>
          <p:cNvSpPr>
            <a:spLocks xmlns:a="http://schemas.openxmlformats.org/drawingml/2006/main" noGrp="1"/>
          </p:cNvSpPr>
          <p:nvPr/>
        </p:nvSpPr>
        <p:spPr>
          <a:xfrm xmlns:a="http://schemas.openxmlformats.org/drawingml/2006/main">
            <a:off x="520121" y="1883971"/>
            <a:ext cx="2933258" cy="3460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nSpc>
                <a:spcPts val="2200"/>
              </a:lnSpc>
              <a:buNone/>
            </a:pPr>
            <a:r>
              <a:rPr sz="1400" b="1" i="0" spc="150" baseline="0">
                <a:latin typeface="Arial"/>
                <a:ea typeface="Arial"/>
                <a:cs typeface="Arial"/>
              </a:rPr>
              <a:t>To insert a new slide:</a:t>
            </a:r>
          </a:p>
        </p:txBody>
      </p:sp>
      <p:sp>
        <p:nvSpPr>
          <p:cNvPr id="34" name="TextBox 33">
            <a:extLst xmlns:a="http://schemas.openxmlformats.org/drawingml/2006/main">
              <a:ext uri="{FF2B5EF4-FFF2-40B4-BE49-F238E27FC236}">
                <a16:creationId xmlns:a16="http://schemas.microsoft.com/office/drawing/2014/main" id="{E08843B7-205D-3946-ABAE-B1BDBD70F068}"/>
              </a:ext>
            </a:extLst>
          </p:cNvPr>
          <p:cNvSpPr>
            <a:spLocks xmlns:a="http://schemas.openxmlformats.org/drawingml/2006/main" noGrp="1"/>
          </p:cNvSpPr>
          <p:nvPr/>
        </p:nvSpPr>
        <p:spPr>
          <a:xfrm xmlns:a="http://schemas.openxmlformats.org/drawingml/2006/main">
            <a:off x="520120" y="2285462"/>
            <a:ext cx="4872151" cy="14396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lvl="0" indent="-342900">
              <a:lnSpc>
                <a:spcPct val="150000"/>
              </a:lnSpc>
              <a:buFont typeface="+mj-lt"/>
              <a:buAutoNum type="arabicPeriod"/>
            </a:pPr>
            <a:r>
              <a:rPr sz="1200" b="0" i="0" spc="150" baseline="0">
                <a:latin typeface="Arial"/>
                <a:ea typeface="Arial"/>
                <a:cs typeface="Arial"/>
              </a:rPr>
              <a:t>Click the arrow on the right slide of the </a:t>
            </a:r>
            <a:br>
              <a:rPr sz="1200" b="0" i="0" spc="150" baseline="0">
                <a:latin typeface="Arial"/>
                <a:ea typeface="Arial"/>
                <a:cs typeface="Arial"/>
              </a:rPr>
            </a:br>
            <a:r>
              <a:rPr sz="1200" b="0" i="0" spc="150" baseline="0">
                <a:latin typeface="Arial"/>
                <a:ea typeface="Arial"/>
                <a:cs typeface="Arial"/>
              </a:rPr>
              <a:t>New Slide button</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Choose an appropriate layout from</a:t>
            </a:r>
            <a:br>
              <a:rPr sz="1200" b="0" i="0" spc="150" baseline="0">
                <a:latin typeface="Arial"/>
                <a:ea typeface="Arial"/>
                <a:cs typeface="Arial"/>
              </a:rPr>
            </a:br>
            <a:r>
              <a:rPr sz="1200" b="0" i="0" spc="150" baseline="0">
                <a:latin typeface="Arial"/>
                <a:ea typeface="Arial"/>
                <a:cs typeface="Arial"/>
              </a:rPr>
              <a:t>the gallery</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Edit as needed, following the guidelines</a:t>
            </a:r>
          </a:p>
        </p:txBody>
      </p:sp>
      <p:sp>
        <p:nvSpPr>
          <p:cNvPr id="35" name="TextBox 34">
            <a:extLst xmlns:a="http://schemas.openxmlformats.org/drawingml/2006/main">
              <a:ext uri="{FF2B5EF4-FFF2-40B4-BE49-F238E27FC236}">
                <a16:creationId xmlns:a16="http://schemas.microsoft.com/office/drawing/2014/main" id="{02ECCC39-BB65-AC40-AD18-8F381A0C05D3}"/>
              </a:ext>
            </a:extLst>
          </p:cNvPr>
          <p:cNvSpPr>
            <a:spLocks xmlns:a="http://schemas.openxmlformats.org/drawingml/2006/main" noGrp="1"/>
          </p:cNvSpPr>
          <p:nvPr/>
        </p:nvSpPr>
        <p:spPr>
          <a:xfrm xmlns:a="http://schemas.openxmlformats.org/drawingml/2006/main">
            <a:off x="5785109" y="1238057"/>
            <a:ext cx="49994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CHANGING SLIDE LAYOUTS</a:t>
            </a:r>
          </a:p>
        </p:txBody>
      </p:sp>
      <p:sp>
        <p:nvSpPr>
          <p:cNvPr id="36" name="Straight Connector 35">
            <a:extLst xmlns:a="http://schemas.openxmlformats.org/drawingml/2006/main">
              <a:ext uri="{FF2B5EF4-FFF2-40B4-BE49-F238E27FC236}">
                <a16:creationId xmlns:a16="http://schemas.microsoft.com/office/drawing/2014/main" id="{F5C8B56B-4557-4815-A37F-8AE2D380AE61}"/>
              </a:ext>
            </a:extLst>
          </p:cNvPr>
          <p:cNvSpPr>
            <a:spLocks xmlns:a="http://schemas.openxmlformats.org/drawingml/2006/main" noGrp="1"/>
          </p:cNvSpPr>
          <p:nvPr/>
        </p:nvSpPr>
        <p:spPr>
          <a:xfrm xmlns:a="http://schemas.openxmlformats.org/drawingml/2006/main">
            <a:off x="5877709" y="1683345"/>
            <a:ext cx="423447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TextBox 36">
            <a:extLst xmlns:a="http://schemas.openxmlformats.org/drawingml/2006/main">
              <a:ext uri="{FF2B5EF4-FFF2-40B4-BE49-F238E27FC236}">
                <a16:creationId xmlns:a16="http://schemas.microsoft.com/office/drawing/2014/main" id="{5D3EE09A-33B1-9548-B0A8-602C83122867}"/>
              </a:ext>
            </a:extLst>
          </p:cNvPr>
          <p:cNvSpPr>
            <a:spLocks xmlns:a="http://schemas.openxmlformats.org/drawingml/2006/main" noGrp="1"/>
          </p:cNvSpPr>
          <p:nvPr/>
        </p:nvSpPr>
        <p:spPr>
          <a:xfrm xmlns:a="http://schemas.openxmlformats.org/drawingml/2006/main">
            <a:off x="5804817" y="1883971"/>
            <a:ext cx="5630970" cy="62690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nSpc>
                <a:spcPts val="2200"/>
              </a:lnSpc>
              <a:buNone/>
            </a:pPr>
            <a:r>
              <a:rPr sz="1400" b="1" i="0" spc="150" baseline="0">
                <a:latin typeface="Arial"/>
                <a:ea typeface="Arial"/>
                <a:cs typeface="Arial"/>
              </a:rPr>
              <a:t>If you wish to use a different layout for your existing slide, there is no need to insert a new one. Simply:</a:t>
            </a:r>
          </a:p>
        </p:txBody>
      </p:sp>
      <p:sp>
        <p:nvSpPr>
          <p:cNvPr id="38" name="TextBox 37">
            <a:extLst xmlns:a="http://schemas.openxmlformats.org/drawingml/2006/main">
              <a:ext uri="{FF2B5EF4-FFF2-40B4-BE49-F238E27FC236}">
                <a16:creationId xmlns:a16="http://schemas.microsoft.com/office/drawing/2014/main" id="{031C6390-568E-664C-ACF3-B99CCB8654EF}"/>
              </a:ext>
            </a:extLst>
          </p:cNvPr>
          <p:cNvSpPr>
            <a:spLocks xmlns:a="http://schemas.openxmlformats.org/drawingml/2006/main" noGrp="1"/>
          </p:cNvSpPr>
          <p:nvPr/>
        </p:nvSpPr>
        <p:spPr>
          <a:xfrm xmlns:a="http://schemas.openxmlformats.org/drawingml/2006/main">
            <a:off x="5794963" y="2880710"/>
            <a:ext cx="4979724" cy="6086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lvl="0" indent="-342900">
              <a:lnSpc>
                <a:spcPct val="150000"/>
              </a:lnSpc>
              <a:buFont typeface="+mj-lt"/>
              <a:buAutoNum type="arabicPeriod"/>
            </a:pPr>
            <a:r>
              <a:rPr sz="1200" b="0" i="0" spc="150" baseline="0">
                <a:latin typeface="Arial"/>
                <a:ea typeface="Arial"/>
                <a:cs typeface="Arial"/>
              </a:rPr>
              <a:t>With your slide selected, click in the Layout button</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Choose a new layout from the gallery</a:t>
            </a:r>
          </a:p>
        </p:txBody>
      </p:sp>
      <p:sp>
        <p:nvSpPr>
          <p:cNvPr id="39" name="TextBox 38">
            <a:extLst xmlns:a="http://schemas.openxmlformats.org/drawingml/2006/main">
              <a:ext uri="{FF2B5EF4-FFF2-40B4-BE49-F238E27FC236}">
                <a16:creationId xmlns:a16="http://schemas.microsoft.com/office/drawing/2014/main" id="{29F05F79-EC1D-A349-A6B8-A12B4B8D0A25}"/>
              </a:ext>
            </a:extLst>
          </p:cNvPr>
          <p:cNvSpPr>
            <a:spLocks xmlns:a="http://schemas.openxmlformats.org/drawingml/2006/main" noGrp="1"/>
          </p:cNvSpPr>
          <p:nvPr/>
        </p:nvSpPr>
        <p:spPr>
          <a:xfrm xmlns:a="http://schemas.openxmlformats.org/drawingml/2006/main">
            <a:off x="500412" y="4204094"/>
            <a:ext cx="3816094"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ADDING PHOTOS</a:t>
            </a:r>
          </a:p>
        </p:txBody>
      </p:sp>
      <p:sp>
        <p:nvSpPr>
          <p:cNvPr id="40" name="Straight Connector 39">
            <a:extLst xmlns:a="http://schemas.openxmlformats.org/drawingml/2006/main">
              <a:ext uri="{FF2B5EF4-FFF2-40B4-BE49-F238E27FC236}">
                <a16:creationId xmlns:a16="http://schemas.microsoft.com/office/drawing/2014/main" id="{D668C928-70BE-4D14-B1C4-F5D9DF354F34}"/>
              </a:ext>
            </a:extLst>
          </p:cNvPr>
          <p:cNvSpPr>
            <a:spLocks xmlns:a="http://schemas.openxmlformats.org/drawingml/2006/main" noGrp="1"/>
          </p:cNvSpPr>
          <p:nvPr/>
        </p:nvSpPr>
        <p:spPr>
          <a:xfrm xmlns:a="http://schemas.openxmlformats.org/drawingml/2006/main">
            <a:off x="593012" y="4649382"/>
            <a:ext cx="356212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TextBox 40">
            <a:extLst xmlns:a="http://schemas.openxmlformats.org/drawingml/2006/main">
              <a:ext uri="{FF2B5EF4-FFF2-40B4-BE49-F238E27FC236}">
                <a16:creationId xmlns:a16="http://schemas.microsoft.com/office/drawing/2014/main" id="{3EFD4B2C-D8ED-6B48-AE76-57FC0651AA54}"/>
              </a:ext>
            </a:extLst>
          </p:cNvPr>
          <p:cNvSpPr>
            <a:spLocks xmlns:a="http://schemas.openxmlformats.org/drawingml/2006/main" noGrp="1"/>
          </p:cNvSpPr>
          <p:nvPr/>
        </p:nvSpPr>
        <p:spPr>
          <a:xfrm xmlns:a="http://schemas.openxmlformats.org/drawingml/2006/main">
            <a:off x="520120" y="4819272"/>
            <a:ext cx="2933258" cy="3460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nSpc>
                <a:spcPts val="2200"/>
              </a:lnSpc>
              <a:buNone/>
            </a:pPr>
            <a:r>
              <a:rPr sz="1400" b="1" i="0" spc="150" baseline="0">
                <a:latin typeface="Arial"/>
                <a:ea typeface="Arial"/>
                <a:cs typeface="Arial"/>
              </a:rPr>
              <a:t>To add photos:</a:t>
            </a:r>
          </a:p>
        </p:txBody>
      </p:sp>
      <p:sp>
        <p:nvSpPr>
          <p:cNvPr id="55" name="TextBox 54">
            <a:extLst xmlns:a="http://schemas.openxmlformats.org/drawingml/2006/main">
              <a:ext uri="{FF2B5EF4-FFF2-40B4-BE49-F238E27FC236}">
                <a16:creationId xmlns:a16="http://schemas.microsoft.com/office/drawing/2014/main" id="{5414F1C2-5923-6443-8748-E242306AC19E}"/>
              </a:ext>
            </a:extLst>
          </p:cNvPr>
          <p:cNvSpPr>
            <a:spLocks xmlns:a="http://schemas.openxmlformats.org/drawingml/2006/main" noGrp="1"/>
          </p:cNvSpPr>
          <p:nvPr/>
        </p:nvSpPr>
        <p:spPr>
          <a:xfrm xmlns:a="http://schemas.openxmlformats.org/drawingml/2006/main">
            <a:off x="520120" y="5236131"/>
            <a:ext cx="7532747" cy="116955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lvl="0" indent="-342900">
              <a:lnSpc>
                <a:spcPct val="150000"/>
              </a:lnSpc>
              <a:buFont typeface="+mj-lt"/>
              <a:buAutoNum type="arabicPeriod"/>
            </a:pPr>
            <a:r>
              <a:rPr sz="1200" b="0" i="0" spc="150" baseline="0">
                <a:latin typeface="Arial"/>
                <a:ea typeface="Arial"/>
                <a:cs typeface="Arial"/>
              </a:rPr>
              <a:t>Click on the placeholder icon and upload desired image</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Once uploaded choose “Picture Format” in the top ribbon menu</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Click on the “Crop” dropdown and choose “Fill” then drag image to reframe</a:t>
            </a:r>
          </a:p>
          <a:p xmlns:a="http://schemas.openxmlformats.org/drawingml/2006/main">
            <a:pPr marL="0" lvl="0" indent="0">
              <a:lnSpc>
                <a:spcPct val="100000"/>
              </a:lnSpc>
              <a:buFont typeface="+mj-lt"/>
              <a:buNone/>
            </a:pPr>
            <a:endParaRPr sz="1600" b="0" i="0" spc="150" baseline="0">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7f698553274683" /><Relationship Type="http://schemas.openxmlformats.org/officeDocument/2006/relationships/slideLayout" Target="/ppt/slideLayouts/slideLayout1.xml" Id="R8b173d9dd929463d" /><Relationship Type="http://schemas.openxmlformats.org/officeDocument/2006/relationships/slideLayout" Target="/ppt/slideLayouts/slideLayout2.xml" Id="R053c87deebfb408a" /><Relationship Type="http://schemas.openxmlformats.org/officeDocument/2006/relationships/slideLayout" Target="/ppt/slideLayouts/slideLayout3.xml" Id="Rf3109b2dbb724b9a" /><Relationship Type="http://schemas.openxmlformats.org/officeDocument/2006/relationships/slideLayout" Target="/ppt/slideLayouts/slideLayout4.xml" Id="Rfc8b287ff45a4a6d" /><Relationship Type="http://schemas.openxmlformats.org/officeDocument/2006/relationships/slideLayout" Target="/ppt/slideLayouts/slideLayout5.xml" Id="R099ca85c4d9a423a" /><Relationship Type="http://schemas.openxmlformats.org/officeDocument/2006/relationships/slideLayout" Target="/ppt/slideLayouts/slideLayout6.xml" Id="Re1147a74682a42a5" /><Relationship Type="http://schemas.openxmlformats.org/officeDocument/2006/relationships/slideLayout" Target="/ppt/slideLayouts/slideLayout7.xml" Id="R0ebabf72c1d84627" /><Relationship Type="http://schemas.openxmlformats.org/officeDocument/2006/relationships/slideLayout" Target="/ppt/slideLayouts/slideLayout8.xml" Id="Rbfc9b3950461414a" /><Relationship Type="http://schemas.openxmlformats.org/officeDocument/2006/relationships/slideLayout" Target="/ppt/slideLayouts/slideLayout9.xml" Id="R851e5f65bc434275" /><Relationship Type="http://schemas.openxmlformats.org/officeDocument/2006/relationships/slideLayout" Target="/ppt/slideLayouts/slideLayout10.xml" Id="R71aad23fbad94c35" /><Relationship Type="http://schemas.openxmlformats.org/officeDocument/2006/relationships/slideLayout" Target="/ppt/slideLayouts/slideLayout11.xml" Id="R65b837ec39854cdb" /><Relationship Type="http://schemas.openxmlformats.org/officeDocument/2006/relationships/slideLayout" Target="/ppt/slideLayouts/slideLayout12.xml" Id="Re073ba4df28d49ad" /><Relationship Type="http://schemas.openxmlformats.org/officeDocument/2006/relationships/slideLayout" Target="/ppt/slideLayouts/slideLayout13.xml" Id="R16da321d9a1f4dbc" /><Relationship Type="http://schemas.openxmlformats.org/officeDocument/2006/relationships/slideLayout" Target="/ppt/slideLayouts/slideLayout14.xml" Id="R2146a643151f44fa" /><Relationship Type="http://schemas.openxmlformats.org/officeDocument/2006/relationships/slideLayout" Target="/ppt/slideLayouts/slideLayout15.xml" Id="R444f308299d34ec3" /><Relationship Type="http://schemas.openxmlformats.org/officeDocument/2006/relationships/slideLayout" Target="/ppt/slideLayouts/slideLayout16.xml" Id="R84402b69de1d47b4" /><Relationship Type="http://schemas.openxmlformats.org/officeDocument/2006/relationships/slideLayout" Target="/ppt/slideLayouts/slideLayout17.xml" Id="R6ae6ff50c07d4ebb" /><Relationship Type="http://schemas.openxmlformats.org/officeDocument/2006/relationships/slideLayout" Target="/ppt/slideLayouts/slideLayout18.xml" Id="R3733f1f26bb74f72" /><Relationship Type="http://schemas.openxmlformats.org/officeDocument/2006/relationships/slideLayout" Target="/ppt/slideLayouts/slideLayout19.xml" Id="R573c5a3e1a2e42ef" /><Relationship Type="http://schemas.openxmlformats.org/officeDocument/2006/relationships/slideLayout" Target="/ppt/slideLayouts/slideLayout20.xml" Id="R92b1e5d81ccc4fd5" /><Relationship Type="http://schemas.openxmlformats.org/officeDocument/2006/relationships/slideLayout" Target="/ppt/slideLayouts/slideLayout21.xml" Id="R762b9256833546bd" /><Relationship Type="http://schemas.openxmlformats.org/officeDocument/2006/relationships/slideLayout" Target="/ppt/slideLayouts/slideLayout22.xml" Id="Reb335708547346f8" /><Relationship Type="http://schemas.openxmlformats.org/officeDocument/2006/relationships/slideLayout" Target="/ppt/slideLayouts/slideLayout23.xml" Id="R4b20a953e97d42c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2525520-BB67-4360-A11E-040A52DE50B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5B3774F-BE8A-4C07-B754-AA6C32AD3531}"/>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D9BCC8E-ADC2-495E-9870-B443D768C9B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latin typeface="Arial"/>
                <a:ea typeface="Arial"/>
                <a:cs typeface="Arial"/>
              </a:defRPr>
            </a:lvl1pPr>
          </a:lstStyle>
          <a:p xmlns:a="http://schemas.openxmlformats.org/drawingml/2006/main">
            <a:fld id="{4FA05971-6ECE-3048-89D4-C8CDCDF8108F}" type="datetime4">
              <a:t>March 22, 2022</a:t>
            </a:fld>
            <a:endParaRPr/>
          </a:p>
        </p:txBody>
      </p:sp>
      <p:sp>
        <p:nvSpPr>
          <p:cNvPr id="5" name="Footer Placeholder 4">
            <a:extLst xmlns:a="http://schemas.openxmlformats.org/drawingml/2006/main">
              <a:ext uri="{FF2B5EF4-FFF2-40B4-BE49-F238E27FC236}">
                <a16:creationId xmlns:a16="http://schemas.microsoft.com/office/drawing/2014/main" id="{C91ACC60-5945-40CC-85E2-867469BB5CCC}"/>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latin typeface="Arial"/>
                <a:ea typeface="Arial"/>
                <a:cs typeface="Aria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2C5A4B-25DD-4F31-A503-EC2EA3297060}"/>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latin typeface="Arial"/>
                <a:ea typeface="Arial"/>
                <a:cs typeface="Arial"/>
              </a:defRPr>
            </a:lvl1pPr>
          </a:lstStyle>
          <a:p xmlns:a="http://schemas.openxmlformats.org/drawingml/2006/main">
            <a:fld id="{5F19FF4C-6E22-8645-B7ED-109F1958085F}" type="slidenum">
              <a:t>‹#›</a:t>
            </a:fld>
            <a:endParaRPr/>
          </a:p>
        </p:txBody>
      </p:sp>
      <p:sp>
        <p:nvSpPr>
          <p:cNvPr id="7" name="Rectangle 6">
            <a:extLst xmlns:a="http://schemas.openxmlformats.org/drawingml/2006/main">
              <a:ext uri="{FF2B5EF4-FFF2-40B4-BE49-F238E27FC236}">
                <a16:creationId xmlns:a16="http://schemas.microsoft.com/office/drawing/2014/main" id="{F1471D03-3865-D34B-8E7F-4D9212E48FF0}"/>
              </a:ext>
            </a:extLst>
          </p:cNvPr>
          <p:cNvSpPr>
            <a:spLocks xmlns:a="http://schemas.openxmlformats.org/drawingml/2006/main" noGrp="1"/>
          </p:cNvSpPr>
          <p:nvPr/>
        </p:nvSpPr>
        <p:spPr>
          <a:xfrm xmlns:a="http://schemas.openxmlformats.org/drawingml/2006/main">
            <a:off x="-1336363" y="4289458"/>
            <a:ext cx="1143775" cy="6044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CEBC954E-AAA1-BD40-A56D-98BAB934B2A6}"/>
              </a:ext>
            </a:extLst>
          </p:cNvPr>
          <p:cNvSpPr>
            <a:spLocks xmlns:a="http://schemas.openxmlformats.org/drawingml/2006/main" noGrp="1"/>
          </p:cNvSpPr>
          <p:nvPr/>
        </p:nvSpPr>
        <p:spPr>
          <a:xfrm xmlns:a="http://schemas.openxmlformats.org/drawingml/2006/main">
            <a:off x="-1321905" y="276999"/>
            <a:ext cx="1129317" cy="599123"/>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6F1131E6-79A8-1248-9C11-D19D84E4070A}"/>
              </a:ext>
            </a:extLst>
          </p:cNvPr>
          <p:cNvSpPr>
            <a:spLocks xmlns:a="http://schemas.openxmlformats.org/drawingml/2006/main" noGrp="1"/>
          </p:cNvSpPr>
          <p:nvPr/>
        </p:nvSpPr>
        <p:spPr>
          <a:xfrm xmlns:a="http://schemas.openxmlformats.org/drawingml/2006/main">
            <a:off x="-1336363" y="3593426"/>
            <a:ext cx="1143775" cy="606777"/>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Rectangle 9">
            <a:extLst xmlns:a="http://schemas.openxmlformats.org/drawingml/2006/main">
              <a:ext uri="{FF2B5EF4-FFF2-40B4-BE49-F238E27FC236}">
                <a16:creationId xmlns:a16="http://schemas.microsoft.com/office/drawing/2014/main" id="{676EED77-DA3A-C246-8826-3C95DA6290B2}"/>
              </a:ext>
            </a:extLst>
          </p:cNvPr>
          <p:cNvSpPr>
            <a:spLocks xmlns:a="http://schemas.openxmlformats.org/drawingml/2006/main" noGrp="1"/>
          </p:cNvSpPr>
          <p:nvPr/>
        </p:nvSpPr>
        <p:spPr>
          <a:xfrm xmlns:a="http://schemas.openxmlformats.org/drawingml/2006/main">
            <a:off x="-1336362" y="941894"/>
            <a:ext cx="1129316" cy="599123"/>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A5926DDE-1973-9249-8B67-79F28A67A5CC}"/>
              </a:ext>
            </a:extLst>
          </p:cNvPr>
          <p:cNvSpPr>
            <a:spLocks xmlns:a="http://schemas.openxmlformats.org/drawingml/2006/main" noGrp="1"/>
          </p:cNvSpPr>
          <p:nvPr/>
        </p:nvSpPr>
        <p:spPr>
          <a:xfrm xmlns:a="http://schemas.openxmlformats.org/drawingml/2006/main">
            <a:off x="-1336363" y="4983173"/>
            <a:ext cx="1129315" cy="60446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782ADD5C-05AF-2849-808E-5A5329FE307B}"/>
              </a:ext>
            </a:extLst>
          </p:cNvPr>
          <p:cNvSpPr>
            <a:spLocks xmlns:a="http://schemas.openxmlformats.org/drawingml/2006/main" noGrp="1"/>
          </p:cNvSpPr>
          <p:nvPr/>
        </p:nvSpPr>
        <p:spPr>
          <a:xfrm xmlns:a="http://schemas.openxmlformats.org/drawingml/2006/main">
            <a:off x="-1336363" y="2268952"/>
            <a:ext cx="1129315" cy="583865"/>
          </a:xfrm>
          <a:prstGeom xmlns:a="http://schemas.openxmlformats.org/drawingml/2006/main" prst="rect">
            <a:avLst/>
          </a:prstGeom>
          <a:solidFill xmlns:a="http://schemas.openxmlformats.org/drawingml/2006/main">
            <a:schemeClr val="bg1"/>
          </a:solidFill>
          <a:ln xmlns:a="http://schemas.openxmlformats.org/drawingml/2006/main" w="6350">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Straight Connector 12">
            <a:extLst xmlns:a="http://schemas.openxmlformats.org/drawingml/2006/main">
              <a:ext uri="{FF2B5EF4-FFF2-40B4-BE49-F238E27FC236}">
                <a16:creationId xmlns:a16="http://schemas.microsoft.com/office/drawing/2014/main" id="{9F935950-E53C-42EA-9625-677307E7D445}"/>
              </a:ext>
            </a:extLst>
          </p:cNvPr>
          <p:cNvSpPr>
            <a:spLocks xmlns:a="http://schemas.openxmlformats.org/drawingml/2006/main" noGrp="1"/>
          </p:cNvSpPr>
          <p:nvPr/>
        </p:nvSpPr>
        <p:spPr>
          <a:xfrm xmlns:a="http://schemas.openxmlformats.org/drawingml/2006/main">
            <a:off x="-229369" y="276999"/>
            <a:ext cx="0" cy="599123"/>
          </a:xfrm>
          <a:prstGeom xmlns:a="http://schemas.openxmlformats.org/drawingml/2006/main" prst="line">
            <a:avLst/>
          </a:prstGeom>
          <a:ln xmlns:a="http://schemas.openxmlformats.org/drawingml/2006/main" w="82550">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A7181A33-7A78-A745-B85F-272ACD897C6A}"/>
              </a:ext>
            </a:extLst>
          </p:cNvPr>
          <p:cNvSpPr>
            <a:spLocks xmlns:a="http://schemas.openxmlformats.org/drawingml/2006/main" noGrp="1"/>
          </p:cNvSpPr>
          <p:nvPr/>
        </p:nvSpPr>
        <p:spPr>
          <a:xfrm xmlns:a="http://schemas.openxmlformats.org/drawingml/2006/main">
            <a:off x="-1321904" y="276999"/>
            <a:ext cx="671342"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solidFill>
                  <a:schemeClr val="bg1"/>
                </a:solidFill>
                <a:latin typeface="Arial"/>
                <a:ea typeface="Arial"/>
                <a:cs typeface="Arial"/>
              </a:rPr>
              <a:t>Black</a:t>
            </a:r>
            <a:br>
              <a:rPr sz="1000">
                <a:solidFill>
                  <a:schemeClr val="bg1"/>
                </a:solidFill>
                <a:latin typeface="Arial"/>
                <a:ea typeface="Arial"/>
                <a:cs typeface="Arial"/>
              </a:rPr>
            </a:br>
            <a:r>
              <a:rPr sz="1000">
                <a:solidFill>
                  <a:schemeClr val="bg1"/>
                </a:solidFill>
                <a:latin typeface="Arial"/>
                <a:ea typeface="Arial"/>
                <a:cs typeface="Arial"/>
              </a:rPr>
              <a:t>1c1c1c</a:t>
            </a:r>
          </a:p>
        </p:txBody>
      </p:sp>
      <p:sp>
        <p:nvSpPr>
          <p:cNvPr id="15" name="TextBox 14">
            <a:extLst xmlns:a="http://schemas.openxmlformats.org/drawingml/2006/main">
              <a:ext uri="{FF2B5EF4-FFF2-40B4-BE49-F238E27FC236}">
                <a16:creationId xmlns:a16="http://schemas.microsoft.com/office/drawing/2014/main" id="{4CFE2321-9A11-C64F-94E7-483770247088}"/>
              </a:ext>
            </a:extLst>
          </p:cNvPr>
          <p:cNvSpPr>
            <a:spLocks xmlns:a="http://schemas.openxmlformats.org/drawingml/2006/main" noGrp="1"/>
          </p:cNvSpPr>
          <p:nvPr/>
        </p:nvSpPr>
        <p:spPr>
          <a:xfrm xmlns:a="http://schemas.openxmlformats.org/drawingml/2006/main">
            <a:off x="-1336363" y="2268952"/>
            <a:ext cx="685801"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White</a:t>
            </a:r>
          </a:p>
          <a:p xmlns:a="http://schemas.openxmlformats.org/drawingml/2006/main">
            <a:pPr>
              <a:lnSpc>
                <a:spcPct val="150000"/>
              </a:lnSpc>
              <a:buClr>
                <a:srgbClr val="D2B16D"/>
              </a:buClr>
              <a:buSzPct val="70000"/>
              <a:buNone/>
            </a:pPr>
            <a:r>
              <a:rPr sz="1000">
                <a:latin typeface="Arial"/>
                <a:ea typeface="Arial"/>
                <a:cs typeface="Arial"/>
              </a:rPr>
              <a:t>FFFFFF</a:t>
            </a:r>
          </a:p>
        </p:txBody>
      </p:sp>
      <p:sp>
        <p:nvSpPr>
          <p:cNvPr id="16" name="TextBox 15">
            <a:extLst xmlns:a="http://schemas.openxmlformats.org/drawingml/2006/main">
              <a:ext uri="{FF2B5EF4-FFF2-40B4-BE49-F238E27FC236}">
                <a16:creationId xmlns:a16="http://schemas.microsoft.com/office/drawing/2014/main" id="{AD7381ED-C72B-874C-B467-99E2F441CCAD}"/>
              </a:ext>
            </a:extLst>
          </p:cNvPr>
          <p:cNvSpPr>
            <a:spLocks xmlns:a="http://schemas.openxmlformats.org/drawingml/2006/main" noGrp="1"/>
          </p:cNvSpPr>
          <p:nvPr/>
        </p:nvSpPr>
        <p:spPr>
          <a:xfrm xmlns:a="http://schemas.openxmlformats.org/drawingml/2006/main">
            <a:off x="-1321904" y="936874"/>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Light Grey</a:t>
            </a:r>
            <a:br>
              <a:rPr sz="1000">
                <a:latin typeface="Arial"/>
                <a:ea typeface="Arial"/>
                <a:cs typeface="Arial"/>
              </a:rPr>
            </a:br>
            <a:r>
              <a:rPr sz="1000"/>
              <a:t>E4E4E4</a:t>
            </a:r>
            <a:endParaRPr sz="1000">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D8FF914F-CFCB-D848-ADFF-6E9476EB121C}"/>
              </a:ext>
            </a:extLst>
          </p:cNvPr>
          <p:cNvSpPr>
            <a:spLocks xmlns:a="http://schemas.openxmlformats.org/drawingml/2006/main" noGrp="1"/>
          </p:cNvSpPr>
          <p:nvPr/>
        </p:nvSpPr>
        <p:spPr>
          <a:xfrm xmlns:a="http://schemas.openxmlformats.org/drawingml/2006/main">
            <a:off x="-1336363" y="1605423"/>
            <a:ext cx="1129315" cy="599123"/>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23FD0814-E463-9D45-AEB0-1B8834E02DA1}"/>
              </a:ext>
            </a:extLst>
          </p:cNvPr>
          <p:cNvSpPr>
            <a:spLocks xmlns:a="http://schemas.openxmlformats.org/drawingml/2006/main" noGrp="1"/>
          </p:cNvSpPr>
          <p:nvPr/>
        </p:nvSpPr>
        <p:spPr>
          <a:xfrm xmlns:a="http://schemas.openxmlformats.org/drawingml/2006/main">
            <a:off x="-1301584" y="1624347"/>
            <a:ext cx="79201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solidFill>
                  <a:schemeClr val="bg1"/>
                </a:solidFill>
                <a:latin typeface="Arial"/>
                <a:ea typeface="Arial"/>
                <a:cs typeface="Arial"/>
              </a:rPr>
              <a:t>Dark Grey</a:t>
            </a:r>
            <a:br>
              <a:rPr sz="1000">
                <a:solidFill>
                  <a:schemeClr val="bg1"/>
                </a:solidFill>
                <a:latin typeface="Arial"/>
                <a:ea typeface="Arial"/>
                <a:cs typeface="Arial"/>
              </a:rPr>
            </a:br>
            <a:r>
              <a:rPr sz="1000">
                <a:solidFill>
                  <a:schemeClr val="bg1"/>
                </a:solidFill>
              </a:rPr>
              <a:t>777777</a:t>
            </a:r>
            <a:endParaRPr sz="1000">
              <a:solidFill>
                <a:schemeClr val="bg1"/>
              </a:solidFill>
              <a:latin typeface="Arial"/>
              <a:ea typeface="Arial"/>
              <a:cs typeface="Arial"/>
            </a:endParaRPr>
          </a:p>
        </p:txBody>
      </p:sp>
      <p:sp>
        <p:nvSpPr>
          <p:cNvPr id="19" name="TextBox 18">
            <a:extLst xmlns:a="http://schemas.openxmlformats.org/drawingml/2006/main">
              <a:ext uri="{FF2B5EF4-FFF2-40B4-BE49-F238E27FC236}">
                <a16:creationId xmlns:a16="http://schemas.microsoft.com/office/drawing/2014/main" id="{DC5062F4-50A3-5F4D-97CC-2E68DAC9E8D1}"/>
              </a:ext>
            </a:extLst>
          </p:cNvPr>
          <p:cNvSpPr>
            <a:spLocks xmlns:a="http://schemas.openxmlformats.org/drawingml/2006/main" noGrp="1"/>
          </p:cNvSpPr>
          <p:nvPr/>
        </p:nvSpPr>
        <p:spPr>
          <a:xfrm xmlns:a="http://schemas.openxmlformats.org/drawingml/2006/main">
            <a:off x="-1336363" y="3588406"/>
            <a:ext cx="685801"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Sand</a:t>
            </a:r>
          </a:p>
          <a:p xmlns:a="http://schemas.openxmlformats.org/drawingml/2006/main">
            <a:pPr>
              <a:lnSpc>
                <a:spcPct val="150000"/>
              </a:lnSpc>
              <a:buClr>
                <a:srgbClr val="D2B16D"/>
              </a:buClr>
              <a:buSzPct val="70000"/>
              <a:buNone/>
            </a:pPr>
            <a:r>
              <a:rPr sz="1000"/>
              <a:t>E0D5C0</a:t>
            </a:r>
            <a:endParaRPr sz="1000">
              <a:latin typeface="Arial"/>
              <a:ea typeface="Arial"/>
              <a:cs typeface="Arial"/>
            </a:endParaRPr>
          </a:p>
        </p:txBody>
      </p:sp>
      <p:sp>
        <p:nvSpPr>
          <p:cNvPr id="20" name="TextBox 19">
            <a:extLst xmlns:a="http://schemas.openxmlformats.org/drawingml/2006/main">
              <a:ext uri="{FF2B5EF4-FFF2-40B4-BE49-F238E27FC236}">
                <a16:creationId xmlns:a16="http://schemas.microsoft.com/office/drawing/2014/main" id="{8DF9139F-AB33-C942-A4C9-2A932C16E874}"/>
              </a:ext>
            </a:extLst>
          </p:cNvPr>
          <p:cNvSpPr>
            <a:spLocks xmlns:a="http://schemas.openxmlformats.org/drawingml/2006/main" noGrp="1"/>
          </p:cNvSpPr>
          <p:nvPr/>
        </p:nvSpPr>
        <p:spPr>
          <a:xfrm xmlns:a="http://schemas.openxmlformats.org/drawingml/2006/main">
            <a:off x="-1336363" y="4289458"/>
            <a:ext cx="685801"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t>Highlight</a:t>
            </a:r>
            <a:br>
              <a:rPr sz="1000"/>
            </a:br>
            <a:r>
              <a:rPr sz="1000"/>
              <a:t>ECB748</a:t>
            </a:r>
            <a:endParaRPr sz="1000">
              <a:latin typeface="Arial"/>
              <a:ea typeface="Arial"/>
              <a:cs typeface="Arial"/>
            </a:endParaRPr>
          </a:p>
        </p:txBody>
      </p:sp>
      <p:sp>
        <p:nvSpPr>
          <p:cNvPr id="21" name="TextBox 20">
            <a:extLst xmlns:a="http://schemas.openxmlformats.org/drawingml/2006/main">
              <a:ext uri="{FF2B5EF4-FFF2-40B4-BE49-F238E27FC236}">
                <a16:creationId xmlns:a16="http://schemas.microsoft.com/office/drawing/2014/main" id="{E1E3D5FF-412F-3446-9C5A-C792CFFD52B8}"/>
              </a:ext>
            </a:extLst>
          </p:cNvPr>
          <p:cNvSpPr>
            <a:spLocks xmlns:a="http://schemas.openxmlformats.org/drawingml/2006/main" noGrp="1"/>
          </p:cNvSpPr>
          <p:nvPr/>
        </p:nvSpPr>
        <p:spPr>
          <a:xfrm xmlns:a="http://schemas.openxmlformats.org/drawingml/2006/main">
            <a:off x="-1336363" y="4983233"/>
            <a:ext cx="685801"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t>Sky</a:t>
            </a:r>
            <a:br>
              <a:rPr sz="1000"/>
            </a:br>
            <a:r>
              <a:rPr sz="1000"/>
              <a:t>B3C9CD</a:t>
            </a:r>
            <a:endParaRPr sz="1000">
              <a:latin typeface="Arial"/>
              <a:ea typeface="Arial"/>
              <a:cs typeface="Arial"/>
            </a:endParaRPr>
          </a:p>
        </p:txBody>
      </p:sp>
      <p:sp>
        <p:nvSpPr>
          <p:cNvPr id="22" name="Rectangle 21">
            <a:extLst xmlns:a="http://schemas.openxmlformats.org/drawingml/2006/main">
              <a:ext uri="{FF2B5EF4-FFF2-40B4-BE49-F238E27FC236}">
                <a16:creationId xmlns:a16="http://schemas.microsoft.com/office/drawing/2014/main" id="{07B308F8-FDBB-D94E-AAD4-B7C8DE6E641C}"/>
              </a:ext>
            </a:extLst>
          </p:cNvPr>
          <p:cNvSpPr>
            <a:spLocks xmlns:a="http://schemas.openxmlformats.org/drawingml/2006/main" noGrp="1"/>
          </p:cNvSpPr>
          <p:nvPr/>
        </p:nvSpPr>
        <p:spPr>
          <a:xfrm xmlns:a="http://schemas.openxmlformats.org/drawingml/2006/main">
            <a:off x="-1336363" y="2917223"/>
            <a:ext cx="1143775" cy="606777"/>
          </a:xfrm>
          <a:prstGeom xmlns:a="http://schemas.openxmlformats.org/drawingml/2006/main" prst="rect">
            <a:avLst/>
          </a:prstGeom>
          <a:solidFill xmlns:a="http://schemas.openxmlformats.org/drawingml/2006/main">
            <a:srgbClr val="F5F3EF"/>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95CE59B3-A31D-5B49-A390-48365EC49154}"/>
              </a:ext>
            </a:extLst>
          </p:cNvPr>
          <p:cNvSpPr>
            <a:spLocks xmlns:a="http://schemas.openxmlformats.org/drawingml/2006/main" noGrp="1"/>
          </p:cNvSpPr>
          <p:nvPr/>
        </p:nvSpPr>
        <p:spPr>
          <a:xfrm xmlns:a="http://schemas.openxmlformats.org/drawingml/2006/main">
            <a:off x="-1336363" y="2933768"/>
            <a:ext cx="685801"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Cream</a:t>
            </a:r>
          </a:p>
          <a:p xmlns:a="http://schemas.openxmlformats.org/drawingml/2006/main">
            <a:pPr>
              <a:lnSpc>
                <a:spcPct val="150000"/>
              </a:lnSpc>
              <a:buClr>
                <a:srgbClr val="D2B16D"/>
              </a:buClr>
              <a:buSzPct val="70000"/>
              <a:buNone/>
            </a:pPr>
            <a:r>
              <a:rPr sz="1000">
                <a:latin typeface="Arial"/>
                <a:ea typeface="Arial"/>
                <a:cs typeface="Arial"/>
              </a:rPr>
              <a:t>F5F3EF</a:t>
            </a:r>
          </a:p>
        </p:txBody>
      </p:sp>
      <p:sp>
        <p:nvSpPr>
          <p:cNvPr id="26" name="TextBox 25">
            <a:extLst xmlns:a="http://schemas.openxmlformats.org/drawingml/2006/main">
              <a:ext uri="{FF2B5EF4-FFF2-40B4-BE49-F238E27FC236}">
                <a16:creationId xmlns:a16="http://schemas.microsoft.com/office/drawing/2014/main" id="{17B4DBEA-F44D-1D46-88A3-F25117523E43}"/>
              </a:ext>
            </a:extLst>
          </p:cNvPr>
          <p:cNvSpPr>
            <a:spLocks xmlns:a="http://schemas.openxmlformats.org/drawingml/2006/main" noGrp="1"/>
          </p:cNvSpPr>
          <p:nvPr/>
        </p:nvSpPr>
        <p:spPr>
          <a:xfrm xmlns:a="http://schemas.openxmlformats.org/drawingml/2006/main">
            <a:off x="-1378395" y="0"/>
            <a:ext cx="1129315"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i="0" spc="100" baseline="0">
                <a:latin typeface="+mj-lt"/>
                <a:ea typeface="+mj-lt"/>
                <a:cs typeface="+mj-lt"/>
              </a:rPr>
              <a:t>Colors:</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173d9dd929463d"/>
    <p:sldLayoutId xmlns:r="http://schemas.openxmlformats.org/officeDocument/2006/relationships" id="2147483650" r:id="R053c87deebfb408a"/>
    <p:sldLayoutId xmlns:r="http://schemas.openxmlformats.org/officeDocument/2006/relationships" id="2147483651" r:id="Rf3109b2dbb724b9a"/>
    <p:sldLayoutId xmlns:r="http://schemas.openxmlformats.org/officeDocument/2006/relationships" id="2147483652" r:id="Rfc8b287ff45a4a6d"/>
    <p:sldLayoutId xmlns:r="http://schemas.openxmlformats.org/officeDocument/2006/relationships" id="2147483653" r:id="R099ca85c4d9a423a"/>
    <p:sldLayoutId xmlns:r="http://schemas.openxmlformats.org/officeDocument/2006/relationships" id="2147483654" r:id="Re1147a74682a42a5"/>
    <p:sldLayoutId xmlns:r="http://schemas.openxmlformats.org/officeDocument/2006/relationships" id="2147483655" r:id="R0ebabf72c1d84627"/>
    <p:sldLayoutId xmlns:r="http://schemas.openxmlformats.org/officeDocument/2006/relationships" id="2147483656" r:id="Rbfc9b3950461414a"/>
    <p:sldLayoutId xmlns:r="http://schemas.openxmlformats.org/officeDocument/2006/relationships" id="2147483657" r:id="R851e5f65bc434275"/>
    <p:sldLayoutId xmlns:r="http://schemas.openxmlformats.org/officeDocument/2006/relationships" id="2147483658" r:id="R71aad23fbad94c35"/>
    <p:sldLayoutId xmlns:r="http://schemas.openxmlformats.org/officeDocument/2006/relationships" id="2147483659" r:id="R65b837ec39854cdb"/>
    <p:sldLayoutId xmlns:r="http://schemas.openxmlformats.org/officeDocument/2006/relationships" id="2147483660" r:id="Re073ba4df28d49ad"/>
    <p:sldLayoutId xmlns:r="http://schemas.openxmlformats.org/officeDocument/2006/relationships" id="2147483661" r:id="R16da321d9a1f4dbc"/>
    <p:sldLayoutId xmlns:r="http://schemas.openxmlformats.org/officeDocument/2006/relationships" id="2147483662" r:id="R2146a643151f44fa"/>
    <p:sldLayoutId xmlns:r="http://schemas.openxmlformats.org/officeDocument/2006/relationships" id="2147483663" r:id="R444f308299d34ec3"/>
    <p:sldLayoutId xmlns:r="http://schemas.openxmlformats.org/officeDocument/2006/relationships" id="2147483664" r:id="R84402b69de1d47b4"/>
    <p:sldLayoutId xmlns:r="http://schemas.openxmlformats.org/officeDocument/2006/relationships" id="2147483665" r:id="R6ae6ff50c07d4ebb"/>
    <p:sldLayoutId xmlns:r="http://schemas.openxmlformats.org/officeDocument/2006/relationships" id="2147483666" r:id="R3733f1f26bb74f72"/>
    <p:sldLayoutId xmlns:r="http://schemas.openxmlformats.org/officeDocument/2006/relationships" id="2147483667" r:id="R573c5a3e1a2e42ef"/>
    <p:sldLayoutId xmlns:r="http://schemas.openxmlformats.org/officeDocument/2006/relationships" id="2147483668" r:id="R92b1e5d81ccc4fd5"/>
    <p:sldLayoutId xmlns:r="http://schemas.openxmlformats.org/officeDocument/2006/relationships" id="2147483669" r:id="R762b9256833546bd"/>
    <p:sldLayoutId xmlns:r="http://schemas.openxmlformats.org/officeDocument/2006/relationships" id="2147483670" r:id="Reb335708547346f8"/>
    <p:sldLayoutId xmlns:r="http://schemas.openxmlformats.org/officeDocument/2006/relationships" id="2147483671" r:id="R4b20a953e97d42c4"/>
  </p:sldLayoutIdLst>
  <p:hf sldNum="0" hdr="0"/>
  <p:txStyles>
    <p:titleStyle>
      <a:lvl1pPr xmlns:a="http://schemas.openxmlformats.org/drawingml/2006/main" algn="l" defTabSz="914400">
        <a:lnSpc>
          <a:spcPct val="90000"/>
        </a:lnSpc>
        <a:spcBef>
          <a:spcPct val="0"/>
        </a:spcBef>
        <a:buNone/>
        <a:defRPr sz="4000" kern="1200" baseline="0">
          <a:solidFill>
            <a:schemeClr val="tx1"/>
          </a:solidFill>
          <a:latin typeface="Arial"/>
          <a:ea typeface="Arial"/>
          <a:cs typeface="Arial"/>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Arial"/>
          <a:ea typeface="Arial"/>
          <a:cs typeface="Arial"/>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Arial"/>
          <a:ea typeface="Arial"/>
          <a:cs typeface="Arial"/>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Arial"/>
          <a:ea typeface="Arial"/>
          <a:cs typeface="Arial"/>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Arial"/>
          <a:ea typeface="Arial"/>
          <a:cs typeface="Arial"/>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Arial"/>
          <a:ea typeface="Arial"/>
          <a:cs typeface="Arial"/>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VU Brand">
      <a:dk1>
        <a:srgbClr val="1C1C1C"/>
      </a:dk1>
      <a:lt1>
        <a:srgbClr val="F5F3EF"/>
      </a:lt1>
      <a:dk2>
        <a:srgbClr val="777777"/>
      </a:dk2>
      <a:lt2>
        <a:srgbClr val="E3E3E3"/>
      </a:lt2>
      <a:accent1>
        <a:srgbClr val="B3C9CD"/>
      </a:accent1>
      <a:accent2>
        <a:srgbClr val="ECB748"/>
      </a:accent2>
      <a:accent3>
        <a:srgbClr val="E0D5C0"/>
      </a:accent3>
      <a:accent4>
        <a:srgbClr val="F5F3EF"/>
      </a:accent4>
      <a:accent5>
        <a:srgbClr val="E0D5C0"/>
      </a:accent5>
      <a:accent6>
        <a:srgbClr val="FFFFFF"/>
      </a:accent6>
      <a:hlink>
        <a:srgbClr val="FFFFFF"/>
      </a:hlink>
      <a:folHlink>
        <a:srgbClr val="FFFFFF"/>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U Bran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161521999084085" /><Relationship Type="http://schemas.openxmlformats.org/officeDocument/2006/relationships/notesSlide" Target="/ppt/notesSlides/notesSlide1.xml" Id="R37c1a3d4d08a4a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9.xml" Id="Rb67823012fb84173" /><Relationship Type="http://schemas.openxmlformats.org/officeDocument/2006/relationships/image" Target="/ppt/media/image2.svg" Id="R4402ddde01c34cdd" /><Relationship Type="http://schemas.openxmlformats.org/officeDocument/2006/relationships/image" Target="/ppt/media/image2.png" Id="R085814b7faf54e81" /><Relationship Type="http://schemas.openxmlformats.org/officeDocument/2006/relationships/notesSlide" Target="/ppt/notesSlides/notesSlide2.xml" Id="Rc31d359f17d143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467b046d427d4fc8" /><Relationship Type="http://schemas.openxmlformats.org/officeDocument/2006/relationships/image" Target="/ppt/media/image3.svg" Id="R62e44c95b21d454b" /><Relationship Type="http://schemas.openxmlformats.org/officeDocument/2006/relationships/image" Target="/ppt/media/image3.png" Id="R3d1e65c9d4274941" /><Relationship Type="http://schemas.openxmlformats.org/officeDocument/2006/relationships/image" Target="/ppt/media/image5.png" Id="Re8a3eb2534c041de" /><Relationship Type="http://schemas.openxmlformats.org/officeDocument/2006/relationships/notesSlide" Target="/ppt/notesSlides/notesSlide3.xml" Id="R86b25425e71744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9.xml" Id="R7b6943a47a7b4ca8" /><Relationship Type="http://schemas.openxmlformats.org/officeDocument/2006/relationships/image" Target="/ppt/media/image4.svg" Id="Rc3e381b3722f459b" /><Relationship Type="http://schemas.openxmlformats.org/officeDocument/2006/relationships/image" Target="/ppt/media/image4.png" Id="R24db70338ebd4bda" /><Relationship Type="http://schemas.openxmlformats.org/officeDocument/2006/relationships/notesSlide" Target="/ppt/notesSlides/notesSlide4.xml" Id="R728659530ca546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8b83752b65dd4855" /><Relationship Type="http://schemas.openxmlformats.org/officeDocument/2006/relationships/image" Target="/ppt/media/image5.svg" Id="Rd7be759945604276" /><Relationship Type="http://schemas.openxmlformats.org/officeDocument/2006/relationships/image" Target="/ppt/media/image5.png" Id="R9b00444bf46847bf" /><Relationship Type="http://schemas.openxmlformats.org/officeDocument/2006/relationships/notesSlide" Target="/ppt/notesSlides/notesSlide5.xml" Id="R846fcf666c5e47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f4eee69f042a4117" /><Relationship Type="http://schemas.openxmlformats.org/officeDocument/2006/relationships/notesSlide" Target="/ppt/notesSlides/notesSlide6.xml" Id="Rfaeb91e996a84f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9.xml" Id="Rb50e44bf81a942bf" /><Relationship Type="http://schemas.openxmlformats.org/officeDocument/2006/relationships/notesSlide" Target="/ppt/notesSlides/notesSlide7.xml" Id="R4e31fe56f03248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9.xml" Id="Raf8b0eafc4d948a7" /><Relationship Type="http://schemas.openxmlformats.org/officeDocument/2006/relationships/image" Target="/ppt/media/image6.png" Id="R8afadfa3c99f4252" /><Relationship Type="http://schemas.openxmlformats.org/officeDocument/2006/relationships/image" Target="/ppt/media/image6.svg" Id="R863339c55e6c4844" /><Relationship Type="http://schemas.openxmlformats.org/officeDocument/2006/relationships/notesSlide" Target="/ppt/notesSlides/notesSlide8.xml" Id="R7f02793fb6d04a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317c3fb1ae0c47eb" /><Relationship Type="http://schemas.openxmlformats.org/officeDocument/2006/relationships/image" Target="/ppt/media/image7.png" Id="Rc51e96af5bc341e6" /><Relationship Type="http://schemas.openxmlformats.org/officeDocument/2006/relationships/image" Target="/ppt/media/image7.svg" Id="R71a69cc4bb32401d" /><Relationship Type="http://schemas.openxmlformats.org/officeDocument/2006/relationships/notesSlide" Target="/ppt/notesSlides/notesSlide9.xml" Id="R355c61bc7c8643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9.xml" Id="R1ff10812a287462c" /><Relationship Type="http://schemas.openxmlformats.org/officeDocument/2006/relationships/notesSlide" Target="/ppt/notesSlides/notesSlide10.xml" Id="R7cc1c7df790145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9.xml" Id="Rb12bf8f8a3584676" /><Relationship Type="http://schemas.openxmlformats.org/officeDocument/2006/relationships/notesSlide" Target="/ppt/notesSlides/notesSlide11.xml" Id="Reb95f49b89694c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9.xml" Id="R69b90354a8eb4044" /><Relationship Type="http://schemas.openxmlformats.org/officeDocument/2006/relationships/notesSlide" Target="/ppt/notesSlides/notesSlide12.xml" Id="R6d7f55f2020f49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0.xml" Id="R9233036cfdc54a45" /><Relationship Type="http://schemas.openxmlformats.org/officeDocument/2006/relationships/notesSlide" Target="/ppt/notesSlides/notesSlide13.xml" Id="R07b998d8740a47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9.xml" Id="R6e62061ef2e4474e" /><Relationship Type="http://schemas.openxmlformats.org/officeDocument/2006/relationships/image" Target="/ppt/media/image8.png" Id="R35775e0144004626" /><Relationship Type="http://schemas.openxmlformats.org/officeDocument/2006/relationships/notesSlide" Target="/ppt/notesSlides/notesSlide14.xml" Id="Rbd2dee00ad794b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9.xml" Id="R5d8a294e6b414415" /><Relationship Type="http://schemas.openxmlformats.org/officeDocument/2006/relationships/image" Target="/ppt/media/image8.svg" Id="R29586d5b7f424747" /><Relationship Type="http://schemas.openxmlformats.org/officeDocument/2006/relationships/image" Target="/ppt/media/image8.png" Id="R91eb31564b42481d" /><Relationship Type="http://schemas.openxmlformats.org/officeDocument/2006/relationships/notesSlide" Target="/ppt/notesSlides/notesSlide15.xml" Id="R4c60c500c6cc46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9.xml" Id="Rb019a825e7444b40" /><Relationship Type="http://schemas.openxmlformats.org/officeDocument/2006/relationships/notesSlide" Target="/ppt/notesSlides/notesSlide16.xml" Id="Rfc2f1976a8e04b0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9.xml" Id="Rb620a4b7ae1842f0" /><Relationship Type="http://schemas.openxmlformats.org/officeDocument/2006/relationships/notesSlide" Target="/ppt/notesSlides/notesSlide17.xml" Id="R7052d56aff8249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0.xml" Id="Rc56b84f49dcc4410" /><Relationship Type="http://schemas.openxmlformats.org/officeDocument/2006/relationships/notesSlide" Target="/ppt/notesSlides/notesSlide18.xml" Id="Rd8233422318f46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9.xml" Id="Rc17934c2dcd941b4" /><Relationship Type="http://schemas.openxmlformats.org/officeDocument/2006/relationships/notesSlide" Target="/ppt/notesSlides/notesSlide19.xml" Id="Ra0321f7faa0f498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d83a3d6d81f44a45" /><Relationship Type="http://schemas.openxmlformats.org/officeDocument/2006/relationships/notesSlide" Target="/ppt/notesSlides/notesSlide20.xml" Id="R86d317627aaa433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9.xml" Id="Red929ecc16204f61" /><Relationship Type="http://schemas.openxmlformats.org/officeDocument/2006/relationships/image" Target="/ppt/media/image9.png" Id="Ra9aae3dd969a4072" /><Relationship Type="http://schemas.openxmlformats.org/officeDocument/2006/relationships/image" Target="/ppt/media/image9.svg" Id="R4f617a9295f047a6" /><Relationship Type="http://schemas.openxmlformats.org/officeDocument/2006/relationships/notesSlide" Target="/ppt/notesSlides/notesSlide21.xml" Id="R168b3568632e4d9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9.xml" Id="R41a3bf6fab62463f" /><Relationship Type="http://schemas.openxmlformats.org/officeDocument/2006/relationships/notesSlide" Target="/ppt/notesSlides/notesSlide22.xml" Id="R5fdeaea3991c4e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9.xml" Id="Ra4747f72b6c24e15" /><Relationship Type="http://schemas.openxmlformats.org/officeDocument/2006/relationships/image" Target="/ppt/media/image10.png" Id="Ra397a41add1b4a52" /><Relationship Type="http://schemas.openxmlformats.org/officeDocument/2006/relationships/image" Target="/ppt/media/image10.svg" Id="R6430b9c89799489f" /><Relationship Type="http://schemas.openxmlformats.org/officeDocument/2006/relationships/notesSlide" Target="/ppt/notesSlides/notesSlide23.xml" Id="Rf195e14741794e8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9.xml" Id="R98dbf7088687401c" /><Relationship Type="http://schemas.openxmlformats.org/officeDocument/2006/relationships/chart" Target="/ppt/slides/charts/chart1.xml" Id="R2e8318979f6c4752" /><Relationship Type="http://schemas.openxmlformats.org/officeDocument/2006/relationships/chart" Target="/ppt/slides/charts/chart2.xml" Id="R7646456dedcd4e98" /><Relationship Type="http://schemas.openxmlformats.org/officeDocument/2006/relationships/notesSlide" Target="/ppt/notesSlides/notesSlide24.xml" Id="Rccb74dc65c5846a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9.xml" Id="R2d70876ed93c496f" /><Relationship Type="http://schemas.openxmlformats.org/officeDocument/2006/relationships/image" Target="/ppt/media/image11.png" Id="Rfcdee784aefc49cc" /><Relationship Type="http://schemas.openxmlformats.org/officeDocument/2006/relationships/image" Target="/ppt/media/image11.svg" Id="Rc5626701580141b2" /><Relationship Type="http://schemas.openxmlformats.org/officeDocument/2006/relationships/notesSlide" Target="/ppt/notesSlides/notesSlide25.xml" Id="R5dd0a2cfd9fe4c3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9.xml" Id="R4acc885d570f4897" /><Relationship Type="http://schemas.openxmlformats.org/officeDocument/2006/relationships/chart" Target="/ppt/slides/charts/chart3.xml" Id="R7319490d00454ce2" /><Relationship Type="http://schemas.openxmlformats.org/officeDocument/2006/relationships/chart" Target="/ppt/slides/charts/chart4.xml" Id="Rc1592829b04b4f34" /><Relationship Type="http://schemas.openxmlformats.org/officeDocument/2006/relationships/notesSlide" Target="/ppt/notesSlides/notesSlide26.xml" Id="Rcfd340f49767490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9.xml" Id="R01e062b34f3a4db9" /><Relationship Type="http://schemas.openxmlformats.org/officeDocument/2006/relationships/chart" Target="/ppt/slides/charts/chart5.xml" Id="R89ab2246885c40b0" /><Relationship Type="http://schemas.openxmlformats.org/officeDocument/2006/relationships/notesSlide" Target="/ppt/notesSlides/notesSlide27.xml" Id="R22efc5cc1e35409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9.xml" Id="R11a4c348e27e41e9" /><Relationship Type="http://schemas.openxmlformats.org/officeDocument/2006/relationships/image" Target="/ppt/media/image12.png" Id="R1dac368e9e464402" /><Relationship Type="http://schemas.openxmlformats.org/officeDocument/2006/relationships/image" Target="/ppt/media/image12.svg" Id="Rd9412a7ff7df4f7a" /><Relationship Type="http://schemas.openxmlformats.org/officeDocument/2006/relationships/notesSlide" Target="/ppt/notesSlides/notesSlide28.xml" Id="R921e00bb7f7d4f7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a89aaffe199f433f" /><Relationship Type="http://schemas.openxmlformats.org/officeDocument/2006/relationships/notesSlide" Target="/ppt/notesSlides/notesSlide29.xml" Id="Rff4a00a3e5ad4a8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9.xml" Id="R3587cd775a25430b" /><Relationship Type="http://schemas.openxmlformats.org/officeDocument/2006/relationships/notesSlide" Target="/ppt/notesSlides/notesSlide30.xml" Id="R7e217f8d69594e1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9.xml" Id="R9f7be057ddae4e57" /><Relationship Type="http://schemas.openxmlformats.org/officeDocument/2006/relationships/notesSlide" Target="/ppt/notesSlides/notesSlide31.xml" Id="R2cac13c69f3c435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9.xml" Id="Rfc01d662f4194788" /><Relationship Type="http://schemas.openxmlformats.org/officeDocument/2006/relationships/notesSlide" Target="/ppt/notesSlides/notesSlide32.xml" Id="R00cedfe9ef6b485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9.xml" Id="Rd34dceca0a3d435f" /><Relationship Type="http://schemas.openxmlformats.org/officeDocument/2006/relationships/notesSlide" Target="/ppt/notesSlides/notesSlide33.xml" Id="R19655e5794f84a8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0.xml" Id="R8b2e7f403bd44096" /><Relationship Type="http://schemas.openxmlformats.org/officeDocument/2006/relationships/notesSlide" Target="/ppt/notesSlides/notesSlide34.xml" Id="Rc35b327fab61419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9.xml" Id="R3a7b269a494c4510" /><Relationship Type="http://schemas.openxmlformats.org/officeDocument/2006/relationships/notesSlide" Target="/ppt/notesSlides/notesSlide35.xml" Id="R848e6fae918d43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9.xml" Id="Rfd5ed044be7f4496" /><Relationship Type="http://schemas.openxmlformats.org/officeDocument/2006/relationships/notesSlide" Target="/ppt/notesSlides/notesSlide36.xml" Id="Ra14857d16a72446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4.xlsx"/></Relationships>
</file>

<file path=ppt/slides/charts/_rels/chart4.xml.rels><Relationships xmlns="http://schemas.openxmlformats.org/package/2006/relationships"><Relationship Id="rIdChartSnapshot1" Type="http://schemas.openxmlformats.org/officeDocument/2006/relationships/package" Target="../../embeddings/chart-data-snapshot-005.xlsx"/></Relationships>
</file>

<file path=ppt/slides/charts/_rels/chart5.xml.rels><?xml version='1.0' encoding='utf-8'?>
<Relationships xmlns="http://schemas.openxmlformats.org/package/2006/relationships"><Relationship Id="rIdOriginalWorkbook" Type="http://schemas.openxmlformats.org/officeDocument/2006/relationships/package" Target="../../embeddings/chart-data-snapshot-003.xlsx" /></Relationships>
</file>

<file path=ppt/slides/charts/chart1.xml><?xml version="1.0" encoding="utf-8"?>
<ns0:chartSpace xmlns:ns0="http://schemas.openxmlformats.org/drawingml/2006/chart" xmlns:ns1="http://schemas.openxmlformats.org/drawingml/2006/main" xmlns:r="http://schemas.openxmlformats.org/officeDocument/2006/relationships">
  <ns0:lang val="en-US"/>
  <ns0:chart>
    <ns0:title>
      <ns0:tx>
        <ns0:rich>
          <ns1:bodyPr/>
          <ns1:lstStyle/>
          <ns1:p>
            <ns1:r>
              <ns1:rPr sz="1500">
                <ns1:solidFill>
                  <ns1:srgbClr val="1C1C1C"/>
                </ns1:solidFill>
                <ns1:latin typeface="Arial"/>
                <ns1:ea typeface="Arial"/>
                <ns1:cs typeface="Arial"/>
              </ns1:rPr>
              <ns1:t>Full Multisine Test Rollout</ns1:t>
            </ns1:r>
          </ns1:p>
        </ns0:rich>
      </ns0:tx>
      <ns0:overlay val="0"/>
      <ns0:txPr>
        <ns1:bodyPr anchorCtr="1"/>
        <ns1:lstStyle/>
        <ns1:p>
          <ns1:pPr>
            <ns1:defRPr sz="1500">
              <ns1:solidFill>
                <ns1:srgbClr val="1C1C1C"/>
              </ns1:solidFill>
              <ns1:latin typeface="Arial"/>
              <ns1:ea typeface="Arial"/>
              <ns1:cs typeface="Arial"/>
            </ns1:defRPr>
          </ns1:pPr>
        </ns1:p>
      </ns0:txPr>
    </ns0:title>
    <ns0:plotArea>
      <ns0:scatterChart>
        <ns0:scatterStyle val="lineMarker"/>
        <ns0:varyColors val="0"/>
        <ns0:ser>
          <ns0:idx val="0"/>
          <ns0:order val="0"/>
          <ns0:tx>
            <ns0:v>Measured Samples</ns0:v>
          </ns0:tx>
          <ns0:spPr>
            <ns1:ln w="0">
              <ns1:noFill/>
              <ns1:prstDash val="solid"/>
            </ns1:ln>
          </ns0:spPr>
          <ns0:marker>
            <ns0:symbol val="circle"/>
            <ns0:size val="2"/>
            <ns0:spPr>
              <ns1:solidFill>
                <ns1:srgbClr val="777777"/>
              </ns1:solidFill>
              <ns1:ln w="0">
                <ns1:noFill/>
                <ns1:prstDash val="solid"/>
              </ns1:ln>
            </ns0:spPr>
          </ns0:marker>
          <ns0:xVal>
            <ns0:numRef>
              <ns0:f>'Chart Data'!$A$2:$A$2000</ns0:f>
              <ns0:numCache>
                <ns0:formatCode>General</ns0:formatCode>
                <ns0:ptCount val="1999"/>
                <ns0:pt idx="0">
                  <ns0:v>0</ns0:v>
                </ns0:pt>
                <ns0:pt idx="1">
                  <ns0:v>0.00163840419431</ns0:v>
                </ns0:pt>
                <ns0:pt idx="2">
                  <ns0:v>0.00327680838863</ns0:v>
                </ns0:pt>
                <ns0:pt idx="3">
                  <ns0:v>0.00491521258294</ns0:v>
                </ns0:pt>
                <ns0:pt idx="4">
                  <ns0:v>0.00655361677726</ns0:v>
                </ns0:pt>
                <ns0:pt idx="5">
                  <ns0:v>0.00819202097157</ns0:v>
                </ns0:pt>
                <ns0:pt idx="6">
                  <ns0:v>0.00983042516589</ns0:v>
                </ns0:pt>
                <ns0:pt idx="7">
                  <ns0:v>0.0114688293602</ns0:v>
                </ns0:pt>
                <ns0:pt idx="8">
                  <ns0:v>0.0131072335545</ns0:v>
                </ns0:pt>
                <ns0:pt idx="9">
                  <ns0:v>0.0147456377488</ns0:v>
                </ns0:pt>
                <ns0:pt idx="10">
                  <ns0:v>0.0163840419431</ns0:v>
                </ns0:pt>
                <ns0:pt idx="11">
                  <ns0:v>0.0180224461375</ns0:v>
                </ns0:pt>
                <ns0:pt idx="12">
                  <ns0:v>0.0196608503318</ns0:v>
                </ns0:pt>
                <ns0:pt idx="13">
                  <ns0:v>0.0212992545261</ns0:v>
                </ns0:pt>
                <ns0:pt idx="14">
                  <ns0:v>0.0229376587204</ns0:v>
                </ns0:pt>
                <ns0:pt idx="15">
                  <ns0:v>0.0245760629147</ns0:v>
                </ns0:pt>
                <ns0:pt idx="16">
                  <ns0:v>0.026214467109</ns0:v>
                </ns0:pt>
                <ns0:pt idx="17">
                  <ns0:v>0.0278528713034</ns0:v>
                </ns0:pt>
                <ns0:pt idx="18">
                  <ns0:v>0.0294912754977</ns0:v>
                </ns0:pt>
                <ns0:pt idx="19">
                  <ns0:v>0.031129679692</ns0:v>
                </ns0:pt>
                <ns0:pt idx="20">
                  <ns0:v>0.0327680838863</ns0:v>
                </ns0:pt>
                <ns0:pt idx="21">
                  <ns0:v>0.0344064880806</ns0:v>
                </ns0:pt>
                <ns0:pt idx="22">
                  <ns0:v>0.0360448922749</ns0:v>
                </ns0:pt>
                <ns0:pt idx="23">
                  <ns0:v>0.0376832964692</ns0:v>
                </ns0:pt>
                <ns0:pt idx="24">
                  <ns0:v>0.0393217006636</ns0:v>
                </ns0:pt>
                <ns0:pt idx="25">
                  <ns0:v>0.0409601048579</ns0:v>
                </ns0:pt>
                <ns0:pt idx="26">
                  <ns0:v>0.0425985090522</ns0:v>
                </ns0:pt>
                <ns0:pt idx="27">
                  <ns0:v>0.0442369132465</ns0:v>
                </ns0:pt>
                <ns0:pt idx="28">
                  <ns0:v>0.0458753174408</ns0:v>
                </ns0:pt>
                <ns0:pt idx="29">
                  <ns0:v>0.0475137216351</ns0:v>
                </ns0:pt>
                <ns0:pt idx="30">
                  <ns0:v>0.0491521258294</ns0:v>
                </ns0:pt>
                <ns0:pt idx="31">
                  <ns0:v>0.0507905300238</ns0:v>
                </ns0:pt>
                <ns0:pt idx="32">
                  <ns0:v>0.0524289342181</ns0:v>
                </ns0:pt>
                <ns0:pt idx="33">
                  <ns0:v>0.0540673384124</ns0:v>
                </ns0:pt>
                <ns0:pt idx="34">
                  <ns0:v>0.0557057426067</ns0:v>
                </ns0:pt>
                <ns0:pt idx="35">
                  <ns0:v>0.057344146801</ns0:v>
                </ns0:pt>
                <ns0:pt idx="36">
                  <ns0:v>0.0589825509953</ns0:v>
                </ns0:pt>
                <ns0:pt idx="37">
                  <ns0:v>0.0606209551896</ns0:v>
                </ns0:pt>
                <ns0:pt idx="38">
                  <ns0:v>0.062259359384</ns0:v>
                </ns0:pt>
                <ns0:pt idx="39">
                  <ns0:v>0.0638977635783</ns0:v>
                </ns0:pt>
                <ns0:pt idx="40">
                  <ns0:v>0.0655361677726</ns0:v>
                </ns0:pt>
                <ns0:pt idx="41">
                  <ns0:v>0.0671745719669</ns0:v>
                </ns0:pt>
                <ns0:pt idx="42">
                  <ns0:v>0.0688129761612</ns0:v>
                </ns0:pt>
                <ns0:pt idx="43">
                  <ns0:v>0.0704513803555</ns0:v>
                </ns0:pt>
                <ns0:pt idx="44">
                  <ns0:v>0.0720897845498</ns0:v>
                </ns0:pt>
                <ns0:pt idx="45">
                  <ns0:v>0.0737281887442</ns0:v>
                </ns0:pt>
                <ns0:pt idx="46">
                  <ns0:v>0.0753665929385</ns0:v>
                </ns0:pt>
                <ns0:pt idx="47">
                  <ns0:v>0.0770049971328</ns0:v>
                </ns0:pt>
                <ns0:pt idx="48">
                  <ns0:v>0.0786434013271</ns0:v>
                </ns0:pt>
                <ns0:pt idx="49">
                  <ns0:v>0.0802818055214</ns0:v>
                </ns0:pt>
                <ns0:pt idx="50">
                  <ns0:v>0.0819202097157</ns0:v>
                </ns0:pt>
                <ns0:pt idx="51">
                  <ns0:v>0.0835586139101</ns0:v>
                </ns0:pt>
                <ns0:pt idx="52">
                  <ns0:v>0.0851970181044</ns0:v>
                </ns0:pt>
                <ns0:pt idx="53">
                  <ns0:v>0.0868354222987</ns0:v>
                </ns0:pt>
                <ns0:pt idx="54">
                  <ns0:v>0.088473826493</ns0:v>
                </ns0:pt>
                <ns0:pt idx="55">
                  <ns0:v>0.0901122306873</ns0:v>
                </ns0:pt>
                <ns0:pt idx="56">
                  <ns0:v>0.0917506348816</ns0:v>
                </ns0:pt>
                <ns0:pt idx="57">
                  <ns0:v>0.0933890390759</ns0:v>
                </ns0:pt>
                <ns0:pt idx="58">
                  <ns0:v>0.0950274432703</ns0:v>
                </ns0:pt>
                <ns0:pt idx="59">
                  <ns0:v>0.0966658474646</ns0:v>
                </ns0:pt>
                <ns0:pt idx="60">
                  <ns0:v>0.0983042516589</ns0:v>
                </ns0:pt>
                <ns0:pt idx="61">
                  <ns0:v>0.0999426558532</ns0:v>
                </ns0:pt>
                <ns0:pt idx="62">
                  <ns0:v>0.101581060048</ns0:v>
                </ns0:pt>
                <ns0:pt idx="63">
                  <ns0:v>0.103219464242</ns0:v>
                </ns0:pt>
                <ns0:pt idx="64">
                  <ns0:v>0.104857868436</ns0:v>
                </ns0:pt>
                <ns0:pt idx="65">
                  <ns0:v>0.10649627263</ns0:v>
                </ns0:pt>
                <ns0:pt idx="66">
                  <ns0:v>0.108134676825</ns0:v>
                </ns0:pt>
                <ns0:pt idx="67">
                  <ns0:v>0.109773081019</ns0:v>
                </ns0:pt>
                <ns0:pt idx="68">
                  <ns0:v>0.111411485213</ns0:v>
                </ns0:pt>
                <ns0:pt idx="69">
                  <ns0:v>0.113049889408</ns0:v>
                </ns0:pt>
                <ns0:pt idx="70">
                  <ns0:v>0.114688293602</ns0:v>
                </ns0:pt>
                <ns0:pt idx="71">
                  <ns0:v>0.116326697796</ns0:v>
                </ns0:pt>
                <ns0:pt idx="72">
                  <ns0:v>0.117965101991</ns0:v>
                </ns0:pt>
                <ns0:pt idx="73">
                  <ns0:v>0.119603506185</ns0:v>
                </ns0:pt>
                <ns0:pt idx="74">
                  <ns0:v>0.121241910379</ns0:v>
                </ns0:pt>
                <ns0:pt idx="75">
                  <ns0:v>0.122880314574</ns0:v>
                </ns0:pt>
                <ns0:pt idx="76">
                  <ns0:v>0.124518718768</ns0:v>
                </ns0:pt>
                <ns0:pt idx="77">
                  <ns0:v>0.126157122962</ns0:v>
                </ns0:pt>
                <ns0:pt idx="78">
                  <ns0:v>0.127795527157</ns0:v>
                </ns0:pt>
                <ns0:pt idx="79">
                  <ns0:v>0.129433931351</ns0:v>
                </ns0:pt>
                <ns0:pt idx="80">
                  <ns0:v>0.131072335545</ns0:v>
                </ns0:pt>
                <ns0:pt idx="81">
                  <ns0:v>0.132710739739</ns0:v>
                </ns0:pt>
                <ns0:pt idx="82">
                  <ns0:v>0.134349143934</ns0:v>
                </ns0:pt>
                <ns0:pt idx="83">
                  <ns0:v>0.135987548128</ns0:v>
                </ns0:pt>
                <ns0:pt idx="84">
                  <ns0:v>0.137625952322</ns0:v>
                </ns0:pt>
                <ns0:pt idx="85">
                  <ns0:v>0.139264356517</ns0:v>
                </ns0:pt>
                <ns0:pt idx="86">
                  <ns0:v>0.140902760711</ns0:v>
                </ns0:pt>
                <ns0:pt idx="87">
                  <ns0:v>0.142541164905</ns0:v>
                </ns0:pt>
                <ns0:pt idx="88">
                  <ns0:v>0.1441795691</ns0:v>
                </ns0:pt>
                <ns0:pt idx="89">
                  <ns0:v>0.145817973294</ns0:v>
                </ns0:pt>
                <ns0:pt idx="90">
                  <ns0:v>0.147456377488</ns0:v>
                </ns0:pt>
                <ns0:pt idx="91">
                  <ns0:v>0.149094781683</ns0:v>
                </ns0:pt>
                <ns0:pt idx="92">
                  <ns0:v>0.150733185877</ns0:v>
                </ns0:pt>
                <ns0:pt idx="93">
                  <ns0:v>0.152371590071</ns0:v>
                </ns0:pt>
                <ns0:pt idx="94">
                  <ns0:v>0.154009994266</ns0:v>
                </ns0:pt>
                <ns0:pt idx="95">
                  <ns0:v>0.15564839846</ns0:v>
                </ns0:pt>
                <ns0:pt idx="96">
                  <ns0:v>0.157286802654</ns0:v>
                </ns0:pt>
                <ns0:pt idx="97">
                  <ns0:v>0.158925206849</ns0:v>
                </ns0:pt>
                <ns0:pt idx="98">
                  <ns0:v>0.160563611043</ns0:v>
                </ns0:pt>
                <ns0:pt idx="99">
                  <ns0:v>0.162202015237</ns0:v>
                </ns0:pt>
                <ns0:pt idx="100">
                  <ns0:v>0.163840419431</ns0:v>
                </ns0:pt>
                <ns0:pt idx="101">
                  <ns0:v>0.165478823626</ns0:v>
                </ns0:pt>
                <ns0:pt idx="102">
                  <ns0:v>0.16711722782</ns0:v>
                </ns0:pt>
                <ns0:pt idx="103">
                  <ns0:v>0.168755632014</ns0:v>
                </ns0:pt>
                <ns0:pt idx="104">
                  <ns0:v>0.170394036209</ns0:v>
                </ns0:pt>
                <ns0:pt idx="105">
                  <ns0:v>0.172032440403</ns0:v>
                </ns0:pt>
                <ns0:pt idx="106">
                  <ns0:v>0.173670844597</ns0:v>
                </ns0:pt>
                <ns0:pt idx="107">
                  <ns0:v>0.175309248792</ns0:v>
                </ns0:pt>
                <ns0:pt idx="108">
                  <ns0:v>0.176947652986</ns0:v>
                </ns0:pt>
                <ns0:pt idx="109">
                  <ns0:v>0.17858605718</ns0:v>
                </ns0:pt>
                <ns0:pt idx="110">
                  <ns0:v>0.180224461375</ns0:v>
                </ns0:pt>
                <ns0:pt idx="111">
                  <ns0:v>0.181862865569</ns0:v>
                </ns0:pt>
                <ns0:pt idx="112">
                  <ns0:v>0.183501269763</ns0:v>
                </ns0:pt>
                <ns0:pt idx="113">
                  <ns0:v>0.185139673958</ns0:v>
                </ns0:pt>
                <ns0:pt idx="114">
                  <ns0:v>0.186778078152</ns0:v>
                </ns0:pt>
                <ns0:pt idx="115">
                  <ns0:v>0.188416482346</ns0:v>
                </ns0:pt>
                <ns0:pt idx="116">
                  <ns0:v>0.190054886541</ns0:v>
                </ns0:pt>
                <ns0:pt idx="117">
                  <ns0:v>0.191693290735</ns0:v>
                </ns0:pt>
                <ns0:pt idx="118">
                  <ns0:v>0.193331694929</ns0:v>
                </ns0:pt>
                <ns0:pt idx="119">
                  <ns0:v>0.194970099123</ns0:v>
                </ns0:pt>
                <ns0:pt idx="120">
                  <ns0:v>0.196608503318</ns0:v>
                </ns0:pt>
                <ns0:pt idx="121">
                  <ns0:v>0.198246907512</ns0:v>
                </ns0:pt>
                <ns0:pt idx="122">
                  <ns0:v>0.199885311706</ns0:v>
                </ns0:pt>
                <ns0:pt idx="123">
                  <ns0:v>0.201523715901</ns0:v>
                </ns0:pt>
                <ns0:pt idx="124">
                  <ns0:v>0.203162120095</ns0:v>
                </ns0:pt>
                <ns0:pt idx="125">
                  <ns0:v>0.204800524289</ns0:v>
                </ns0:pt>
                <ns0:pt idx="126">
                  <ns0:v>0.206438928484</ns0:v>
                </ns0:pt>
                <ns0:pt idx="127">
                  <ns0:v>0.208077332678</ns0:v>
                </ns0:pt>
                <ns0:pt idx="128">
                  <ns0:v>0.209715736872</ns0:v>
                </ns0:pt>
                <ns0:pt idx="129">
                  <ns0:v>0.211354141067</ns0:v>
                </ns0:pt>
                <ns0:pt idx="130">
                  <ns0:v>0.212992545261</ns0:v>
                </ns0:pt>
                <ns0:pt idx="131">
                  <ns0:v>0.214630949455</ns0:v>
                </ns0:pt>
                <ns0:pt idx="132">
                  <ns0:v>0.21626935365</ns0:v>
                </ns0:pt>
                <ns0:pt idx="133">
                  <ns0:v>0.217907757844</ns0:v>
                </ns0:pt>
                <ns0:pt idx="134">
                  <ns0:v>0.219546162038</ns0:v>
                </ns0:pt>
                <ns0:pt idx="135">
                  <ns0:v>0.221184566232</ns0:v>
                </ns0:pt>
                <ns0:pt idx="136">
                  <ns0:v>0.222822970427</ns0:v>
                </ns0:pt>
                <ns0:pt idx="137">
                  <ns0:v>0.224461374621</ns0:v>
                </ns0:pt>
                <ns0:pt idx="138">
                  <ns0:v>0.226099778815</ns0:v>
                </ns0:pt>
                <ns0:pt idx="139">
                  <ns0:v>0.22773818301</ns0:v>
                </ns0:pt>
                <ns0:pt idx="140">
                  <ns0:v>0.229376587204</ns0:v>
                </ns0:pt>
                <ns0:pt idx="141">
                  <ns0:v>0.231014991398</ns0:v>
                </ns0:pt>
                <ns0:pt idx="142">
                  <ns0:v>0.232653395593</ns0:v>
                </ns0:pt>
                <ns0:pt idx="143">
                  <ns0:v>0.234291799787</ns0:v>
                </ns0:pt>
                <ns0:pt idx="144">
                  <ns0:v>0.235930203981</ns0:v>
                </ns0:pt>
                <ns0:pt idx="145">
                  <ns0:v>0.237568608176</ns0:v>
                </ns0:pt>
                <ns0:pt idx="146">
                  <ns0:v>0.23920701237</ns0:v>
                </ns0:pt>
                <ns0:pt idx="147">
                  <ns0:v>0.240845416564</ns0:v>
                </ns0:pt>
                <ns0:pt idx="148">
                  <ns0:v>0.242483820759</ns0:v>
                </ns0:pt>
                <ns0:pt idx="149">
                  <ns0:v>0.244122224953</ns0:v>
                </ns0:pt>
                <ns0:pt idx="150">
                  <ns0:v>0.245760629147</ns0:v>
                </ns0:pt>
                <ns0:pt idx="151">
                  <ns0:v>0.247399033342</ns0:v>
                </ns0:pt>
                <ns0:pt idx="152">
                  <ns0:v>0.249037437536</ns0:v>
                </ns0:pt>
                <ns0:pt idx="153">
                  <ns0:v>0.25067584173</ns0:v>
                </ns0:pt>
                <ns0:pt idx="154">
                  <ns0:v>0.252314245924</ns0:v>
                </ns0:pt>
                <ns0:pt idx="155">
                  <ns0:v>0.253952650119</ns0:v>
                </ns0:pt>
                <ns0:pt idx="156">
                  <ns0:v>0.255591054313</ns0:v>
                </ns0:pt>
                <ns0:pt idx="157">
                  <ns0:v>0.257229458507</ns0:v>
                </ns0:pt>
                <ns0:pt idx="158">
                  <ns0:v>0.258867862702</ns0:v>
                </ns0:pt>
                <ns0:pt idx="159">
                  <ns0:v>0.260506266896</ns0:v>
                </ns0:pt>
                <ns0:pt idx="160">
                  <ns0:v>0.26214467109</ns0:v>
                </ns0:pt>
                <ns0:pt idx="161">
                  <ns0:v>0.263783075285</ns0:v>
                </ns0:pt>
                <ns0:pt idx="162">
                  <ns0:v>0.265421479479</ns0:v>
                </ns0:pt>
                <ns0:pt idx="163">
                  <ns0:v>0.267059883673</ns0:v>
                </ns0:pt>
                <ns0:pt idx="164">
                  <ns0:v>0.268698287868</ns0:v>
                </ns0:pt>
                <ns0:pt idx="165">
                  <ns0:v>0.270336692062</ns0:v>
                </ns0:pt>
                <ns0:pt idx="166">
                  <ns0:v>0.271975096256</ns0:v>
                </ns0:pt>
                <ns0:pt idx="167">
                  <ns0:v>0.273613500451</ns0:v>
                </ns0:pt>
                <ns0:pt idx="168">
                  <ns0:v>0.275251904645</ns0:v>
                </ns0:pt>
                <ns0:pt idx="169">
                  <ns0:v>0.276890308839</ns0:v>
                </ns0:pt>
                <ns0:pt idx="170">
                  <ns0:v>0.278528713034</ns0:v>
                </ns0:pt>
                <ns0:pt idx="171">
                  <ns0:v>0.280167117228</ns0:v>
                </ns0:pt>
                <ns0:pt idx="172">
                  <ns0:v>0.281805521422</ns0:v>
                </ns0:pt>
                <ns0:pt idx="173">
                  <ns0:v>0.283443925616</ns0:v>
                </ns0:pt>
                <ns0:pt idx="174">
                  <ns0:v>0.285082329811</ns0:v>
                </ns0:pt>
                <ns0:pt idx="175">
                  <ns0:v>0.286720734005</ns0:v>
                </ns0:pt>
                <ns0:pt idx="176">
                  <ns0:v>0.288359138199</ns0:v>
                </ns0:pt>
                <ns0:pt idx="177">
                  <ns0:v>0.289997542394</ns0:v>
                </ns0:pt>
                <ns0:pt idx="178">
                  <ns0:v>0.291635946588</ns0:v>
                </ns0:pt>
                <ns0:pt idx="179">
                  <ns0:v>0.293274350782</ns0:v>
                </ns0:pt>
                <ns0:pt idx="180">
                  <ns0:v>0.294912754977</ns0:v>
                </ns0:pt>
                <ns0:pt idx="181">
                  <ns0:v>0.296551159171</ns0:v>
                </ns0:pt>
                <ns0:pt idx="182">
                  <ns0:v>0.298189563365</ns0:v>
                </ns0:pt>
                <ns0:pt idx="183">
                  <ns0:v>0.29982796756</ns0:v>
                </ns0:pt>
                <ns0:pt idx="184">
                  <ns0:v>0.301466371754</ns0:v>
                </ns0:pt>
                <ns0:pt idx="185">
                  <ns0:v>0.303104775948</ns0:v>
                </ns0:pt>
                <ns0:pt idx="186">
                  <ns0:v>0.304743180143</ns0:v>
                </ns0:pt>
                <ns0:pt idx="187">
                  <ns0:v>0.306381584337</ns0:v>
                </ns0:pt>
                <ns0:pt idx="188">
                  <ns0:v>0.308019988531</ns0:v>
                </ns0:pt>
                <ns0:pt idx="189">
                  <ns0:v>0.309658392725</ns0:v>
                </ns0:pt>
                <ns0:pt idx="190">
                  <ns0:v>0.31129679692</ns0:v>
                </ns0:pt>
                <ns0:pt idx="191">
                  <ns0:v>0.312935201114</ns0:v>
                </ns0:pt>
                <ns0:pt idx="192">
                  <ns0:v>0.314573605308</ns0:v>
                </ns0:pt>
                <ns0:pt idx="193">
                  <ns0:v>0.316212009503</ns0:v>
                </ns0:pt>
                <ns0:pt idx="194">
                  <ns0:v>0.317850413697</ns0:v>
                </ns0:pt>
                <ns0:pt idx="195">
                  <ns0:v>0.319488817891</ns0:v>
                </ns0:pt>
                <ns0:pt idx="196">
                  <ns0:v>0.321127222086</ns0:v>
                </ns0:pt>
                <ns0:pt idx="197">
                  <ns0:v>0.32276562628</ns0:v>
                </ns0:pt>
                <ns0:pt idx="198">
                  <ns0:v>0.324404030474</ns0:v>
                </ns0:pt>
                <ns0:pt idx="199">
                  <ns0:v>0.326042434669</ns0:v>
                </ns0:pt>
                <ns0:pt idx="200">
                  <ns0:v>0.327680838863</ns0:v>
                </ns0:pt>
                <ns0:pt idx="201">
                  <ns0:v>0.329319243057</ns0:v>
                </ns0:pt>
                <ns0:pt idx="202">
                  <ns0:v>0.330957647252</ns0:v>
                </ns0:pt>
                <ns0:pt idx="203">
                  <ns0:v>0.332596051446</ns0:v>
                </ns0:pt>
                <ns0:pt idx="204">
                  <ns0:v>0.33423445564</ns0:v>
                </ns0:pt>
                <ns0:pt idx="205">
                  <ns0:v>0.335872859835</ns0:v>
                </ns0:pt>
                <ns0:pt idx="206">
                  <ns0:v>0.337511264029</ns0:v>
                </ns0:pt>
                <ns0:pt idx="207">
                  <ns0:v>0.339149668223</ns0:v>
                </ns0:pt>
                <ns0:pt idx="208">
                  <ns0:v>0.340788072417</ns0:v>
                </ns0:pt>
                <ns0:pt idx="209">
                  <ns0:v>0.342426476612</ns0:v>
                </ns0:pt>
                <ns0:pt idx="210">
                  <ns0:v>0.344064880806</ns0:v>
                </ns0:pt>
                <ns0:pt idx="211">
                  <ns0:v>0.345703285</ns0:v>
                </ns0:pt>
                <ns0:pt idx="212">
                  <ns0:v>0.347341689195</ns0:v>
                </ns0:pt>
                <ns0:pt idx="213">
                  <ns0:v>0.348980093389</ns0:v>
                </ns0:pt>
                <ns0:pt idx="214">
                  <ns0:v>0.350618497583</ns0:v>
                </ns0:pt>
                <ns0:pt idx="215">
                  <ns0:v>0.352256901778</ns0:v>
                </ns0:pt>
                <ns0:pt idx="216">
                  <ns0:v>0.353895305972</ns0:v>
                </ns0:pt>
                <ns0:pt idx="217">
                  <ns0:v>0.355533710166</ns0:v>
                </ns0:pt>
                <ns0:pt idx="218">
                  <ns0:v>0.357172114361</ns0:v>
                </ns0:pt>
                <ns0:pt idx="219">
                  <ns0:v>0.358810518555</ns0:v>
                </ns0:pt>
                <ns0:pt idx="220">
                  <ns0:v>0.360448922749</ns0:v>
                </ns0:pt>
                <ns0:pt idx="221">
                  <ns0:v>0.362087326944</ns0:v>
                </ns0:pt>
                <ns0:pt idx="222">
                  <ns0:v>0.363725731138</ns0:v>
                </ns0:pt>
                <ns0:pt idx="223">
                  <ns0:v>0.365364135332</ns0:v>
                </ns0:pt>
                <ns0:pt idx="224">
                  <ns0:v>0.367002539527</ns0:v>
                </ns0:pt>
                <ns0:pt idx="225">
                  <ns0:v>0.368640943721</ns0:v>
                </ns0:pt>
                <ns0:pt idx="226">
                  <ns0:v>0.370279347915</ns0:v>
                </ns0:pt>
                <ns0:pt idx="227">
                  <ns0:v>0.371917752109</ns0:v>
                </ns0:pt>
                <ns0:pt idx="228">
                  <ns0:v>0.373556156304</ns0:v>
                </ns0:pt>
                <ns0:pt idx="229">
                  <ns0:v>0.375194560498</ns0:v>
                </ns0:pt>
                <ns0:pt idx="230">
                  <ns0:v>0.376832964692</ns0:v>
                </ns0:pt>
                <ns0:pt idx="231">
                  <ns0:v>0.378471368887</ns0:v>
                </ns0:pt>
                <ns0:pt idx="232">
                  <ns0:v>0.380109773081</ns0:v>
                </ns0:pt>
                <ns0:pt idx="233">
                  <ns0:v>0.381748177275</ns0:v>
                </ns0:pt>
                <ns0:pt idx="234">
                  <ns0:v>0.38338658147</ns0:v>
                </ns0:pt>
                <ns0:pt idx="235">
                  <ns0:v>0.385024985664</ns0:v>
                </ns0:pt>
                <ns0:pt idx="236">
                  <ns0:v>0.386663389858</ns0:v>
                </ns0:pt>
                <ns0:pt idx="237">
                  <ns0:v>0.388301794053</ns0:v>
                </ns0:pt>
                <ns0:pt idx="238">
                  <ns0:v>0.389940198247</ns0:v>
                </ns0:pt>
                <ns0:pt idx="239">
                  <ns0:v>0.391578602441</ns0:v>
                </ns0:pt>
                <ns0:pt idx="240">
                  <ns0:v>0.393217006636</ns0:v>
                </ns0:pt>
                <ns0:pt idx="241">
                  <ns0:v>0.39485541083</ns0:v>
                </ns0:pt>
                <ns0:pt idx="242">
                  <ns0:v>0.396493815024</ns0:v>
                </ns0:pt>
                <ns0:pt idx="243">
                  <ns0:v>0.398132219218</ns0:v>
                </ns0:pt>
                <ns0:pt idx="244">
                  <ns0:v>0.399770623413</ns0:v>
                </ns0:pt>
                <ns0:pt idx="245">
                  <ns0:v>0.401409027607</ns0:v>
                </ns0:pt>
                <ns0:pt idx="246">
                  <ns0:v>0.403047431801</ns0:v>
                </ns0:pt>
                <ns0:pt idx="247">
                  <ns0:v>0.404685835996</ns0:v>
                </ns0:pt>
                <ns0:pt idx="248">
                  <ns0:v>0.40632424019</ns0:v>
                </ns0:pt>
                <ns0:pt idx="249">
                  <ns0:v>0.407962644384</ns0:v>
                </ns0:pt>
                <ns0:pt idx="250">
                  <ns0:v>0.409601048579</ns0:v>
                </ns0:pt>
                <ns0:pt idx="251">
                  <ns0:v>0.411239452773</ns0:v>
                </ns0:pt>
                <ns0:pt idx="252">
                  <ns0:v>0.412877856967</ns0:v>
                </ns0:pt>
                <ns0:pt idx="253">
                  <ns0:v>0.414516261162</ns0:v>
                </ns0:pt>
                <ns0:pt idx="254">
                  <ns0:v>0.416154665356</ns0:v>
                </ns0:pt>
                <ns0:pt idx="255">
                  <ns0:v>0.41779306955</ns0:v>
                </ns0:pt>
                <ns0:pt idx="256">
                  <ns0:v>0.419431473745</ns0:v>
                </ns0:pt>
                <ns0:pt idx="257">
                  <ns0:v>0.421069877939</ns0:v>
                </ns0:pt>
                <ns0:pt idx="258">
                  <ns0:v>0.422708282133</ns0:v>
                </ns0:pt>
                <ns0:pt idx="259">
                  <ns0:v>0.424346686328</ns0:v>
                </ns0:pt>
                <ns0:pt idx="260">
                  <ns0:v>0.425985090522</ns0:v>
                </ns0:pt>
                <ns0:pt idx="261">
                  <ns0:v>0.427623494716</ns0:v>
                </ns0:pt>
                <ns0:pt idx="262">
                  <ns0:v>0.42926189891</ns0:v>
                </ns0:pt>
                <ns0:pt idx="263">
                  <ns0:v>0.430900303105</ns0:v>
                </ns0:pt>
                <ns0:pt idx="264">
                  <ns0:v>0.432538707299</ns0:v>
                </ns0:pt>
                <ns0:pt idx="265">
                  <ns0:v>0.434177111493</ns0:v>
                </ns0:pt>
                <ns0:pt idx="266">
                  <ns0:v>0.435815515688</ns0:v>
                </ns0:pt>
                <ns0:pt idx="267">
                  <ns0:v>0.437453919882</ns0:v>
                </ns0:pt>
                <ns0:pt idx="268">
                  <ns0:v>0.439092324076</ns0:v>
                </ns0:pt>
                <ns0:pt idx="269">
                  <ns0:v>0.440730728271</ns0:v>
                </ns0:pt>
                <ns0:pt idx="270">
                  <ns0:v>0.442369132465</ns0:v>
                </ns0:pt>
                <ns0:pt idx="271">
                  <ns0:v>0.444007536659</ns0:v>
                </ns0:pt>
                <ns0:pt idx="272">
                  <ns0:v>0.445645940854</ns0:v>
                </ns0:pt>
                <ns0:pt idx="273">
                  <ns0:v>0.447284345048</ns0:v>
                </ns0:pt>
                <ns0:pt idx="274">
                  <ns0:v>0.448922749242</ns0:v>
                </ns0:pt>
                <ns0:pt idx="275">
                  <ns0:v>0.450561153437</ns0:v>
                </ns0:pt>
                <ns0:pt idx="276">
                  <ns0:v>0.452199557631</ns0:v>
                </ns0:pt>
                <ns0:pt idx="277">
                  <ns0:v>0.453837961825</ns0:v>
                </ns0:pt>
                <ns0:pt idx="278">
                  <ns0:v>0.455476366019</ns0:v>
                </ns0:pt>
                <ns0:pt idx="279">
                  <ns0:v>0.457114770214</ns0:v>
                </ns0:pt>
                <ns0:pt idx="280">
                  <ns0:v>0.458753174408</ns0:v>
                </ns0:pt>
                <ns0:pt idx="281">
                  <ns0:v>0.460391578602</ns0:v>
                </ns0:pt>
                <ns0:pt idx="282">
                  <ns0:v>0.462029982797</ns0:v>
                </ns0:pt>
                <ns0:pt idx="283">
                  <ns0:v>0.463668386991</ns0:v>
                </ns0:pt>
                <ns0:pt idx="284">
                  <ns0:v>0.465306791185</ns0:v>
                </ns0:pt>
                <ns0:pt idx="285">
                  <ns0:v>0.46694519538</ns0:v>
                </ns0:pt>
                <ns0:pt idx="286">
                  <ns0:v>0.468583599574</ns0:v>
                </ns0:pt>
                <ns0:pt idx="287">
                  <ns0:v>0.470222003768</ns0:v>
                </ns0:pt>
                <ns0:pt idx="288">
                  <ns0:v>0.471860407963</ns0:v>
                </ns0:pt>
                <ns0:pt idx="289">
                  <ns0:v>0.473498812157</ns0:v>
                </ns0:pt>
                <ns0:pt idx="290">
                  <ns0:v>0.475137216351</ns0:v>
                </ns0:pt>
                <ns0:pt idx="291">
                  <ns0:v>0.476775620546</ns0:v>
                </ns0:pt>
                <ns0:pt idx="292">
                  <ns0:v>0.47841402474</ns0:v>
                </ns0:pt>
                <ns0:pt idx="293">
                  <ns0:v>0.480052428934</ns0:v>
                </ns0:pt>
                <ns0:pt idx="294">
                  <ns0:v>0.481690833129</ns0:v>
                </ns0:pt>
                <ns0:pt idx="295">
                  <ns0:v>0.483329237323</ns0:v>
                </ns0:pt>
                <ns0:pt idx="296">
                  <ns0:v>0.484967641517</ns0:v>
                </ns0:pt>
                <ns0:pt idx="297">
                  <ns0:v>0.486606045711</ns0:v>
                </ns0:pt>
                <ns0:pt idx="298">
                  <ns0:v>0.488244449906</ns0:v>
                </ns0:pt>
                <ns0:pt idx="299">
                  <ns0:v>0.4898828541</ns0:v>
                </ns0:pt>
                <ns0:pt idx="300">
                  <ns0:v>0.491521258294</ns0:v>
                </ns0:pt>
                <ns0:pt idx="301">
                  <ns0:v>0.493159662489</ns0:v>
                </ns0:pt>
                <ns0:pt idx="302">
                  <ns0:v>0.494798066683</ns0:v>
                </ns0:pt>
                <ns0:pt idx="303">
                  <ns0:v>0.496436470877</ns0:v>
                </ns0:pt>
                <ns0:pt idx="304">
                  <ns0:v>0.498074875072</ns0:v>
                </ns0:pt>
                <ns0:pt idx="305">
                  <ns0:v>0.499713279266</ns0:v>
                </ns0:pt>
                <ns0:pt idx="306">
                  <ns0:v>0.50135168346</ns0:v>
                </ns0:pt>
                <ns0:pt idx="307">
                  <ns0:v>0.502990087655</ns0:v>
                </ns0:pt>
                <ns0:pt idx="308">
                  <ns0:v>0.504628491849</ns0:v>
                </ns0:pt>
                <ns0:pt idx="309">
                  <ns0:v>0.506266896043</ns0:v>
                </ns0:pt>
                <ns0:pt idx="310">
                  <ns0:v>0.507905300238</ns0:v>
                </ns0:pt>
                <ns0:pt idx="311">
                  <ns0:v>0.509543704432</ns0:v>
                </ns0:pt>
                <ns0:pt idx="312">
                  <ns0:v>0.511182108626</ns0:v>
                </ns0:pt>
                <ns0:pt idx="313">
                  <ns0:v>0.512820512821</ns0:v>
                </ns0:pt>
                <ns0:pt idx="314">
                  <ns0:v>0.514458917015</ns0:v>
                </ns0:pt>
                <ns0:pt idx="315">
                  <ns0:v>0.516097321209</ns0:v>
                </ns0:pt>
                <ns0:pt idx="316">
                  <ns0:v>0.517735725403</ns0:v>
                </ns0:pt>
                <ns0:pt idx="317">
                  <ns0:v>0.519374129598</ns0:v>
                </ns0:pt>
                <ns0:pt idx="318">
                  <ns0:v>0.521012533792</ns0:v>
                </ns0:pt>
                <ns0:pt idx="319">
                  <ns0:v>0.522650937986</ns0:v>
                </ns0:pt>
                <ns0:pt idx="320">
                  <ns0:v>0.524289342181</ns0:v>
                </ns0:pt>
                <ns0:pt idx="321">
                  <ns0:v>0.525927746375</ns0:v>
                </ns0:pt>
                <ns0:pt idx="322">
                  <ns0:v>0.527566150569</ns0:v>
                </ns0:pt>
                <ns0:pt idx="323">
                  <ns0:v>0.529204554764</ns0:v>
                </ns0:pt>
                <ns0:pt idx="324">
                  <ns0:v>0.530842958958</ns0:v>
                </ns0:pt>
                <ns0:pt idx="325">
                  <ns0:v>0.532481363152</ns0:v>
                </ns0:pt>
                <ns0:pt idx="326">
                  <ns0:v>0.534119767347</ns0:v>
                </ns0:pt>
                <ns0:pt idx="327">
                  <ns0:v>0.535758171541</ns0:v>
                </ns0:pt>
                <ns0:pt idx="328">
                  <ns0:v>0.537396575735</ns0:v>
                </ns0:pt>
                <ns0:pt idx="329">
                  <ns0:v>0.53903497993</ns0:v>
                </ns0:pt>
                <ns0:pt idx="330">
                  <ns0:v>0.540673384124</ns0:v>
                </ns0:pt>
                <ns0:pt idx="331">
                  <ns0:v>0.542311788318</ns0:v>
                </ns0:pt>
                <ns0:pt idx="332">
                  <ns0:v>0.543950192512</ns0:v>
                </ns0:pt>
                <ns0:pt idx="333">
                  <ns0:v>0.545588596707</ns0:v>
                </ns0:pt>
                <ns0:pt idx="334">
                  <ns0:v>0.547227000901</ns0:v>
                </ns0:pt>
                <ns0:pt idx="335">
                  <ns0:v>0.548865405095</ns0:v>
                </ns0:pt>
                <ns0:pt idx="336">
                  <ns0:v>0.55050380929</ns0:v>
                </ns0:pt>
                <ns0:pt idx="337">
                  <ns0:v>0.552142213484</ns0:v>
                </ns0:pt>
                <ns0:pt idx="338">
                  <ns0:v>0.553780617678</ns0:v>
                </ns0:pt>
                <ns0:pt idx="339">
                  <ns0:v>0.555419021873</ns0:v>
                </ns0:pt>
                <ns0:pt idx="340">
                  <ns0:v>0.557057426067</ns0:v>
                </ns0:pt>
                <ns0:pt idx="341">
                  <ns0:v>0.558695830261</ns0:v>
                </ns0:pt>
                <ns0:pt idx="342">
                  <ns0:v>0.560334234456</ns0:v>
                </ns0:pt>
                <ns0:pt idx="343">
                  <ns0:v>0.56197263865</ns0:v>
                </ns0:pt>
                <ns0:pt idx="344">
                  <ns0:v>0.563611042844</ns0:v>
                </ns0:pt>
                <ns0:pt idx="345">
                  <ns0:v>0.565249447039</ns0:v>
                </ns0:pt>
                <ns0:pt idx="346">
                  <ns0:v>0.566887851233</ns0:v>
                </ns0:pt>
                <ns0:pt idx="347">
                  <ns0:v>0.568526255427</ns0:v>
                </ns0:pt>
                <ns0:pt idx="348">
                  <ns0:v>0.570164659622</ns0:v>
                </ns0:pt>
                <ns0:pt idx="349">
                  <ns0:v>0.571803063816</ns0:v>
                </ns0:pt>
                <ns0:pt idx="350">
                  <ns0:v>0.57344146801</ns0:v>
                </ns0:pt>
                <ns0:pt idx="351">
                  <ns0:v>0.575079872204</ns0:v>
                </ns0:pt>
                <ns0:pt idx="352">
                  <ns0:v>0.576718276399</ns0:v>
                </ns0:pt>
                <ns0:pt idx="353">
                  <ns0:v>0.578356680593</ns0:v>
                </ns0:pt>
                <ns0:pt idx="354">
                  <ns0:v>0.579995084787</ns0:v>
                </ns0:pt>
                <ns0:pt idx="355">
                  <ns0:v>0.581633488982</ns0:v>
                </ns0:pt>
                <ns0:pt idx="356">
                  <ns0:v>0.583271893176</ns0:v>
                </ns0:pt>
                <ns0:pt idx="357">
                  <ns0:v>0.58491029737</ns0:v>
                </ns0:pt>
                <ns0:pt idx="358">
                  <ns0:v>0.586548701565</ns0:v>
                </ns0:pt>
                <ns0:pt idx="359">
                  <ns0:v>0.588187105759</ns0:v>
                </ns0:pt>
                <ns0:pt idx="360">
                  <ns0:v>0.589825509953</ns0:v>
                </ns0:pt>
                <ns0:pt idx="361">
                  <ns0:v>0.591463914148</ns0:v>
                </ns0:pt>
                <ns0:pt idx="362">
                  <ns0:v>0.593102318342</ns0:v>
                </ns0:pt>
                <ns0:pt idx="363">
                  <ns0:v>0.594740722536</ns0:v>
                </ns0:pt>
                <ns0:pt idx="364">
                  <ns0:v>0.596379126731</ns0:v>
                </ns0:pt>
                <ns0:pt idx="365">
                  <ns0:v>0.598017530925</ns0:v>
                </ns0:pt>
                <ns0:pt idx="366">
                  <ns0:v>0.599655935119</ns0:v>
                </ns0:pt>
                <ns0:pt idx="367">
                  <ns0:v>0.601294339314</ns0:v>
                </ns0:pt>
                <ns0:pt idx="368">
                  <ns0:v>0.602932743508</ns0:v>
                </ns0:pt>
                <ns0:pt idx="369">
                  <ns0:v>0.604571147702</ns0:v>
                </ns0:pt>
                <ns0:pt idx="370">
                  <ns0:v>0.606209551896</ns0:v>
                </ns0:pt>
                <ns0:pt idx="371">
                  <ns0:v>0.607847956091</ns0:v>
                </ns0:pt>
                <ns0:pt idx="372">
                  <ns0:v>0.609486360285</ns0:v>
                </ns0:pt>
                <ns0:pt idx="373">
                  <ns0:v>0.611124764479</ns0:v>
                </ns0:pt>
                <ns0:pt idx="374">
                  <ns0:v>0.612763168674</ns0:v>
                </ns0:pt>
                <ns0:pt idx="375">
                  <ns0:v>0.614401572868</ns0:v>
                </ns0:pt>
                <ns0:pt idx="376">
                  <ns0:v>0.616039977062</ns0:v>
                </ns0:pt>
                <ns0:pt idx="377">
                  <ns0:v>0.617678381257</ns0:v>
                </ns0:pt>
                <ns0:pt idx="378">
                  <ns0:v>0.619316785451</ns0:v>
                </ns0:pt>
                <ns0:pt idx="379">
                  <ns0:v>0.620955189645</ns0:v>
                </ns0:pt>
                <ns0:pt idx="380">
                  <ns0:v>0.62259359384</ns0:v>
                </ns0:pt>
                <ns0:pt idx="381">
                  <ns0:v>0.624231998034</ns0:v>
                </ns0:pt>
                <ns0:pt idx="382">
                  <ns0:v>0.625870402228</ns0:v>
                </ns0:pt>
                <ns0:pt idx="383">
                  <ns0:v>0.627508806423</ns0:v>
                </ns0:pt>
                <ns0:pt idx="384">
                  <ns0:v>0.629147210617</ns0:v>
                </ns0:pt>
                <ns0:pt idx="385">
                  <ns0:v>0.630785614811</ns0:v>
                </ns0:pt>
                <ns0:pt idx="386">
                  <ns0:v>0.632424019005</ns0:v>
                </ns0:pt>
                <ns0:pt idx="387">
                  <ns0:v>0.6340624232</ns0:v>
                </ns0:pt>
                <ns0:pt idx="388">
                  <ns0:v>0.635700827394</ns0:v>
                </ns0:pt>
                <ns0:pt idx="389">
                  <ns0:v>0.637339231588</ns0:v>
                </ns0:pt>
                <ns0:pt idx="390">
                  <ns0:v>0.638977635783</ns0:v>
                </ns0:pt>
                <ns0:pt idx="391">
                  <ns0:v>0.640616039977</ns0:v>
                </ns0:pt>
                <ns0:pt idx="392">
                  <ns0:v>0.642254444171</ns0:v>
                </ns0:pt>
                <ns0:pt idx="393">
                  <ns0:v>0.643892848366</ns0:v>
                </ns0:pt>
                <ns0:pt idx="394">
                  <ns0:v>0.64553125256</ns0:v>
                </ns0:pt>
                <ns0:pt idx="395">
                  <ns0:v>0.647169656754</ns0:v>
                </ns0:pt>
                <ns0:pt idx="396">
                  <ns0:v>0.648808060949</ns0:v>
                </ns0:pt>
                <ns0:pt idx="397">
                  <ns0:v>0.650446465143</ns0:v>
                </ns0:pt>
                <ns0:pt idx="398">
                  <ns0:v>0.652084869337</ns0:v>
                </ns0:pt>
                <ns0:pt idx="399">
                  <ns0:v>0.653723273532</ns0:v>
                </ns0:pt>
                <ns0:pt idx="400">
                  <ns0:v>0.655361677726</ns0:v>
                </ns0:pt>
                <ns0:pt idx="401">
                  <ns0:v>0.65700008192</ns0:v>
                </ns0:pt>
                <ns0:pt idx="402">
                  <ns0:v>0.658638486115</ns0:v>
                </ns0:pt>
                <ns0:pt idx="403">
                  <ns0:v>0.660276890309</ns0:v>
                </ns0:pt>
                <ns0:pt idx="404">
                  <ns0:v>0.661915294503</ns0:v>
                </ns0:pt>
                <ns0:pt idx="405">
                  <ns0:v>0.663553698697</ns0:v>
                </ns0:pt>
                <ns0:pt idx="406">
                  <ns0:v>0.665192102892</ns0:v>
                </ns0:pt>
                <ns0:pt idx="407">
                  <ns0:v>0.666830507086</ns0:v>
                </ns0:pt>
                <ns0:pt idx="408">
                  <ns0:v>0.66846891128</ns0:v>
                </ns0:pt>
                <ns0:pt idx="409">
                  <ns0:v>0.670107315475</ns0:v>
                </ns0:pt>
                <ns0:pt idx="410">
                  <ns0:v>0.671745719669</ns0:v>
                </ns0:pt>
                <ns0:pt idx="411">
                  <ns0:v>0.673384123863</ns0:v>
                </ns0:pt>
                <ns0:pt idx="412">
                  <ns0:v>0.675022528058</ns0:v>
                </ns0:pt>
                <ns0:pt idx="413">
                  <ns0:v>0.676660932252</ns0:v>
                </ns0:pt>
                <ns0:pt idx="414">
                  <ns0:v>0.678299336446</ns0:v>
                </ns0:pt>
                <ns0:pt idx="415">
                  <ns0:v>0.679937740641</ns0:v>
                </ns0:pt>
                <ns0:pt idx="416">
                  <ns0:v>0.681576144835</ns0:v>
                </ns0:pt>
                <ns0:pt idx="417">
                  <ns0:v>0.683214549029</ns0:v>
                </ns0:pt>
                <ns0:pt idx="418">
                  <ns0:v>0.684852953224</ns0:v>
                </ns0:pt>
                <ns0:pt idx="419">
                  <ns0:v>0.686491357418</ns0:v>
                </ns0:pt>
                <ns0:pt idx="420">
                  <ns0:v>0.688129761612</ns0:v>
                </ns0:pt>
                <ns0:pt idx="421">
                  <ns0:v>0.689768165807</ns0:v>
                </ns0:pt>
                <ns0:pt idx="422">
                  <ns0:v>0.691406570001</ns0:v>
                </ns0:pt>
                <ns0:pt idx="423">
                  <ns0:v>0.693044974195</ns0:v>
                </ns0:pt>
                <ns0:pt idx="424">
                  <ns0:v>0.694683378389</ns0:v>
                </ns0:pt>
                <ns0:pt idx="425">
                  <ns0:v>0.696321782584</ns0:v>
                </ns0:pt>
                <ns0:pt idx="426">
                  <ns0:v>0.697960186778</ns0:v>
                </ns0:pt>
                <ns0:pt idx="427">
                  <ns0:v>0.699598590972</ns0:v>
                </ns0:pt>
                <ns0:pt idx="428">
                  <ns0:v>0.701236995167</ns0:v>
                </ns0:pt>
                <ns0:pt idx="429">
                  <ns0:v>0.702875399361</ns0:v>
                </ns0:pt>
                <ns0:pt idx="430">
                  <ns0:v>0.704513803555</ns0:v>
                </ns0:pt>
                <ns0:pt idx="431">
                  <ns0:v>0.70615220775</ns0:v>
                </ns0:pt>
                <ns0:pt idx="432">
                  <ns0:v>0.707790611944</ns0:v>
                </ns0:pt>
                <ns0:pt idx="433">
                  <ns0:v>0.709429016138</ns0:v>
                </ns0:pt>
                <ns0:pt idx="434">
                  <ns0:v>0.711067420333</ns0:v>
                </ns0:pt>
                <ns0:pt idx="435">
                  <ns0:v>0.712705824527</ns0:v>
                </ns0:pt>
                <ns0:pt idx="436">
                  <ns0:v>0.714344228721</ns0:v>
                </ns0:pt>
                <ns0:pt idx="437">
                  <ns0:v>0.715982632916</ns0:v>
                </ns0:pt>
                <ns0:pt idx="438">
                  <ns0:v>0.71762103711</ns0:v>
                </ns0:pt>
                <ns0:pt idx="439">
                  <ns0:v>0.719259441304</ns0:v>
                </ns0:pt>
                <ns0:pt idx="440">
                  <ns0:v>0.720897845498</ns0:v>
                </ns0:pt>
                <ns0:pt idx="441">
                  <ns0:v>0.722536249693</ns0:v>
                </ns0:pt>
                <ns0:pt idx="442">
                  <ns0:v>0.724174653887</ns0:v>
                </ns0:pt>
                <ns0:pt idx="443">
                  <ns0:v>0.725813058081</ns0:v>
                </ns0:pt>
                <ns0:pt idx="444">
                  <ns0:v>0.727451462276</ns0:v>
                </ns0:pt>
                <ns0:pt idx="445">
                  <ns0:v>0.72908986647</ns0:v>
                </ns0:pt>
                <ns0:pt idx="446">
                  <ns0:v>0.730728270664</ns0:v>
                </ns0:pt>
                <ns0:pt idx="447">
                  <ns0:v>0.732366674859</ns0:v>
                </ns0:pt>
                <ns0:pt idx="448">
                  <ns0:v>0.734005079053</ns0:v>
                </ns0:pt>
                <ns0:pt idx="449">
                  <ns0:v>0.735643483247</ns0:v>
                </ns0:pt>
                <ns0:pt idx="450">
                  <ns0:v>0.737281887442</ns0:v>
                </ns0:pt>
                <ns0:pt idx="451">
                  <ns0:v>0.738920291636</ns0:v>
                </ns0:pt>
                <ns0:pt idx="452">
                  <ns0:v>0.74055869583</ns0:v>
                </ns0:pt>
                <ns0:pt idx="453">
                  <ns0:v>0.742197100025</ns0:v>
                </ns0:pt>
                <ns0:pt idx="454">
                  <ns0:v>0.743835504219</ns0:v>
                </ns0:pt>
                <ns0:pt idx="455">
                  <ns0:v>0.745473908413</ns0:v>
                </ns0:pt>
                <ns0:pt idx="456">
                  <ns0:v>0.747112312608</ns0:v>
                </ns0:pt>
                <ns0:pt idx="457">
                  <ns0:v>0.748750716802</ns0:v>
                </ns0:pt>
                <ns0:pt idx="458">
                  <ns0:v>0.750389120996</ns0:v>
                </ns0:pt>
                <ns0:pt idx="459">
                  <ns0:v>0.75202752519</ns0:v>
                </ns0:pt>
                <ns0:pt idx="460">
                  <ns0:v>0.753665929385</ns0:v>
                </ns0:pt>
                <ns0:pt idx="461">
                  <ns0:v>0.755304333579</ns0:v>
                </ns0:pt>
                <ns0:pt idx="462">
                  <ns0:v>0.756942737773</ns0:v>
                </ns0:pt>
                <ns0:pt idx="463">
                  <ns0:v>0.758581141968</ns0:v>
                </ns0:pt>
                <ns0:pt idx="464">
                  <ns0:v>0.760219546162</ns0:v>
                </ns0:pt>
                <ns0:pt idx="465">
                  <ns0:v>0.761857950356</ns0:v>
                </ns0:pt>
                <ns0:pt idx="466">
                  <ns0:v>0.763496354551</ns0:v>
                </ns0:pt>
                <ns0:pt idx="467">
                  <ns0:v>0.765134758745</ns0:v>
                </ns0:pt>
                <ns0:pt idx="468">
                  <ns0:v>0.766773162939</ns0:v>
                </ns0:pt>
                <ns0:pt idx="469">
                  <ns0:v>0.768411567134</ns0:v>
                </ns0:pt>
                <ns0:pt idx="470">
                  <ns0:v>0.770049971328</ns0:v>
                </ns0:pt>
                <ns0:pt idx="471">
                  <ns0:v>0.771688375522</ns0:v>
                </ns0:pt>
                <ns0:pt idx="472">
                  <ns0:v>0.773326779717</ns0:v>
                </ns0:pt>
                <ns0:pt idx="473">
                  <ns0:v>0.774965183911</ns0:v>
                </ns0:pt>
                <ns0:pt idx="474">
                  <ns0:v>0.776603588105</ns0:v>
                </ns0:pt>
                <ns0:pt idx="475">
                  <ns0:v>0.7782419923</ns0:v>
                </ns0:pt>
                <ns0:pt idx="476">
                  <ns0:v>0.779880396494</ns0:v>
                </ns0:pt>
                <ns0:pt idx="477">
                  <ns0:v>0.781518800688</ns0:v>
                </ns0:pt>
                <ns0:pt idx="478">
                  <ns0:v>0.783157204882</ns0:v>
                </ns0:pt>
                <ns0:pt idx="479">
                  <ns0:v>0.784795609077</ns0:v>
                </ns0:pt>
                <ns0:pt idx="480">
                  <ns0:v>0.786434013271</ns0:v>
                </ns0:pt>
                <ns0:pt idx="481">
                  <ns0:v>0.788072417465</ns0:v>
                </ns0:pt>
                <ns0:pt idx="482">
                  <ns0:v>0.78971082166</ns0:v>
                </ns0:pt>
                <ns0:pt idx="483">
                  <ns0:v>0.791349225854</ns0:v>
                </ns0:pt>
                <ns0:pt idx="484">
                  <ns0:v>0.792987630048</ns0:v>
                </ns0:pt>
                <ns0:pt idx="485">
                  <ns0:v>0.794626034243</ns0:v>
                </ns0:pt>
                <ns0:pt idx="486">
                  <ns0:v>0.796264438437</ns0:v>
                </ns0:pt>
                <ns0:pt idx="487">
                  <ns0:v>0.797902842631</ns0:v>
                </ns0:pt>
                <ns0:pt idx="488">
                  <ns0:v>0.799541246826</ns0:v>
                </ns0:pt>
                <ns0:pt idx="489">
                  <ns0:v>0.80117965102</ns0:v>
                </ns0:pt>
                <ns0:pt idx="490">
                  <ns0:v>0.802818055214</ns0:v>
                </ns0:pt>
                <ns0:pt idx="491">
                  <ns0:v>0.804456459409</ns0:v>
                </ns0:pt>
                <ns0:pt idx="492">
                  <ns0:v>0.806094863603</ns0:v>
                </ns0:pt>
                <ns0:pt idx="493">
                  <ns0:v>0.807733267797</ns0:v>
                </ns0:pt>
                <ns0:pt idx="494">
                  <ns0:v>0.809371671991</ns0:v>
                </ns0:pt>
                <ns0:pt idx="495">
                  <ns0:v>0.811010076186</ns0:v>
                </ns0:pt>
                <ns0:pt idx="496">
                  <ns0:v>0.81264848038</ns0:v>
                </ns0:pt>
                <ns0:pt idx="497">
                  <ns0:v>0.814286884574</ns0:v>
                </ns0:pt>
                <ns0:pt idx="498">
                  <ns0:v>0.815925288769</ns0:v>
                </ns0:pt>
                <ns0:pt idx="499">
                  <ns0:v>0.817563692963</ns0:v>
                </ns0:pt>
                <ns0:pt idx="500">
                  <ns0:v>0.819202097157</ns0:v>
                </ns0:pt>
                <ns0:pt idx="501">
                  <ns0:v>0.820840501352</ns0:v>
                </ns0:pt>
                <ns0:pt idx="502">
                  <ns0:v>0.822478905546</ns0:v>
                </ns0:pt>
                <ns0:pt idx="503">
                  <ns0:v>0.82411730974</ns0:v>
                </ns0:pt>
                <ns0:pt idx="504">
                  <ns0:v>0.825755713935</ns0:v>
                </ns0:pt>
                <ns0:pt idx="505">
                  <ns0:v>0.827394118129</ns0:v>
                </ns0:pt>
                <ns0:pt idx="506">
                  <ns0:v>0.829032522323</ns0:v>
                </ns0:pt>
                <ns0:pt idx="507">
                  <ns0:v>0.830670926518</ns0:v>
                </ns0:pt>
                <ns0:pt idx="508">
                  <ns0:v>0.832309330712</ns0:v>
                </ns0:pt>
                <ns0:pt idx="509">
                  <ns0:v>0.833947734906</ns0:v>
                </ns0:pt>
                <ns0:pt idx="510">
                  <ns0:v>0.835586139101</ns0:v>
                </ns0:pt>
                <ns0:pt idx="511">
                  <ns0:v>0.837224543295</ns0:v>
                </ns0:pt>
                <ns0:pt idx="512">
                  <ns0:v>0.838862947489</ns0:v>
                </ns0:pt>
                <ns0:pt idx="513">
                  <ns0:v>0.840501351683</ns0:v>
                </ns0:pt>
                <ns0:pt idx="514">
                  <ns0:v>0.842139755878</ns0:v>
                </ns0:pt>
                <ns0:pt idx="515">
                  <ns0:v>0.843778160072</ns0:v>
                </ns0:pt>
                <ns0:pt idx="516">
                  <ns0:v>0.845416564266</ns0:v>
                </ns0:pt>
                <ns0:pt idx="517">
                  <ns0:v>0.847054968461</ns0:v>
                </ns0:pt>
                <ns0:pt idx="518">
                  <ns0:v>0.848693372655</ns0:v>
                </ns0:pt>
                <ns0:pt idx="519">
                  <ns0:v>0.850331776849</ns0:v>
                </ns0:pt>
                <ns0:pt idx="520">
                  <ns0:v>0.851970181044</ns0:v>
                </ns0:pt>
                <ns0:pt idx="521">
                  <ns0:v>0.853608585238</ns0:v>
                </ns0:pt>
                <ns0:pt idx="522">
                  <ns0:v>0.855246989432</ns0:v>
                </ns0:pt>
                <ns0:pt idx="523">
                  <ns0:v>0.856885393627</ns0:v>
                </ns0:pt>
                <ns0:pt idx="524">
                  <ns0:v>0.858523797821</ns0:v>
                </ns0:pt>
                <ns0:pt idx="525">
                  <ns0:v>0.860162202015</ns0:v>
                </ns0:pt>
                <ns0:pt idx="526">
                  <ns0:v>0.86180060621</ns0:v>
                </ns0:pt>
                <ns0:pt idx="527">
                  <ns0:v>0.863439010404</ns0:v>
                </ns0:pt>
                <ns0:pt idx="528">
                  <ns0:v>0.865077414598</ns0:v>
                </ns0:pt>
                <ns0:pt idx="529">
                  <ns0:v>0.866715818792</ns0:v>
                </ns0:pt>
                <ns0:pt idx="530">
                  <ns0:v>0.868354222987</ns0:v>
                </ns0:pt>
                <ns0:pt idx="531">
                  <ns0:v>0.869992627181</ns0:v>
                </ns0:pt>
                <ns0:pt idx="532">
                  <ns0:v>0.871631031375</ns0:v>
                </ns0:pt>
                <ns0:pt idx="533">
                  <ns0:v>0.87326943557</ns0:v>
                </ns0:pt>
                <ns0:pt idx="534">
                  <ns0:v>0.874907839764</ns0:v>
                </ns0:pt>
                <ns0:pt idx="535">
                  <ns0:v>0.876546243958</ns0:v>
                </ns0:pt>
                <ns0:pt idx="536">
                  <ns0:v>0.878184648153</ns0:v>
                </ns0:pt>
                <ns0:pt idx="537">
                  <ns0:v>0.879823052347</ns0:v>
                </ns0:pt>
                <ns0:pt idx="538">
                  <ns0:v>0.881461456541</ns0:v>
                </ns0:pt>
                <ns0:pt idx="539">
                  <ns0:v>0.883099860736</ns0:v>
                </ns0:pt>
                <ns0:pt idx="540">
                  <ns0:v>0.88473826493</ns0:v>
                </ns0:pt>
                <ns0:pt idx="541">
                  <ns0:v>0.886376669124</ns0:v>
                </ns0:pt>
                <ns0:pt idx="542">
                  <ns0:v>0.888015073319</ns0:v>
                </ns0:pt>
                <ns0:pt idx="543">
                  <ns0:v>0.889653477513</ns0:v>
                </ns0:pt>
                <ns0:pt idx="544">
                  <ns0:v>0.891291881707</ns0:v>
                </ns0:pt>
                <ns0:pt idx="545">
                  <ns0:v>0.892930285902</ns0:v>
                </ns0:pt>
                <ns0:pt idx="546">
                  <ns0:v>0.894568690096</ns0:v>
                </ns0:pt>
                <ns0:pt idx="547">
                  <ns0:v>0.89620709429</ns0:v>
                </ns0:pt>
                <ns0:pt idx="548">
                  <ns0:v>0.897845498484</ns0:v>
                </ns0:pt>
                <ns0:pt idx="549">
                  <ns0:v>0.899483902679</ns0:v>
                </ns0:pt>
                <ns0:pt idx="550">
                  <ns0:v>0.901122306873</ns0:v>
                </ns0:pt>
                <ns0:pt idx="551">
                  <ns0:v>0.902760711067</ns0:v>
                </ns0:pt>
                <ns0:pt idx="552">
                  <ns0:v>0.904399115262</ns0:v>
                </ns0:pt>
                <ns0:pt idx="553">
                  <ns0:v>0.906037519456</ns0:v>
                </ns0:pt>
                <ns0:pt idx="554">
                  <ns0:v>0.90767592365</ns0:v>
                </ns0:pt>
                <ns0:pt idx="555">
                  <ns0:v>0.909314327845</ns0:v>
                </ns0:pt>
                <ns0:pt idx="556">
                  <ns0:v>0.910952732039</ns0:v>
                </ns0:pt>
                <ns0:pt idx="557">
                  <ns0:v>0.912591136233</ns0:v>
                </ns0:pt>
                <ns0:pt idx="558">
                  <ns0:v>0.914229540428</ns0:v>
                </ns0:pt>
                <ns0:pt idx="559">
                  <ns0:v>0.915867944622</ns0:v>
                </ns0:pt>
                <ns0:pt idx="560">
                  <ns0:v>0.917506348816</ns0:v>
                </ns0:pt>
                <ns0:pt idx="561">
                  <ns0:v>0.919144753011</ns0:v>
                </ns0:pt>
                <ns0:pt idx="562">
                  <ns0:v>0.920783157205</ns0:v>
                </ns0:pt>
                <ns0:pt idx="563">
                  <ns0:v>0.922421561399</ns0:v>
                </ns0:pt>
                <ns0:pt idx="564">
                  <ns0:v>0.924059965594</ns0:v>
                </ns0:pt>
                <ns0:pt idx="565">
                  <ns0:v>0.925698369788</ns0:v>
                </ns0:pt>
                <ns0:pt idx="566">
                  <ns0:v>0.927336773982</ns0:v>
                </ns0:pt>
                <ns0:pt idx="567">
                  <ns0:v>0.928975178176</ns0:v>
                </ns0:pt>
                <ns0:pt idx="568">
                  <ns0:v>0.930613582371</ns0:v>
                </ns0:pt>
                <ns0:pt idx="569">
                  <ns0:v>0.932251986565</ns0:v>
                </ns0:pt>
                <ns0:pt idx="570">
                  <ns0:v>0.933890390759</ns0:v>
                </ns0:pt>
                <ns0:pt idx="571">
                  <ns0:v>0.935528794954</ns0:v>
                </ns0:pt>
                <ns0:pt idx="572">
                  <ns0:v>0.937167199148</ns0:v>
                </ns0:pt>
                <ns0:pt idx="573">
                  <ns0:v>0.938805603342</ns0:v>
                </ns0:pt>
                <ns0:pt idx="574">
                  <ns0:v>0.940444007537</ns0:v>
                </ns0:pt>
                <ns0:pt idx="575">
                  <ns0:v>0.942082411731</ns0:v>
                </ns0:pt>
                <ns0:pt idx="576">
                  <ns0:v>0.943720815925</ns0:v>
                </ns0:pt>
                <ns0:pt idx="577">
                  <ns0:v>0.94535922012</ns0:v>
                </ns0:pt>
                <ns0:pt idx="578">
                  <ns0:v>0.946997624314</ns0:v>
                </ns0:pt>
                <ns0:pt idx="579">
                  <ns0:v>0.948636028508</ns0:v>
                </ns0:pt>
                <ns0:pt idx="580">
                  <ns0:v>0.950274432703</ns0:v>
                </ns0:pt>
                <ns0:pt idx="581">
                  <ns0:v>0.951912836897</ns0:v>
                </ns0:pt>
                <ns0:pt idx="582">
                  <ns0:v>0.953551241091</ns0:v>
                </ns0:pt>
                <ns0:pt idx="583">
                  <ns0:v>0.955189645285</ns0:v>
                </ns0:pt>
                <ns0:pt idx="584">
                  <ns0:v>0.95682804948</ns0:v>
                </ns0:pt>
                <ns0:pt idx="585">
                  <ns0:v>0.958466453674</ns0:v>
                </ns0:pt>
                <ns0:pt idx="586">
                  <ns0:v>0.960104857868</ns0:v>
                </ns0:pt>
                <ns0:pt idx="587">
                  <ns0:v>0.961743262063</ns0:v>
                </ns0:pt>
                <ns0:pt idx="588">
                  <ns0:v>0.963381666257</ns0:v>
                </ns0:pt>
                <ns0:pt idx="589">
                  <ns0:v>0.965020070451</ns0:v>
                </ns0:pt>
                <ns0:pt idx="590">
                  <ns0:v>0.966658474646</ns0:v>
                </ns0:pt>
                <ns0:pt idx="591">
                  <ns0:v>0.96829687884</ns0:v>
                </ns0:pt>
                <ns0:pt idx="592">
                  <ns0:v>0.969935283034</ns0:v>
                </ns0:pt>
                <ns0:pt idx="593">
                  <ns0:v>0.971573687229</ns0:v>
                </ns0:pt>
                <ns0:pt idx="594">
                  <ns0:v>0.973212091423</ns0:v>
                </ns0:pt>
                <ns0:pt idx="595">
                  <ns0:v>0.974850495617</ns0:v>
                </ns0:pt>
                <ns0:pt idx="596">
                  <ns0:v>0.976488899812</ns0:v>
                </ns0:pt>
                <ns0:pt idx="597">
                  <ns0:v>0.978127304006</ns0:v>
                </ns0:pt>
                <ns0:pt idx="598">
                  <ns0:v>0.9797657082</ns0:v>
                </ns0:pt>
                <ns0:pt idx="599">
                  <ns0:v>0.981404112395</ns0:v>
                </ns0:pt>
                <ns0:pt idx="600">
                  <ns0:v>0.983042516589</ns0:v>
                </ns0:pt>
                <ns0:pt idx="601">
                  <ns0:v>0.984680920783</ns0:v>
                </ns0:pt>
                <ns0:pt idx="602">
                  <ns0:v>0.986319324977</ns0:v>
                </ns0:pt>
                <ns0:pt idx="603">
                  <ns0:v>0.987957729172</ns0:v>
                </ns0:pt>
                <ns0:pt idx="604">
                  <ns0:v>0.989596133366</ns0:v>
                </ns0:pt>
                <ns0:pt idx="605">
                  <ns0:v>0.99123453756</ns0:v>
                </ns0:pt>
                <ns0:pt idx="606">
                  <ns0:v>0.992872941755</ns0:v>
                </ns0:pt>
                <ns0:pt idx="607">
                  <ns0:v>0.994511345949</ns0:v>
                </ns0:pt>
                <ns0:pt idx="608">
                  <ns0:v>0.996149750143</ns0:v>
                </ns0:pt>
                <ns0:pt idx="609">
                  <ns0:v>0.997788154338</ns0:v>
                </ns0:pt>
                <ns0:pt idx="610">
                  <ns0:v>0.999426558532</ns0:v>
                </ns0:pt>
                <ns0:pt idx="611">
                  <ns0:v>1.00106496273</ns0:v>
                </ns0:pt>
                <ns0:pt idx="612">
                  <ns0:v>1.00270336692</ns0:v>
                </ns0:pt>
                <ns0:pt idx="613">
                  <ns0:v>1.00434177111</ns0:v>
                </ns0:pt>
                <ns0:pt idx="614">
                  <ns0:v>1.00598017531</ns0:v>
                </ns0:pt>
                <ns0:pt idx="615">
                  <ns0:v>1.0076185795</ns0:v>
                </ns0:pt>
                <ns0:pt idx="616">
                  <ns0:v>1.0092569837</ns0:v>
                </ns0:pt>
                <ns0:pt idx="617">
                  <ns0:v>1.01089538789</ns0:v>
                </ns0:pt>
                <ns0:pt idx="618">
                  <ns0:v>1.01253379209</ns0:v>
                </ns0:pt>
                <ns0:pt idx="619">
                  <ns0:v>1.01417219628</ns0:v>
                </ns0:pt>
                <ns0:pt idx="620">
                  <ns0:v>1.01581060048</ns0:v>
                </ns0:pt>
                <ns0:pt idx="621">
                  <ns0:v>1.01744900467</ns0:v>
                </ns0:pt>
                <ns0:pt idx="622">
                  <ns0:v>1.01908740886</ns0:v>
                </ns0:pt>
                <ns0:pt idx="623">
                  <ns0:v>1.02072581306</ns0:v>
                </ns0:pt>
                <ns0:pt idx="624">
                  <ns0:v>1.02236421725</ns0:v>
                </ns0:pt>
                <ns0:pt idx="625">
                  <ns0:v>1.02400262145</ns0:v>
                </ns0:pt>
                <ns0:pt idx="626">
                  <ns0:v>1.02564102564</ns0:v>
                </ns0:pt>
                <ns0:pt idx="627">
                  <ns0:v>1.02727942984</ns0:v>
                </ns0:pt>
                <ns0:pt idx="628">
                  <ns0:v>1.02891783403</ns0:v>
                </ns0:pt>
                <ns0:pt idx="629">
                  <ns0:v>1.03055623822</ns0:v>
                </ns0:pt>
                <ns0:pt idx="630">
                  <ns0:v>1.03219464242</ns0:v>
                </ns0:pt>
                <ns0:pt idx="631">
                  <ns0:v>1.03383304661</ns0:v>
                </ns0:pt>
                <ns0:pt idx="632">
                  <ns0:v>1.03547145081</ns0:v>
                </ns0:pt>
                <ns0:pt idx="633">
                  <ns0:v>1.037109855</ns0:v>
                </ns0:pt>
                <ns0:pt idx="634">
                  <ns0:v>1.0387482592</ns0:v>
                </ns0:pt>
                <ns0:pt idx="635">
                  <ns0:v>1.04038666339</ns0:v>
                </ns0:pt>
                <ns0:pt idx="636">
                  <ns0:v>1.04202506758</ns0:v>
                </ns0:pt>
                <ns0:pt idx="637">
                  <ns0:v>1.04366347178</ns0:v>
                </ns0:pt>
                <ns0:pt idx="638">
                  <ns0:v>1.04530187597</ns0:v>
                </ns0:pt>
                <ns0:pt idx="639">
                  <ns0:v>1.04694028017</ns0:v>
                </ns0:pt>
                <ns0:pt idx="640">
                  <ns0:v>1.04857868436</ns0:v>
                </ns0:pt>
                <ns0:pt idx="641">
                  <ns0:v>1.05021708856</ns0:v>
                </ns0:pt>
                <ns0:pt idx="642">
                  <ns0:v>1.05185549275</ns0:v>
                </ns0:pt>
                <ns0:pt idx="643">
                  <ns0:v>1.05349389694</ns0:v>
                </ns0:pt>
                <ns0:pt idx="644">
                  <ns0:v>1.05513230114</ns0:v>
                </ns0:pt>
                <ns0:pt idx="645">
                  <ns0:v>1.05677070533</ns0:v>
                </ns0:pt>
                <ns0:pt idx="646">
                  <ns0:v>1.05840910953</ns0:v>
                </ns0:pt>
                <ns0:pt idx="647">
                  <ns0:v>1.06004751372</ns0:v>
                </ns0:pt>
                <ns0:pt idx="648">
                  <ns0:v>1.06168591792</ns0:v>
                </ns0:pt>
                <ns0:pt idx="649">
                  <ns0:v>1.06332432211</ns0:v>
                </ns0:pt>
                <ns0:pt idx="650">
                  <ns0:v>1.0649627263</ns0:v>
                </ns0:pt>
                <ns0:pt idx="651">
                  <ns0:v>1.0666011305</ns0:v>
                </ns0:pt>
                <ns0:pt idx="652">
                  <ns0:v>1.06823953469</ns0:v>
                </ns0:pt>
                <ns0:pt idx="653">
                  <ns0:v>1.06987793889</ns0:v>
                </ns0:pt>
                <ns0:pt idx="654">
                  <ns0:v>1.07151634308</ns0:v>
                </ns0:pt>
                <ns0:pt idx="655">
                  <ns0:v>1.07315474728</ns0:v>
                </ns0:pt>
                <ns0:pt idx="656">
                  <ns0:v>1.07479315147</ns0:v>
                </ns0:pt>
                <ns0:pt idx="657">
                  <ns0:v>1.07643155566</ns0:v>
                </ns0:pt>
                <ns0:pt idx="658">
                  <ns0:v>1.07806995986</ns0:v>
                </ns0:pt>
                <ns0:pt idx="659">
                  <ns0:v>1.07970836405</ns0:v>
                </ns0:pt>
                <ns0:pt idx="660">
                  <ns0:v>1.08134676825</ns0:v>
                </ns0:pt>
                <ns0:pt idx="661">
                  <ns0:v>1.08298517244</ns0:v>
                </ns0:pt>
                <ns0:pt idx="662">
                  <ns0:v>1.08462357664</ns0:v>
                </ns0:pt>
                <ns0:pt idx="663">
                  <ns0:v>1.08626198083</ns0:v>
                </ns0:pt>
                <ns0:pt idx="664">
                  <ns0:v>1.08790038502</ns0:v>
                </ns0:pt>
                <ns0:pt idx="665">
                  <ns0:v>1.08953878922</ns0:v>
                </ns0:pt>
                <ns0:pt idx="666">
                  <ns0:v>1.09117719341</ns0:v>
                </ns0:pt>
                <ns0:pt idx="667">
                  <ns0:v>1.09281559761</ns0:v>
                </ns0:pt>
                <ns0:pt idx="668">
                  <ns0:v>1.0944540018</ns0:v>
                </ns0:pt>
                <ns0:pt idx="669">
                  <ns0:v>1.096092406</ns0:v>
                </ns0:pt>
                <ns0:pt idx="670">
                  <ns0:v>1.09773081019</ns0:v>
                </ns0:pt>
                <ns0:pt idx="671">
                  <ns0:v>1.09936921439</ns0:v>
                </ns0:pt>
                <ns0:pt idx="672">
                  <ns0:v>1.10100761858</ns0:v>
                </ns0:pt>
                <ns0:pt idx="673">
                  <ns0:v>1.10264602277</ns0:v>
                </ns0:pt>
                <ns0:pt idx="674">
                  <ns0:v>1.10428442697</ns0:v>
                </ns0:pt>
                <ns0:pt idx="675">
                  <ns0:v>1.10592283116</ns0:v>
                </ns0:pt>
                <ns0:pt idx="676">
                  <ns0:v>1.10756123536</ns0:v>
                </ns0:pt>
                <ns0:pt idx="677">
                  <ns0:v>1.10919963955</ns0:v>
                </ns0:pt>
                <ns0:pt idx="678">
                  <ns0:v>1.11083804375</ns0:v>
                </ns0:pt>
                <ns0:pt idx="679">
                  <ns0:v>1.11247644794</ns0:v>
                </ns0:pt>
                <ns0:pt idx="680">
                  <ns0:v>1.11411485213</ns0:v>
                </ns0:pt>
                <ns0:pt idx="681">
                  <ns0:v>1.11575325633</ns0:v>
                </ns0:pt>
                <ns0:pt idx="682">
                  <ns0:v>1.11739166052</ns0:v>
                </ns0:pt>
                <ns0:pt idx="683">
                  <ns0:v>1.11903006472</ns0:v>
                </ns0:pt>
                <ns0:pt idx="684">
                  <ns0:v>1.12066846891</ns0:v>
                </ns0:pt>
                <ns0:pt idx="685">
                  <ns0:v>1.12230687311</ns0:v>
                </ns0:pt>
                <ns0:pt idx="686">
                  <ns0:v>1.1239452773</ns0:v>
                </ns0:pt>
                <ns0:pt idx="687">
                  <ns0:v>1.12558368149</ns0:v>
                </ns0:pt>
                <ns0:pt idx="688">
                  <ns0:v>1.12722208569</ns0:v>
                </ns0:pt>
                <ns0:pt idx="689">
                  <ns0:v>1.12886048988</ns0:v>
                </ns0:pt>
                <ns0:pt idx="690">
                  <ns0:v>1.13049889408</ns0:v>
                </ns0:pt>
                <ns0:pt idx="691">
                  <ns0:v>1.13213729827</ns0:v>
                </ns0:pt>
                <ns0:pt idx="692">
                  <ns0:v>1.13377570247</ns0:v>
                </ns0:pt>
                <ns0:pt idx="693">
                  <ns0:v>1.13541410666</ns0:v>
                </ns0:pt>
                <ns0:pt idx="694">
                  <ns0:v>1.13705251085</ns0:v>
                </ns0:pt>
                <ns0:pt idx="695">
                  <ns0:v>1.13869091505</ns0:v>
                </ns0:pt>
                <ns0:pt idx="696">
                  <ns0:v>1.14032931924</ns0:v>
                </ns0:pt>
                <ns0:pt idx="697">
                  <ns0:v>1.14196772344</ns0:v>
                </ns0:pt>
                <ns0:pt idx="698">
                  <ns0:v>1.14360612763</ns0:v>
                </ns0:pt>
                <ns0:pt idx="699">
                  <ns0:v>1.14524453183</ns0:v>
                </ns0:pt>
                <ns0:pt idx="700">
                  <ns0:v>1.14688293602</ns0:v>
                </ns0:pt>
                <ns0:pt idx="701">
                  <ns0:v>1.14852134021</ns0:v>
                </ns0:pt>
                <ns0:pt idx="702">
                  <ns0:v>1.15015974441</ns0:v>
                </ns0:pt>
                <ns0:pt idx="703">
                  <ns0:v>1.1517981486</ns0:v>
                </ns0:pt>
                <ns0:pt idx="704">
                  <ns0:v>1.1534365528</ns0:v>
                </ns0:pt>
                <ns0:pt idx="705">
                  <ns0:v>1.15507495699</ns0:v>
                </ns0:pt>
                <ns0:pt idx="706">
                  <ns0:v>1.15671336119</ns0:v>
                </ns0:pt>
                <ns0:pt idx="707">
                  <ns0:v>1.15835176538</ns0:v>
                </ns0:pt>
                <ns0:pt idx="708">
                  <ns0:v>1.15999016957</ns0:v>
                </ns0:pt>
                <ns0:pt idx="709">
                  <ns0:v>1.16162857377</ns0:v>
                </ns0:pt>
                <ns0:pt idx="710">
                  <ns0:v>1.16326697796</ns0:v>
                </ns0:pt>
                <ns0:pt idx="711">
                  <ns0:v>1.16490538216</ns0:v>
                </ns0:pt>
                <ns0:pt idx="712">
                  <ns0:v>1.16654378635</ns0:v>
                </ns0:pt>
                <ns0:pt idx="713">
                  <ns0:v>1.16818219055</ns0:v>
                </ns0:pt>
                <ns0:pt idx="714">
                  <ns0:v>1.16982059474</ns0:v>
                </ns0:pt>
                <ns0:pt idx="715">
                  <ns0:v>1.17145899894</ns0:v>
                </ns0:pt>
                <ns0:pt idx="716">
                  <ns0:v>1.17309740313</ns0:v>
                </ns0:pt>
                <ns0:pt idx="717">
                  <ns0:v>1.17473580732</ns0:v>
                </ns0:pt>
                <ns0:pt idx="718">
                  <ns0:v>1.17637421152</ns0:v>
                </ns0:pt>
                <ns0:pt idx="719">
                  <ns0:v>1.17801261571</ns0:v>
                </ns0:pt>
                <ns0:pt idx="720">
                  <ns0:v>1.17965101991</ns0:v>
                </ns0:pt>
                <ns0:pt idx="721">
                  <ns0:v>1.1812894241</ns0:v>
                </ns0:pt>
                <ns0:pt idx="722">
                  <ns0:v>1.1829278283</ns0:v>
                </ns0:pt>
                <ns0:pt idx="723">
                  <ns0:v>1.18456623249</ns0:v>
                </ns0:pt>
                <ns0:pt idx="724">
                  <ns0:v>1.18620463668</ns0:v>
                </ns0:pt>
                <ns0:pt idx="725">
                  <ns0:v>1.18784304088</ns0:v>
                </ns0:pt>
                <ns0:pt idx="726">
                  <ns0:v>1.18948144507</ns0:v>
                </ns0:pt>
                <ns0:pt idx="727">
                  <ns0:v>1.19111984927</ns0:v>
                </ns0:pt>
                <ns0:pt idx="728">
                  <ns0:v>1.19275825346</ns0:v>
                </ns0:pt>
                <ns0:pt idx="729">
                  <ns0:v>1.19439665766</ns0:v>
                </ns0:pt>
                <ns0:pt idx="730">
                  <ns0:v>1.19603506185</ns0:v>
                </ns0:pt>
                <ns0:pt idx="731">
                  <ns0:v>1.19767346604</ns0:v>
                </ns0:pt>
                <ns0:pt idx="732">
                  <ns0:v>1.19931187024</ns0:v>
                </ns0:pt>
                <ns0:pt idx="733">
                  <ns0:v>1.20095027443</ns0:v>
                </ns0:pt>
                <ns0:pt idx="734">
                  <ns0:v>1.20258867863</ns0:v>
                </ns0:pt>
                <ns0:pt idx="735">
                  <ns0:v>1.20422708282</ns0:v>
                </ns0:pt>
                <ns0:pt idx="736">
                  <ns0:v>1.20586548702</ns0:v>
                </ns0:pt>
                <ns0:pt idx="737">
                  <ns0:v>1.20750389121</ns0:v>
                </ns0:pt>
                <ns0:pt idx="738">
                  <ns0:v>1.2091422954</ns0:v>
                </ns0:pt>
                <ns0:pt idx="739">
                  <ns0:v>1.2107806996</ns0:v>
                </ns0:pt>
                <ns0:pt idx="740">
                  <ns0:v>1.21241910379</ns0:v>
                </ns0:pt>
                <ns0:pt idx="741">
                  <ns0:v>1.21405750799</ns0:v>
                </ns0:pt>
                <ns0:pt idx="742">
                  <ns0:v>1.21569591218</ns0:v>
                </ns0:pt>
                <ns0:pt idx="743">
                  <ns0:v>1.21733431638</ns0:v>
                </ns0:pt>
                <ns0:pt idx="744">
                  <ns0:v>1.21897272057</ns0:v>
                </ns0:pt>
                <ns0:pt idx="745">
                  <ns0:v>1.22061112476</ns0:v>
                </ns0:pt>
                <ns0:pt idx="746">
                  <ns0:v>1.22224952896</ns0:v>
                </ns0:pt>
                <ns0:pt idx="747">
                  <ns0:v>1.22388793315</ns0:v>
                </ns0:pt>
                <ns0:pt idx="748">
                  <ns0:v>1.22552633735</ns0:v>
                </ns0:pt>
                <ns0:pt idx="749">
                  <ns0:v>1.22716474154</ns0:v>
                </ns0:pt>
                <ns0:pt idx="750">
                  <ns0:v>1.22880314574</ns0:v>
                </ns0:pt>
                <ns0:pt idx="751">
                  <ns0:v>1.23044154993</ns0:v>
                </ns0:pt>
                <ns0:pt idx="752">
                  <ns0:v>1.23207995412</ns0:v>
                </ns0:pt>
                <ns0:pt idx="753">
                  <ns0:v>1.23371835832</ns0:v>
                </ns0:pt>
                <ns0:pt idx="754">
                  <ns0:v>1.23535676251</ns0:v>
                </ns0:pt>
                <ns0:pt idx="755">
                  <ns0:v>1.23699516671</ns0:v>
                </ns0:pt>
                <ns0:pt idx="756">
                  <ns0:v>1.2386335709</ns0:v>
                </ns0:pt>
                <ns0:pt idx="757">
                  <ns0:v>1.2402719751</ns0:v>
                </ns0:pt>
                <ns0:pt idx="758">
                  <ns0:v>1.24191037929</ns0:v>
                </ns0:pt>
                <ns0:pt idx="759">
                  <ns0:v>1.24354878348</ns0:v>
                </ns0:pt>
                <ns0:pt idx="760">
                  <ns0:v>1.24518718768</ns0:v>
                </ns0:pt>
                <ns0:pt idx="761">
                  <ns0:v>1.24682559187</ns0:v>
                </ns0:pt>
                <ns0:pt idx="762">
                  <ns0:v>1.24846399607</ns0:v>
                </ns0:pt>
                <ns0:pt idx="763">
                  <ns0:v>1.25010240026</ns0:v>
                </ns0:pt>
                <ns0:pt idx="764">
                  <ns0:v>1.25174080446</ns0:v>
                </ns0:pt>
                <ns0:pt idx="765">
                  <ns0:v>1.25337920865</ns0:v>
                </ns0:pt>
                <ns0:pt idx="766">
                  <ns0:v>1.25501761285</ns0:v>
                </ns0:pt>
                <ns0:pt idx="767">
                  <ns0:v>1.25665601704</ns0:v>
                </ns0:pt>
                <ns0:pt idx="768">
                  <ns0:v>1.25829442123</ns0:v>
                </ns0:pt>
                <ns0:pt idx="769">
                  <ns0:v>1.25993282543</ns0:v>
                </ns0:pt>
                <ns0:pt idx="770">
                  <ns0:v>1.26157122962</ns0:v>
                </ns0:pt>
                <ns0:pt idx="771">
                  <ns0:v>1.26320963382</ns0:v>
                </ns0:pt>
                <ns0:pt idx="772">
                  <ns0:v>1.26484803801</ns0:v>
                </ns0:pt>
                <ns0:pt idx="773">
                  <ns0:v>1.26648644221</ns0:v>
                </ns0:pt>
                <ns0:pt idx="774">
                  <ns0:v>1.2681248464</ns0:v>
                </ns0:pt>
                <ns0:pt idx="775">
                  <ns0:v>1.26976325059</ns0:v>
                </ns0:pt>
                <ns0:pt idx="776">
                  <ns0:v>1.27140165479</ns0:v>
                </ns0:pt>
                <ns0:pt idx="777">
                  <ns0:v>1.27304005898</ns0:v>
                </ns0:pt>
                <ns0:pt idx="778">
                  <ns0:v>1.27467846318</ns0:v>
                </ns0:pt>
                <ns0:pt idx="779">
                  <ns0:v>1.27631686737</ns0:v>
                </ns0:pt>
                <ns0:pt idx="780">
                  <ns0:v>1.27795527157</ns0:v>
                </ns0:pt>
                <ns0:pt idx="781">
                  <ns0:v>1.27959367576</ns0:v>
                </ns0:pt>
                <ns0:pt idx="782">
                  <ns0:v>1.28123207995</ns0:v>
                </ns0:pt>
                <ns0:pt idx="783">
                  <ns0:v>1.28287048415</ns0:v>
                </ns0:pt>
                <ns0:pt idx="784">
                  <ns0:v>1.28450888834</ns0:v>
                </ns0:pt>
                <ns0:pt idx="785">
                  <ns0:v>1.28614729254</ns0:v>
                </ns0:pt>
                <ns0:pt idx="786">
                  <ns0:v>1.28778569673</ns0:v>
                </ns0:pt>
                <ns0:pt idx="787">
                  <ns0:v>1.28942410093</ns0:v>
                </ns0:pt>
                <ns0:pt idx="788">
                  <ns0:v>1.29106250512</ns0:v>
                </ns0:pt>
                <ns0:pt idx="789">
                  <ns0:v>1.29270090931</ns0:v>
                </ns0:pt>
                <ns0:pt idx="790">
                  <ns0:v>1.29433931351</ns0:v>
                </ns0:pt>
                <ns0:pt idx="791">
                  <ns0:v>1.2959777177</ns0:v>
                </ns0:pt>
                <ns0:pt idx="792">
                  <ns0:v>1.2976161219</ns0:v>
                </ns0:pt>
                <ns0:pt idx="793">
                  <ns0:v>1.29925452609</ns0:v>
                </ns0:pt>
                <ns0:pt idx="794">
                  <ns0:v>1.30089293029</ns0:v>
                </ns0:pt>
                <ns0:pt idx="795">
                  <ns0:v>1.30253133448</ns0:v>
                </ns0:pt>
                <ns0:pt idx="796">
                  <ns0:v>1.30416973867</ns0:v>
                </ns0:pt>
                <ns0:pt idx="797">
                  <ns0:v>1.30580814287</ns0:v>
                </ns0:pt>
                <ns0:pt idx="798">
                  <ns0:v>1.30744654706</ns0:v>
                </ns0:pt>
                <ns0:pt idx="799">
                  <ns0:v>1.30908495126</ns0:v>
                </ns0:pt>
                <ns0:pt idx="800">
                  <ns0:v>1.31072335545</ns0:v>
                </ns0:pt>
                <ns0:pt idx="801">
                  <ns0:v>1.31236175965</ns0:v>
                </ns0:pt>
                <ns0:pt idx="802">
                  <ns0:v>1.31400016384</ns0:v>
                </ns0:pt>
                <ns0:pt idx="803">
                  <ns0:v>1.31563856803</ns0:v>
                </ns0:pt>
                <ns0:pt idx="804">
                  <ns0:v>1.31727697223</ns0:v>
                </ns0:pt>
                <ns0:pt idx="805">
                  <ns0:v>1.31891537642</ns0:v>
                </ns0:pt>
                <ns0:pt idx="806">
                  <ns0:v>1.32055378062</ns0:v>
                </ns0:pt>
                <ns0:pt idx="807">
                  <ns0:v>1.32219218481</ns0:v>
                </ns0:pt>
                <ns0:pt idx="808">
                  <ns0:v>1.32383058901</ns0:v>
                </ns0:pt>
                <ns0:pt idx="809">
                  <ns0:v>1.3254689932</ns0:v>
                </ns0:pt>
                <ns0:pt idx="810">
                  <ns0:v>1.32710739739</ns0:v>
                </ns0:pt>
                <ns0:pt idx="811">
                  <ns0:v>1.32874580159</ns0:v>
                </ns0:pt>
                <ns0:pt idx="812">
                  <ns0:v>1.33038420578</ns0:v>
                </ns0:pt>
                <ns0:pt idx="813">
                  <ns0:v>1.33202260998</ns0:v>
                </ns0:pt>
                <ns0:pt idx="814">
                  <ns0:v>1.33366101417</ns0:v>
                </ns0:pt>
                <ns0:pt idx="815">
                  <ns0:v>1.33529941837</ns0:v>
                </ns0:pt>
                <ns0:pt idx="816">
                  <ns0:v>1.33693782256</ns0:v>
                </ns0:pt>
                <ns0:pt idx="817">
                  <ns0:v>1.33857622676</ns0:v>
                </ns0:pt>
                <ns0:pt idx="818">
                  <ns0:v>1.34021463095</ns0:v>
                </ns0:pt>
                <ns0:pt idx="819">
                  <ns0:v>1.34185303514</ns0:v>
                </ns0:pt>
                <ns0:pt idx="820">
                  <ns0:v>1.34349143934</ns0:v>
                </ns0:pt>
                <ns0:pt idx="821">
                  <ns0:v>1.34512984353</ns0:v>
                </ns0:pt>
                <ns0:pt idx="822">
                  <ns0:v>1.34676824773</ns0:v>
                </ns0:pt>
                <ns0:pt idx="823">
                  <ns0:v>1.34840665192</ns0:v>
                </ns0:pt>
                <ns0:pt idx="824">
                  <ns0:v>1.35004505612</ns0:v>
                </ns0:pt>
                <ns0:pt idx="825">
                  <ns0:v>1.35168346031</ns0:v>
                </ns0:pt>
                <ns0:pt idx="826">
                  <ns0:v>1.3533218645</ns0:v>
                </ns0:pt>
                <ns0:pt idx="827">
                  <ns0:v>1.3549602687</ns0:v>
                </ns0:pt>
                <ns0:pt idx="828">
                  <ns0:v>1.35659867289</ns0:v>
                </ns0:pt>
                <ns0:pt idx="829">
                  <ns0:v>1.35823707709</ns0:v>
                </ns0:pt>
                <ns0:pt idx="830">
                  <ns0:v>1.35987548128</ns0:v>
                </ns0:pt>
                <ns0:pt idx="831">
                  <ns0:v>1.36151388548</ns0:v>
                </ns0:pt>
                <ns0:pt idx="832">
                  <ns0:v>1.36315228967</ns0:v>
                </ns0:pt>
                <ns0:pt idx="833">
                  <ns0:v>1.36479069386</ns0:v>
                </ns0:pt>
                <ns0:pt idx="834">
                  <ns0:v>1.36642909806</ns0:v>
                </ns0:pt>
                <ns0:pt idx="835">
                  <ns0:v>1.36806750225</ns0:v>
                </ns0:pt>
                <ns0:pt idx="836">
                  <ns0:v>1.36970590645</ns0:v>
                </ns0:pt>
                <ns0:pt idx="837">
                  <ns0:v>1.37134431064</ns0:v>
                </ns0:pt>
                <ns0:pt idx="838">
                  <ns0:v>1.37298271484</ns0:v>
                </ns0:pt>
                <ns0:pt idx="839">
                  <ns0:v>1.37462111903</ns0:v>
                </ns0:pt>
                <ns0:pt idx="840">
                  <ns0:v>1.37625952322</ns0:v>
                </ns0:pt>
                <ns0:pt idx="841">
                  <ns0:v>1.37789792742</ns0:v>
                </ns0:pt>
                <ns0:pt idx="842">
                  <ns0:v>1.37953633161</ns0:v>
                </ns0:pt>
                <ns0:pt idx="843">
                  <ns0:v>1.38117473581</ns0:v>
                </ns0:pt>
                <ns0:pt idx="844">
                  <ns0:v>1.38281314</ns0:v>
                </ns0:pt>
                <ns0:pt idx="845">
                  <ns0:v>1.3844515442</ns0:v>
                </ns0:pt>
                <ns0:pt idx="846">
                  <ns0:v>1.38608994839</ns0:v>
                </ns0:pt>
                <ns0:pt idx="847">
                  <ns0:v>1.38772835258</ns0:v>
                </ns0:pt>
                <ns0:pt idx="848">
                  <ns0:v>1.38936675678</ns0:v>
                </ns0:pt>
                <ns0:pt idx="849">
                  <ns0:v>1.39100516097</ns0:v>
                </ns0:pt>
                <ns0:pt idx="850">
                  <ns0:v>1.39264356517</ns0:v>
                </ns0:pt>
                <ns0:pt idx="851">
                  <ns0:v>1.39428196936</ns0:v>
                </ns0:pt>
                <ns0:pt idx="852">
                  <ns0:v>1.39592037356</ns0:v>
                </ns0:pt>
                <ns0:pt idx="853">
                  <ns0:v>1.39755877775</ns0:v>
                </ns0:pt>
                <ns0:pt idx="854">
                  <ns0:v>1.39919718194</ns0:v>
                </ns0:pt>
                <ns0:pt idx="855">
                  <ns0:v>1.40083558614</ns0:v>
                </ns0:pt>
                <ns0:pt idx="856">
                  <ns0:v>1.40247399033</ns0:v>
                </ns0:pt>
                <ns0:pt idx="857">
                  <ns0:v>1.40411239453</ns0:v>
                </ns0:pt>
                <ns0:pt idx="858">
                  <ns0:v>1.40575079872</ns0:v>
                </ns0:pt>
                <ns0:pt idx="859">
                  <ns0:v>1.40738920292</ns0:v>
                </ns0:pt>
                <ns0:pt idx="860">
                  <ns0:v>1.40902760711</ns0:v>
                </ns0:pt>
                <ns0:pt idx="861">
                  <ns0:v>1.4106660113</ns0:v>
                </ns0:pt>
                <ns0:pt idx="862">
                  <ns0:v>1.4123044155</ns0:v>
                </ns0:pt>
                <ns0:pt idx="863">
                  <ns0:v>1.41394281969</ns0:v>
                </ns0:pt>
                <ns0:pt idx="864">
                  <ns0:v>1.41558122389</ns0:v>
                </ns0:pt>
                <ns0:pt idx="865">
                  <ns0:v>1.41721962808</ns0:v>
                </ns0:pt>
                <ns0:pt idx="866">
                  <ns0:v>1.41885803228</ns0:v>
                </ns0:pt>
                <ns0:pt idx="867">
                  <ns0:v>1.42049643647</ns0:v>
                </ns0:pt>
                <ns0:pt idx="868">
                  <ns0:v>1.42213484067</ns0:v>
                </ns0:pt>
                <ns0:pt idx="869">
                  <ns0:v>1.42377324486</ns0:v>
                </ns0:pt>
                <ns0:pt idx="870">
                  <ns0:v>1.42541164905</ns0:v>
                </ns0:pt>
                <ns0:pt idx="871">
                  <ns0:v>1.42705005325</ns0:v>
                </ns0:pt>
                <ns0:pt idx="872">
                  <ns0:v>1.42868845744</ns0:v>
                </ns0:pt>
                <ns0:pt idx="873">
                  <ns0:v>1.43032686164</ns0:v>
                </ns0:pt>
                <ns0:pt idx="874">
                  <ns0:v>1.43196526583</ns0:v>
                </ns0:pt>
                <ns0:pt idx="875">
                  <ns0:v>1.43360367003</ns0:v>
                </ns0:pt>
                <ns0:pt idx="876">
                  <ns0:v>1.43524207422</ns0:v>
                </ns0:pt>
                <ns0:pt idx="877">
                  <ns0:v>1.43688047841</ns0:v>
                </ns0:pt>
                <ns0:pt idx="878">
                  <ns0:v>1.43851888261</ns0:v>
                </ns0:pt>
                <ns0:pt idx="879">
                  <ns0:v>1.4401572868</ns0:v>
                </ns0:pt>
                <ns0:pt idx="880">
                  <ns0:v>1.441795691</ns0:v>
                </ns0:pt>
                <ns0:pt idx="881">
                  <ns0:v>1.44343409519</ns0:v>
                </ns0:pt>
                <ns0:pt idx="882">
                  <ns0:v>1.44507249939</ns0:v>
                </ns0:pt>
                <ns0:pt idx="883">
                  <ns0:v>1.44671090358</ns0:v>
                </ns0:pt>
                <ns0:pt idx="884">
                  <ns0:v>1.44834930777</ns0:v>
                </ns0:pt>
                <ns0:pt idx="885">
                  <ns0:v>1.44998771197</ns0:v>
                </ns0:pt>
                <ns0:pt idx="886">
                  <ns0:v>1.45162611616</ns0:v>
                </ns0:pt>
                <ns0:pt idx="887">
                  <ns0:v>1.45326452036</ns0:v>
                </ns0:pt>
                <ns0:pt idx="888">
                  <ns0:v>1.45490292455</ns0:v>
                </ns0:pt>
                <ns0:pt idx="889">
                  <ns0:v>1.45654132875</ns0:v>
                </ns0:pt>
                <ns0:pt idx="890">
                  <ns0:v>1.45817973294</ns0:v>
                </ns0:pt>
                <ns0:pt idx="891">
                  <ns0:v>1.45981813713</ns0:v>
                </ns0:pt>
                <ns0:pt idx="892">
                  <ns0:v>1.46145654133</ns0:v>
                </ns0:pt>
                <ns0:pt idx="893">
                  <ns0:v>1.46309494552</ns0:v>
                </ns0:pt>
                <ns0:pt idx="894">
                  <ns0:v>1.46473334972</ns0:v>
                </ns0:pt>
                <ns0:pt idx="895">
                  <ns0:v>1.46637175391</ns0:v>
                </ns0:pt>
                <ns0:pt idx="896">
                  <ns0:v>1.46801015811</ns0:v>
                </ns0:pt>
                <ns0:pt idx="897">
                  <ns0:v>1.4696485623</ns0:v>
                </ns0:pt>
                <ns0:pt idx="898">
                  <ns0:v>1.47128696649</ns0:v>
                </ns0:pt>
                <ns0:pt idx="899">
                  <ns0:v>1.47292537069</ns0:v>
                </ns0:pt>
                <ns0:pt idx="900">
                  <ns0:v>1.47456377488</ns0:v>
                </ns0:pt>
                <ns0:pt idx="901">
                  <ns0:v>1.47620217908</ns0:v>
                </ns0:pt>
                <ns0:pt idx="902">
                  <ns0:v>1.47784058327</ns0:v>
                </ns0:pt>
                <ns0:pt idx="903">
                  <ns0:v>1.47947898747</ns0:v>
                </ns0:pt>
                <ns0:pt idx="904">
                  <ns0:v>1.48111739166</ns0:v>
                </ns0:pt>
                <ns0:pt idx="905">
                  <ns0:v>1.48275579585</ns0:v>
                </ns0:pt>
                <ns0:pt idx="906">
                  <ns0:v>1.48439420005</ns0:v>
                </ns0:pt>
                <ns0:pt idx="907">
                  <ns0:v>1.48603260424</ns0:v>
                </ns0:pt>
                <ns0:pt idx="908">
                  <ns0:v>1.48767100844</ns0:v>
                </ns0:pt>
                <ns0:pt idx="909">
                  <ns0:v>1.48930941263</ns0:v>
                </ns0:pt>
                <ns0:pt idx="910">
                  <ns0:v>1.49094781683</ns0:v>
                </ns0:pt>
                <ns0:pt idx="911">
                  <ns0:v>1.49258622102</ns0:v>
                </ns0:pt>
                <ns0:pt idx="912">
                  <ns0:v>1.49422462522</ns0:v>
                </ns0:pt>
                <ns0:pt idx="913">
                  <ns0:v>1.49586302941</ns0:v>
                </ns0:pt>
                <ns0:pt idx="914">
                  <ns0:v>1.4975014336</ns0:v>
                </ns0:pt>
                <ns0:pt idx="915">
                  <ns0:v>1.4991398378</ns0:v>
                </ns0:pt>
                <ns0:pt idx="916">
                  <ns0:v>1.50077824199</ns0:v>
                </ns0:pt>
                <ns0:pt idx="917">
                  <ns0:v>1.50241664619</ns0:v>
                </ns0:pt>
                <ns0:pt idx="918">
                  <ns0:v>1.50405505038</ns0:v>
                </ns0:pt>
                <ns0:pt idx="919">
                  <ns0:v>1.50569345458</ns0:v>
                </ns0:pt>
                <ns0:pt idx="920">
                  <ns0:v>1.50733185877</ns0:v>
                </ns0:pt>
                <ns0:pt idx="921">
                  <ns0:v>1.50897026296</ns0:v>
                </ns0:pt>
                <ns0:pt idx="922">
                  <ns0:v>1.51060866716</ns0:v>
                </ns0:pt>
                <ns0:pt idx="923">
                  <ns0:v>1.51224707135</ns0:v>
                </ns0:pt>
                <ns0:pt idx="924">
                  <ns0:v>1.51388547555</ns0:v>
                </ns0:pt>
                <ns0:pt idx="925">
                  <ns0:v>1.51552387974</ns0:v>
                </ns0:pt>
                <ns0:pt idx="926">
                  <ns0:v>1.51716228394</ns0:v>
                </ns0:pt>
                <ns0:pt idx="927">
                  <ns0:v>1.51880068813</ns0:v>
                </ns0:pt>
                <ns0:pt idx="928">
                  <ns0:v>1.52043909232</ns0:v>
                </ns0:pt>
                <ns0:pt idx="929">
                  <ns0:v>1.52207749652</ns0:v>
                </ns0:pt>
                <ns0:pt idx="930">
                  <ns0:v>1.52371590071</ns0:v>
                </ns0:pt>
                <ns0:pt idx="931">
                  <ns0:v>1.52535430491</ns0:v>
                </ns0:pt>
                <ns0:pt idx="932">
                  <ns0:v>1.5269927091</ns0:v>
                </ns0:pt>
                <ns0:pt idx="933">
                  <ns0:v>1.5286311133</ns0:v>
                </ns0:pt>
                <ns0:pt idx="934">
                  <ns0:v>1.53026951749</ns0:v>
                </ns0:pt>
                <ns0:pt idx="935">
                  <ns0:v>1.53190792168</ns0:v>
                </ns0:pt>
                <ns0:pt idx="936">
                  <ns0:v>1.53354632588</ns0:v>
                </ns0:pt>
                <ns0:pt idx="937">
                  <ns0:v>1.53518473007</ns0:v>
                </ns0:pt>
                <ns0:pt idx="938">
                  <ns0:v>1.53682313427</ns0:v>
                </ns0:pt>
                <ns0:pt idx="939">
                  <ns0:v>1.53846153846</ns0:v>
                </ns0:pt>
                <ns0:pt idx="940">
                  <ns0:v>1.54009994266</ns0:v>
                </ns0:pt>
                <ns0:pt idx="941">
                  <ns0:v>1.54173834685</ns0:v>
                </ns0:pt>
                <ns0:pt idx="942">
                  <ns0:v>1.54337675104</ns0:v>
                </ns0:pt>
                <ns0:pt idx="943">
                  <ns0:v>1.54501515524</ns0:v>
                </ns0:pt>
                <ns0:pt idx="944">
                  <ns0:v>1.54665355943</ns0:v>
                </ns0:pt>
                <ns0:pt idx="945">
                  <ns0:v>1.54829196363</ns0:v>
                </ns0:pt>
                <ns0:pt idx="946">
                  <ns0:v>1.54993036782</ns0:v>
                </ns0:pt>
                <ns0:pt idx="947">
                  <ns0:v>1.55156877202</ns0:v>
                </ns0:pt>
                <ns0:pt idx="948">
                  <ns0:v>1.55320717621</ns0:v>
                </ns0:pt>
                <ns0:pt idx="949">
                  <ns0:v>1.5548455804</ns0:v>
                </ns0:pt>
                <ns0:pt idx="950">
                  <ns0:v>1.5564839846</ns0:v>
                </ns0:pt>
                <ns0:pt idx="951">
                  <ns0:v>1.55812238879</ns0:v>
                </ns0:pt>
                <ns0:pt idx="952">
                  <ns0:v>1.55976079299</ns0:v>
                </ns0:pt>
                <ns0:pt idx="953">
                  <ns0:v>1.56139919718</ns0:v>
                </ns0:pt>
                <ns0:pt idx="954">
                  <ns0:v>1.56303760138</ns0:v>
                </ns0:pt>
                <ns0:pt idx="955">
                  <ns0:v>1.56467600557</ns0:v>
                </ns0:pt>
                <ns0:pt idx="956">
                  <ns0:v>1.56631440976</ns0:v>
                </ns0:pt>
                <ns0:pt idx="957">
                  <ns0:v>1.56795281396</ns0:v>
                </ns0:pt>
                <ns0:pt idx="958">
                  <ns0:v>1.56959121815</ns0:v>
                </ns0:pt>
                <ns0:pt idx="959">
                  <ns0:v>1.57122962235</ns0:v>
                </ns0:pt>
                <ns0:pt idx="960">
                  <ns0:v>1.57286802654</ns0:v>
                </ns0:pt>
                <ns0:pt idx="961">
                  <ns0:v>1.57450643074</ns0:v>
                </ns0:pt>
                <ns0:pt idx="962">
                  <ns0:v>1.57614483493</ns0:v>
                </ns0:pt>
                <ns0:pt idx="963">
                  <ns0:v>1.57778323913</ns0:v>
                </ns0:pt>
                <ns0:pt idx="964">
                  <ns0:v>1.57942164332</ns0:v>
                </ns0:pt>
                <ns0:pt idx="965">
                  <ns0:v>1.58106004751</ns0:v>
                </ns0:pt>
                <ns0:pt idx="966">
                  <ns0:v>1.58269845171</ns0:v>
                </ns0:pt>
                <ns0:pt idx="967">
                  <ns0:v>1.5843368559</ns0:v>
                </ns0:pt>
                <ns0:pt idx="968">
                  <ns0:v>1.5859752601</ns0:v>
                </ns0:pt>
                <ns0:pt idx="969">
                  <ns0:v>1.58761366429</ns0:v>
                </ns0:pt>
                <ns0:pt idx="970">
                  <ns0:v>1.58925206849</ns0:v>
                </ns0:pt>
                <ns0:pt idx="971">
                  <ns0:v>1.59089047268</ns0:v>
                </ns0:pt>
                <ns0:pt idx="972">
                  <ns0:v>1.59252887687</ns0:v>
                </ns0:pt>
                <ns0:pt idx="973">
                  <ns0:v>1.59416728107</ns0:v>
                </ns0:pt>
                <ns0:pt idx="974">
                  <ns0:v>1.59580568526</ns0:v>
                </ns0:pt>
                <ns0:pt idx="975">
                  <ns0:v>1.59744408946</ns0:v>
                </ns0:pt>
                <ns0:pt idx="976">
                  <ns0:v>1.59908249365</ns0:v>
                </ns0:pt>
                <ns0:pt idx="977">
                  <ns0:v>1.60072089785</ns0:v>
                </ns0:pt>
                <ns0:pt idx="978">
                  <ns0:v>1.60235930204</ns0:v>
                </ns0:pt>
                <ns0:pt idx="979">
                  <ns0:v>1.60399770623</ns0:v>
                </ns0:pt>
                <ns0:pt idx="980">
                  <ns0:v>1.60563611043</ns0:v>
                </ns0:pt>
                <ns0:pt idx="981">
                  <ns0:v>1.60727451462</ns0:v>
                </ns0:pt>
                <ns0:pt idx="982">
                  <ns0:v>1.60891291882</ns0:v>
                </ns0:pt>
                <ns0:pt idx="983">
                  <ns0:v>1.61055132301</ns0:v>
                </ns0:pt>
                <ns0:pt idx="984">
                  <ns0:v>1.61218972721</ns0:v>
                </ns0:pt>
                <ns0:pt idx="985">
                  <ns0:v>1.6138281314</ns0:v>
                </ns0:pt>
                <ns0:pt idx="986">
                  <ns0:v>1.61546653559</ns0:v>
                </ns0:pt>
                <ns0:pt idx="987">
                  <ns0:v>1.61710493979</ns0:v>
                </ns0:pt>
                <ns0:pt idx="988">
                  <ns0:v>1.61874334398</ns0:v>
                </ns0:pt>
                <ns0:pt idx="989">
                  <ns0:v>1.62038174818</ns0:v>
                </ns0:pt>
                <ns0:pt idx="990">
                  <ns0:v>1.62202015237</ns0:v>
                </ns0:pt>
                <ns0:pt idx="991">
                  <ns0:v>1.62365855657</ns0:v>
                </ns0:pt>
                <ns0:pt idx="992">
                  <ns0:v>1.62529696076</ns0:v>
                </ns0:pt>
                <ns0:pt idx="993">
                  <ns0:v>1.62693536495</ns0:v>
                </ns0:pt>
                <ns0:pt idx="994">
                  <ns0:v>1.62857376915</ns0:v>
                </ns0:pt>
                <ns0:pt idx="995">
                  <ns0:v>1.63021217334</ns0:v>
                </ns0:pt>
                <ns0:pt idx="996">
                  <ns0:v>1.63185057754</ns0:v>
                </ns0:pt>
                <ns0:pt idx="997">
                  <ns0:v>1.63348898173</ns0:v>
                </ns0:pt>
                <ns0:pt idx="998">
                  <ns0:v>1.63512738593</ns0:v>
                </ns0:pt>
                <ns0:pt idx="999">
                  <ns0:v>1.63676579012</ns0:v>
                </ns0:pt>
                <ns0:pt idx="1000">
                  <ns0:v>1.63840419431</ns0:v>
                </ns0:pt>
                <ns0:pt idx="1001">
                  <ns0:v>1.64004259851</ns0:v>
                </ns0:pt>
                <ns0:pt idx="1002">
                  <ns0:v>1.6416810027</ns0:v>
                </ns0:pt>
                <ns0:pt idx="1003">
                  <ns0:v>1.6433194069</ns0:v>
                </ns0:pt>
                <ns0:pt idx="1004">
                  <ns0:v>1.64495781109</ns0:v>
                </ns0:pt>
                <ns0:pt idx="1005">
                  <ns0:v>1.64659621529</ns0:v>
                </ns0:pt>
                <ns0:pt idx="1006">
                  <ns0:v>1.64823461948</ns0:v>
                </ns0:pt>
                <ns0:pt idx="1007">
                  <ns0:v>1.64987302367</ns0:v>
                </ns0:pt>
                <ns0:pt idx="1008">
                  <ns0:v>1.65151142787</ns0:v>
                </ns0:pt>
                <ns0:pt idx="1009">
                  <ns0:v>1.65314983206</ns0:v>
                </ns0:pt>
                <ns0:pt idx="1010">
                  <ns0:v>1.65478823626</ns0:v>
                </ns0:pt>
                <ns0:pt idx="1011">
                  <ns0:v>1.65642664045</ns0:v>
                </ns0:pt>
                <ns0:pt idx="1012">
                  <ns0:v>1.65806504465</ns0:v>
                </ns0:pt>
                <ns0:pt idx="1013">
                  <ns0:v>1.65970344884</ns0:v>
                </ns0:pt>
                <ns0:pt idx="1014">
                  <ns0:v>1.66134185304</ns0:v>
                </ns0:pt>
                <ns0:pt idx="1015">
                  <ns0:v>1.66298025723</ns0:v>
                </ns0:pt>
                <ns0:pt idx="1016">
                  <ns0:v>1.66461866142</ns0:v>
                </ns0:pt>
                <ns0:pt idx="1017">
                  <ns0:v>1.66625706562</ns0:v>
                </ns0:pt>
                <ns0:pt idx="1018">
                  <ns0:v>1.66789546981</ns0:v>
                </ns0:pt>
                <ns0:pt idx="1019">
                  <ns0:v>1.66953387401</ns0:v>
                </ns0:pt>
                <ns0:pt idx="1020">
                  <ns0:v>1.6711722782</ns0:v>
                </ns0:pt>
                <ns0:pt idx="1021">
                  <ns0:v>1.6728106824</ns0:v>
                </ns0:pt>
                <ns0:pt idx="1022">
                  <ns0:v>1.67444908659</ns0:v>
                </ns0:pt>
                <ns0:pt idx="1023">
                  <ns0:v>1.67608749078</ns0:v>
                </ns0:pt>
                <ns0:pt idx="1024">
                  <ns0:v>1.67772589498</ns0:v>
                </ns0:pt>
                <ns0:pt idx="1025">
                  <ns0:v>1.67936429917</ns0:v>
                </ns0:pt>
                <ns0:pt idx="1026">
                  <ns0:v>1.68100270337</ns0:v>
                </ns0:pt>
                <ns0:pt idx="1027">
                  <ns0:v>1.68264110756</ns0:v>
                </ns0:pt>
                <ns0:pt idx="1028">
                  <ns0:v>1.68427951176</ns0:v>
                </ns0:pt>
                <ns0:pt idx="1029">
                  <ns0:v>1.68591791595</ns0:v>
                </ns0:pt>
                <ns0:pt idx="1030">
                  <ns0:v>1.68755632014</ns0:v>
                </ns0:pt>
                <ns0:pt idx="1031">
                  <ns0:v>1.68919472434</ns0:v>
                </ns0:pt>
                <ns0:pt idx="1032">
                  <ns0:v>1.69083312853</ns0:v>
                </ns0:pt>
                <ns0:pt idx="1033">
                  <ns0:v>1.69247153273</ns0:v>
                </ns0:pt>
                <ns0:pt idx="1034">
                  <ns0:v>1.69410993692</ns0:v>
                </ns0:pt>
                <ns0:pt idx="1035">
                  <ns0:v>1.69574834112</ns0:v>
                </ns0:pt>
                <ns0:pt idx="1036">
                  <ns0:v>1.69738674531</ns0:v>
                </ns0:pt>
                <ns0:pt idx="1037">
                  <ns0:v>1.6990251495</ns0:v>
                </ns0:pt>
                <ns0:pt idx="1038">
                  <ns0:v>1.7006635537</ns0:v>
                </ns0:pt>
                <ns0:pt idx="1039">
                  <ns0:v>1.70230195789</ns0:v>
                </ns0:pt>
                <ns0:pt idx="1040">
                  <ns0:v>1.70394036209</ns0:v>
                </ns0:pt>
                <ns0:pt idx="1041">
                  <ns0:v>1.70557876628</ns0:v>
                </ns0:pt>
                <ns0:pt idx="1042">
                  <ns0:v>1.70721717048</ns0:v>
                </ns0:pt>
                <ns0:pt idx="1043">
                  <ns0:v>1.70885557467</ns0:v>
                </ns0:pt>
                <ns0:pt idx="1044">
                  <ns0:v>1.71049397886</ns0:v>
                </ns0:pt>
                <ns0:pt idx="1045">
                  <ns0:v>1.71213238306</ns0:v>
                </ns0:pt>
                <ns0:pt idx="1046">
                  <ns0:v>1.71377078725</ns0:v>
                </ns0:pt>
                <ns0:pt idx="1047">
                  <ns0:v>1.71540919145</ns0:v>
                </ns0:pt>
                <ns0:pt idx="1048">
                  <ns0:v>1.71704759564</ns0:v>
                </ns0:pt>
                <ns0:pt idx="1049">
                  <ns0:v>1.71868599984</ns0:v>
                </ns0:pt>
                <ns0:pt idx="1050">
                  <ns0:v>1.72032440403</ns0:v>
                </ns0:pt>
                <ns0:pt idx="1051">
                  <ns0:v>1.72196280822</ns0:v>
                </ns0:pt>
                <ns0:pt idx="1052">
                  <ns0:v>1.72360121242</ns0:v>
                </ns0:pt>
                <ns0:pt idx="1053">
                  <ns0:v>1.72523961661</ns0:v>
                </ns0:pt>
                <ns0:pt idx="1054">
                  <ns0:v>1.72687802081</ns0:v>
                </ns0:pt>
                <ns0:pt idx="1055">
                  <ns0:v>1.728516425</ns0:v>
                </ns0:pt>
                <ns0:pt idx="1056">
                  <ns0:v>1.7301548292</ns0:v>
                </ns0:pt>
                <ns0:pt idx="1057">
                  <ns0:v>1.73179323339</ns0:v>
                </ns0:pt>
                <ns0:pt idx="1058">
                  <ns0:v>1.73343163758</ns0:v>
                </ns0:pt>
                <ns0:pt idx="1059">
                  <ns0:v>1.73507004178</ns0:v>
                </ns0:pt>
                <ns0:pt idx="1060">
                  <ns0:v>1.73670844597</ns0:v>
                </ns0:pt>
                <ns0:pt idx="1061">
                  <ns0:v>1.73834685017</ns0:v>
                </ns0:pt>
                <ns0:pt idx="1062">
                  <ns0:v>1.73998525436</ns0:v>
                </ns0:pt>
                <ns0:pt idx="1063">
                  <ns0:v>1.74162365856</ns0:v>
                </ns0:pt>
                <ns0:pt idx="1064">
                  <ns0:v>1.74326206275</ns0:v>
                </ns0:pt>
                <ns0:pt idx="1065">
                  <ns0:v>1.74490046695</ns0:v>
                </ns0:pt>
                <ns0:pt idx="1066">
                  <ns0:v>1.74653887114</ns0:v>
                </ns0:pt>
                <ns0:pt idx="1067">
                  <ns0:v>1.74817727533</ns0:v>
                </ns0:pt>
                <ns0:pt idx="1068">
                  <ns0:v>1.74981567953</ns0:v>
                </ns0:pt>
                <ns0:pt idx="1069">
                  <ns0:v>1.75145408372</ns0:v>
                </ns0:pt>
                <ns0:pt idx="1070">
                  <ns0:v>1.75309248792</ns0:v>
                </ns0:pt>
                <ns0:pt idx="1071">
                  <ns0:v>1.75473089211</ns0:v>
                </ns0:pt>
                <ns0:pt idx="1072">
                  <ns0:v>1.75636929631</ns0:v>
                </ns0:pt>
                <ns0:pt idx="1073">
                  <ns0:v>1.7580077005</ns0:v>
                </ns0:pt>
                <ns0:pt idx="1074">
                  <ns0:v>1.75964610469</ns0:v>
                </ns0:pt>
                <ns0:pt idx="1075">
                  <ns0:v>1.76128450889</ns0:v>
                </ns0:pt>
                <ns0:pt idx="1076">
                  <ns0:v>1.76292291308</ns0:v>
                </ns0:pt>
                <ns0:pt idx="1077">
                  <ns0:v>1.76456131728</ns0:v>
                </ns0:pt>
                <ns0:pt idx="1078">
                  <ns0:v>1.76619972147</ns0:v>
                </ns0:pt>
                <ns0:pt idx="1079">
                  <ns0:v>1.76783812567</ns0:v>
                </ns0:pt>
                <ns0:pt idx="1080">
                  <ns0:v>1.76947652986</ns0:v>
                </ns0:pt>
                <ns0:pt idx="1081">
                  <ns0:v>1.77111493405</ns0:v>
                </ns0:pt>
                <ns0:pt idx="1082">
                  <ns0:v>1.77275333825</ns0:v>
                </ns0:pt>
                <ns0:pt idx="1083">
                  <ns0:v>1.77439174244</ns0:v>
                </ns0:pt>
                <ns0:pt idx="1084">
                  <ns0:v>1.77603014664</ns0:v>
                </ns0:pt>
                <ns0:pt idx="1085">
                  <ns0:v>1.77766855083</ns0:v>
                </ns0:pt>
                <ns0:pt idx="1086">
                  <ns0:v>1.77930695503</ns0:v>
                </ns0:pt>
                <ns0:pt idx="1087">
                  <ns0:v>1.78094535922</ns0:v>
                </ns0:pt>
                <ns0:pt idx="1088">
                  <ns0:v>1.78258376341</ns0:v>
                </ns0:pt>
                <ns0:pt idx="1089">
                  <ns0:v>1.78422216761</ns0:v>
                </ns0:pt>
                <ns0:pt idx="1090">
                  <ns0:v>1.7858605718</ns0:v>
                </ns0:pt>
                <ns0:pt idx="1091">
                  <ns0:v>1.787498976</ns0:v>
                </ns0:pt>
                <ns0:pt idx="1092">
                  <ns0:v>1.78913738019</ns0:v>
                </ns0:pt>
                <ns0:pt idx="1093">
                  <ns0:v>1.79077578439</ns0:v>
                </ns0:pt>
                <ns0:pt idx="1094">
                  <ns0:v>1.79241418858</ns0:v>
                </ns0:pt>
                <ns0:pt idx="1095">
                  <ns0:v>1.79405259277</ns0:v>
                </ns0:pt>
                <ns0:pt idx="1096">
                  <ns0:v>1.79569099697</ns0:v>
                </ns0:pt>
                <ns0:pt idx="1097">
                  <ns0:v>1.79732940116</ns0:v>
                </ns0:pt>
                <ns0:pt idx="1098">
                  <ns0:v>1.79896780536</ns0:v>
                </ns0:pt>
                <ns0:pt idx="1099">
                  <ns0:v>1.80060620955</ns0:v>
                </ns0:pt>
                <ns0:pt idx="1100">
                  <ns0:v>1.80224461375</ns0:v>
                </ns0:pt>
                <ns0:pt idx="1101">
                  <ns0:v>1.80388301794</ns0:v>
                </ns0:pt>
                <ns0:pt idx="1102">
                  <ns0:v>1.80552142213</ns0:v>
                </ns0:pt>
                <ns0:pt idx="1103">
                  <ns0:v>1.80715982633</ns0:v>
                </ns0:pt>
                <ns0:pt idx="1104">
                  <ns0:v>1.80879823052</ns0:v>
                </ns0:pt>
                <ns0:pt idx="1105">
                  <ns0:v>1.81043663472</ns0:v>
                </ns0:pt>
                <ns0:pt idx="1106">
                  <ns0:v>1.81207503891</ns0:v>
                </ns0:pt>
                <ns0:pt idx="1107">
                  <ns0:v>1.81371344311</ns0:v>
                </ns0:pt>
                <ns0:pt idx="1108">
                  <ns0:v>1.8153518473</ns0:v>
                </ns0:pt>
                <ns0:pt idx="1109">
                  <ns0:v>1.8169902515</ns0:v>
                </ns0:pt>
                <ns0:pt idx="1110">
                  <ns0:v>1.81862865569</ns0:v>
                </ns0:pt>
                <ns0:pt idx="1111">
                  <ns0:v>1.82026705988</ns0:v>
                </ns0:pt>
                <ns0:pt idx="1112">
                  <ns0:v>1.82190546408</ns0:v>
                </ns0:pt>
                <ns0:pt idx="1113">
                  <ns0:v>1.82354386827</ns0:v>
                </ns0:pt>
                <ns0:pt idx="1114">
                  <ns0:v>1.82518227247</ns0:v>
                </ns0:pt>
                <ns0:pt idx="1115">
                  <ns0:v>1.82682067666</ns0:v>
                </ns0:pt>
                <ns0:pt idx="1116">
                  <ns0:v>1.82845908086</ns0:v>
                </ns0:pt>
                <ns0:pt idx="1117">
                  <ns0:v>1.83009748505</ns0:v>
                </ns0:pt>
                <ns0:pt idx="1118">
                  <ns0:v>1.83173588924</ns0:v>
                </ns0:pt>
                <ns0:pt idx="1119">
                  <ns0:v>1.83337429344</ns0:v>
                </ns0:pt>
                <ns0:pt idx="1120">
                  <ns0:v>1.83501269763</ns0:v>
                </ns0:pt>
                <ns0:pt idx="1121">
                  <ns0:v>1.83665110183</ns0:v>
                </ns0:pt>
                <ns0:pt idx="1122">
                  <ns0:v>1.83828950602</ns0:v>
                </ns0:pt>
                <ns0:pt idx="1123">
                  <ns0:v>1.83992791022</ns0:v>
                </ns0:pt>
                <ns0:pt idx="1124">
                  <ns0:v>1.84156631441</ns0:v>
                </ns0:pt>
                <ns0:pt idx="1125">
                  <ns0:v>1.8432047186</ns0:v>
                </ns0:pt>
                <ns0:pt idx="1126">
                  <ns0:v>1.8448431228</ns0:v>
                </ns0:pt>
                <ns0:pt idx="1127">
                  <ns0:v>1.84648152699</ns0:v>
                </ns0:pt>
                <ns0:pt idx="1128">
                  <ns0:v>1.84811993119</ns0:v>
                </ns0:pt>
                <ns0:pt idx="1129">
                  <ns0:v>1.84975833538</ns0:v>
                </ns0:pt>
                <ns0:pt idx="1130">
                  <ns0:v>1.85139673958</ns0:v>
                </ns0:pt>
                <ns0:pt idx="1131">
                  <ns0:v>1.85303514377</ns0:v>
                </ns0:pt>
                <ns0:pt idx="1132">
                  <ns0:v>1.85467354796</ns0:v>
                </ns0:pt>
                <ns0:pt idx="1133">
                  <ns0:v>1.85631195216</ns0:v>
                </ns0:pt>
                <ns0:pt idx="1134">
                  <ns0:v>1.85795035635</ns0:v>
                </ns0:pt>
                <ns0:pt idx="1135">
                  <ns0:v>1.85958876055</ns0:v>
                </ns0:pt>
                <ns0:pt idx="1136">
                  <ns0:v>1.86122716474</ns0:v>
                </ns0:pt>
                <ns0:pt idx="1137">
                  <ns0:v>1.86286556894</ns0:v>
                </ns0:pt>
                <ns0:pt idx="1138">
                  <ns0:v>1.86450397313</ns0:v>
                </ns0:pt>
                <ns0:pt idx="1139">
                  <ns0:v>1.86614237732</ns0:v>
                </ns0:pt>
                <ns0:pt idx="1140">
                  <ns0:v>1.86778078152</ns0:v>
                </ns0:pt>
                <ns0:pt idx="1141">
                  <ns0:v>1.86941918571</ns0:v>
                </ns0:pt>
                <ns0:pt idx="1142">
                  <ns0:v>1.87105758991</ns0:v>
                </ns0:pt>
                <ns0:pt idx="1143">
                  <ns0:v>1.8726959941</ns0:v>
                </ns0:pt>
                <ns0:pt idx="1144">
                  <ns0:v>1.8743343983</ns0:v>
                </ns0:pt>
                <ns0:pt idx="1145">
                  <ns0:v>1.87597280249</ns0:v>
                </ns0:pt>
                <ns0:pt idx="1146">
                  <ns0:v>1.87761120668</ns0:v>
                </ns0:pt>
                <ns0:pt idx="1147">
                  <ns0:v>1.87924961088</ns0:v>
                </ns0:pt>
                <ns0:pt idx="1148">
                  <ns0:v>1.88088801507</ns0:v>
                </ns0:pt>
                <ns0:pt idx="1149">
                  <ns0:v>1.88252641927</ns0:v>
                </ns0:pt>
                <ns0:pt idx="1150">
                  <ns0:v>1.88416482346</ns0:v>
                </ns0:pt>
                <ns0:pt idx="1151">
                  <ns0:v>1.88580322766</ns0:v>
                </ns0:pt>
                <ns0:pt idx="1152">
                  <ns0:v>1.88744163185</ns0:v>
                </ns0:pt>
                <ns0:pt idx="1153">
                  <ns0:v>1.88908003604</ns0:v>
                </ns0:pt>
                <ns0:pt idx="1154">
                  <ns0:v>1.89071844024</ns0:v>
                </ns0:pt>
                <ns0:pt idx="1155">
                  <ns0:v>1.89235684443</ns0:v>
                </ns0:pt>
                <ns0:pt idx="1156">
                  <ns0:v>1.89399524863</ns0:v>
                </ns0:pt>
                <ns0:pt idx="1157">
                  <ns0:v>1.89563365282</ns0:v>
                </ns0:pt>
                <ns0:pt idx="1158">
                  <ns0:v>1.89727205702</ns0:v>
                </ns0:pt>
                <ns0:pt idx="1159">
                  <ns0:v>1.89891046121</ns0:v>
                </ns0:pt>
                <ns0:pt idx="1160">
                  <ns0:v>1.90054886541</ns0:v>
                </ns0:pt>
                <ns0:pt idx="1161">
                  <ns0:v>1.9021872696</ns0:v>
                </ns0:pt>
                <ns0:pt idx="1162">
                  <ns0:v>1.90382567379</ns0:v>
                </ns0:pt>
                <ns0:pt idx="1163">
                  <ns0:v>1.90546407799</ns0:v>
                </ns0:pt>
                <ns0:pt idx="1164">
                  <ns0:v>1.90710248218</ns0:v>
                </ns0:pt>
                <ns0:pt idx="1165">
                  <ns0:v>1.90874088638</ns0:v>
                </ns0:pt>
                <ns0:pt idx="1166">
                  <ns0:v>1.91037929057</ns0:v>
                </ns0:pt>
                <ns0:pt idx="1167">
                  <ns0:v>1.91201769477</ns0:v>
                </ns0:pt>
                <ns0:pt idx="1168">
                  <ns0:v>1.91365609896</ns0:v>
                </ns0:pt>
                <ns0:pt idx="1169">
                  <ns0:v>1.91529450315</ns0:v>
                </ns0:pt>
                <ns0:pt idx="1170">
                  <ns0:v>1.91693290735</ns0:v>
                </ns0:pt>
                <ns0:pt idx="1171">
                  <ns0:v>1.91857131154</ns0:v>
                </ns0:pt>
                <ns0:pt idx="1172">
                  <ns0:v>1.92020971574</ns0:v>
                </ns0:pt>
                <ns0:pt idx="1173">
                  <ns0:v>1.92184811993</ns0:v>
                </ns0:pt>
                <ns0:pt idx="1174">
                  <ns0:v>1.92348652413</ns0:v>
                </ns0:pt>
                <ns0:pt idx="1175">
                  <ns0:v>1.92512492832</ns0:v>
                </ns0:pt>
                <ns0:pt idx="1176">
                  <ns0:v>1.92676333251</ns0:v>
                </ns0:pt>
                <ns0:pt idx="1177">
                  <ns0:v>1.92840173671</ns0:v>
                </ns0:pt>
                <ns0:pt idx="1178">
                  <ns0:v>1.9300401409</ns0:v>
                </ns0:pt>
                <ns0:pt idx="1179">
                  <ns0:v>1.9316785451</ns0:v>
                </ns0:pt>
                <ns0:pt idx="1180">
                  <ns0:v>1.93331694929</ns0:v>
                </ns0:pt>
                <ns0:pt idx="1181">
                  <ns0:v>1.93495535349</ns0:v>
                </ns0:pt>
                <ns0:pt idx="1182">
                  <ns0:v>1.93659375768</ns0:v>
                </ns0:pt>
                <ns0:pt idx="1183">
                  <ns0:v>1.93823216187</ns0:v>
                </ns0:pt>
                <ns0:pt idx="1184">
                  <ns0:v>1.93987056607</ns0:v>
                </ns0:pt>
                <ns0:pt idx="1185">
                  <ns0:v>1.94150897026</ns0:v>
                </ns0:pt>
                <ns0:pt idx="1186">
                  <ns0:v>1.94314737446</ns0:v>
                </ns0:pt>
                <ns0:pt idx="1187">
                  <ns0:v>1.94478577865</ns0:v>
                </ns0:pt>
                <ns0:pt idx="1188">
                  <ns0:v>1.94642418285</ns0:v>
                </ns0:pt>
                <ns0:pt idx="1189">
                  <ns0:v>1.94806258704</ns0:v>
                </ns0:pt>
                <ns0:pt idx="1190">
                  <ns0:v>1.94970099123</ns0:v>
                </ns0:pt>
                <ns0:pt idx="1191">
                  <ns0:v>1.95133939543</ns0:v>
                </ns0:pt>
                <ns0:pt idx="1192">
                  <ns0:v>1.95297779962</ns0:v>
                </ns0:pt>
                <ns0:pt idx="1193">
                  <ns0:v>1.95461620382</ns0:v>
                </ns0:pt>
                <ns0:pt idx="1194">
                  <ns0:v>1.95625460801</ns0:v>
                </ns0:pt>
                <ns0:pt idx="1195">
                  <ns0:v>1.95789301221</ns0:v>
                </ns0:pt>
                <ns0:pt idx="1196">
                  <ns0:v>1.9595314164</ns0:v>
                </ns0:pt>
                <ns0:pt idx="1197">
                  <ns0:v>1.96116982059</ns0:v>
                </ns0:pt>
                <ns0:pt idx="1198">
                  <ns0:v>1.96280822479</ns0:v>
                </ns0:pt>
                <ns0:pt idx="1199">
                  <ns0:v>1.96444662898</ns0:v>
                </ns0:pt>
                <ns0:pt idx="1200">
                  <ns0:v>1.96608503318</ns0:v>
                </ns0:pt>
                <ns0:pt idx="1201">
                  <ns0:v>1.96772343737</ns0:v>
                </ns0:pt>
                <ns0:pt idx="1202">
                  <ns0:v>1.96936184157</ns0:v>
                </ns0:pt>
                <ns0:pt idx="1203">
                  <ns0:v>1.97100024576</ns0:v>
                </ns0:pt>
                <ns0:pt idx="1204">
                  <ns0:v>1.97263864995</ns0:v>
                </ns0:pt>
                <ns0:pt idx="1205">
                  <ns0:v>1.97427705415</ns0:v>
                </ns0:pt>
                <ns0:pt idx="1206">
                  <ns0:v>1.97591545834</ns0:v>
                </ns0:pt>
                <ns0:pt idx="1207">
                  <ns0:v>1.97755386254</ns0:v>
                </ns0:pt>
                <ns0:pt idx="1208">
                  <ns0:v>1.97919226673</ns0:v>
                </ns0:pt>
                <ns0:pt idx="1209">
                  <ns0:v>1.98083067093</ns0:v>
                </ns0:pt>
                <ns0:pt idx="1210">
                  <ns0:v>1.98246907512</ns0:v>
                </ns0:pt>
                <ns0:pt idx="1211">
                  <ns0:v>1.98410747932</ns0:v>
                </ns0:pt>
                <ns0:pt idx="1212">
                  <ns0:v>1.98574588351</ns0:v>
                </ns0:pt>
                <ns0:pt idx="1213">
                  <ns0:v>1.9873842877</ns0:v>
                </ns0:pt>
                <ns0:pt idx="1214">
                  <ns0:v>1.9890226919</ns0:v>
                </ns0:pt>
                <ns0:pt idx="1215">
                  <ns0:v>1.99066109609</ns0:v>
                </ns0:pt>
                <ns0:pt idx="1216">
                  <ns0:v>1.99229950029</ns0:v>
                </ns0:pt>
                <ns0:pt idx="1217">
                  <ns0:v>1.99393790448</ns0:v>
                </ns0:pt>
                <ns0:pt idx="1218">
                  <ns0:v>1.99557630868</ns0:v>
                </ns0:pt>
                <ns0:pt idx="1219">
                  <ns0:v>1.99721471287</ns0:v>
                </ns0:pt>
                <ns0:pt idx="1220">
                  <ns0:v>1.99885311706</ns0:v>
                </ns0:pt>
                <ns0:pt idx="1221">
                  <ns0:v>2.00049152126</ns0:v>
                </ns0:pt>
                <ns0:pt idx="1222">
                  <ns0:v>2.00212992545</ns0:v>
                </ns0:pt>
                <ns0:pt idx="1223">
                  <ns0:v>2.00376832965</ns0:v>
                </ns0:pt>
                <ns0:pt idx="1224">
                  <ns0:v>2.00540673384</ns0:v>
                </ns0:pt>
                <ns0:pt idx="1225">
                  <ns0:v>2.00704513804</ns0:v>
                </ns0:pt>
                <ns0:pt idx="1226">
                  <ns0:v>2.00868354223</ns0:v>
                </ns0:pt>
                <ns0:pt idx="1227">
                  <ns0:v>2.01032194642</ns0:v>
                </ns0:pt>
                <ns0:pt idx="1228">
                  <ns0:v>2.01196035062</ns0:v>
                </ns0:pt>
                <ns0:pt idx="1229">
                  <ns0:v>2.01359875481</ns0:v>
                </ns0:pt>
                <ns0:pt idx="1230">
                  <ns0:v>2.01523715901</ns0:v>
                </ns0:pt>
                <ns0:pt idx="1231">
                  <ns0:v>2.0168755632</ns0:v>
                </ns0:pt>
                <ns0:pt idx="1232">
                  <ns0:v>2.0185139674</ns0:v>
                </ns0:pt>
                <ns0:pt idx="1233">
                  <ns0:v>2.02015237159</ns0:v>
                </ns0:pt>
                <ns0:pt idx="1234">
                  <ns0:v>2.02179077578</ns0:v>
                </ns0:pt>
                <ns0:pt idx="1235">
                  <ns0:v>2.02342917998</ns0:v>
                </ns0:pt>
                <ns0:pt idx="1236">
                  <ns0:v>2.02506758417</ns0:v>
                </ns0:pt>
                <ns0:pt idx="1237">
                  <ns0:v>2.02670598837</ns0:v>
                </ns0:pt>
                <ns0:pt idx="1238">
                  <ns0:v>2.02834439256</ns0:v>
                </ns0:pt>
                <ns0:pt idx="1239">
                  <ns0:v>2.02998279676</ns0:v>
                </ns0:pt>
                <ns0:pt idx="1240">
                  <ns0:v>2.03162120095</ns0:v>
                </ns0:pt>
                <ns0:pt idx="1241">
                  <ns0:v>2.03325960514</ns0:v>
                </ns0:pt>
                <ns0:pt idx="1242">
                  <ns0:v>2.03489800934</ns0:v>
                </ns0:pt>
                <ns0:pt idx="1243">
                  <ns0:v>2.03653641353</ns0:v>
                </ns0:pt>
                <ns0:pt idx="1244">
                  <ns0:v>2.03817481773</ns0:v>
                </ns0:pt>
                <ns0:pt idx="1245">
                  <ns0:v>2.03981322192</ns0:v>
                </ns0:pt>
                <ns0:pt idx="1246">
                  <ns0:v>2.04145162612</ns0:v>
                </ns0:pt>
                <ns0:pt idx="1247">
                  <ns0:v>2.04309003031</ns0:v>
                </ns0:pt>
                <ns0:pt idx="1248">
                  <ns0:v>2.0447284345</ns0:v>
                </ns0:pt>
                <ns0:pt idx="1249">
                  <ns0:v>2.0463668387</ns0:v>
                </ns0:pt>
                <ns0:pt idx="1250">
                  <ns0:v>2.04800524289</ns0:v>
                </ns0:pt>
                <ns0:pt idx="1251">
                  <ns0:v>2.04964364709</ns0:v>
                </ns0:pt>
                <ns0:pt idx="1252">
                  <ns0:v>2.05128205128</ns0:v>
                </ns0:pt>
                <ns0:pt idx="1253">
                  <ns0:v>2.05292045548</ns0:v>
                </ns0:pt>
                <ns0:pt idx="1254">
                  <ns0:v>2.05455885967</ns0:v>
                </ns0:pt>
                <ns0:pt idx="1255">
                  <ns0:v>2.05619726386</ns0:v>
                </ns0:pt>
                <ns0:pt idx="1256">
                  <ns0:v>2.05783566806</ns0:v>
                </ns0:pt>
                <ns0:pt idx="1257">
                  <ns0:v>2.05947407225</ns0:v>
                </ns0:pt>
                <ns0:pt idx="1258">
                  <ns0:v>2.06111247645</ns0:v>
                </ns0:pt>
                <ns0:pt idx="1259">
                  <ns0:v>2.06275088064</ns0:v>
                </ns0:pt>
                <ns0:pt idx="1260">
                  <ns0:v>2.06438928484</ns0:v>
                </ns0:pt>
                <ns0:pt idx="1261">
                  <ns0:v>2.06602768903</ns0:v>
                </ns0:pt>
                <ns0:pt idx="1262">
                  <ns0:v>2.06766609323</ns0:v>
                </ns0:pt>
                <ns0:pt idx="1263">
                  <ns0:v>2.06930449742</ns0:v>
                </ns0:pt>
                <ns0:pt idx="1264">
                  <ns0:v>2.07094290161</ns0:v>
                </ns0:pt>
                <ns0:pt idx="1265">
                  <ns0:v>2.07258130581</ns0:v>
                </ns0:pt>
                <ns0:pt idx="1266">
                  <ns0:v>2.07421971</ns0:v>
                </ns0:pt>
                <ns0:pt idx="1267">
                  <ns0:v>2.0758581142</ns0:v>
                </ns0:pt>
                <ns0:pt idx="1268">
                  <ns0:v>2.07749651839</ns0:v>
                </ns0:pt>
                <ns0:pt idx="1269">
                  <ns0:v>2.07913492259</ns0:v>
                </ns0:pt>
                <ns0:pt idx="1270">
                  <ns0:v>2.08077332678</ns0:v>
                </ns0:pt>
                <ns0:pt idx="1271">
                  <ns0:v>2.08241173097</ns0:v>
                </ns0:pt>
                <ns0:pt idx="1272">
                  <ns0:v>2.08405013517</ns0:v>
                </ns0:pt>
                <ns0:pt idx="1273">
                  <ns0:v>2.08568853936</ns0:v>
                </ns0:pt>
                <ns0:pt idx="1274">
                  <ns0:v>2.08732694356</ns0:v>
                </ns0:pt>
                <ns0:pt idx="1275">
                  <ns0:v>2.08896534775</ns0:v>
                </ns0:pt>
                <ns0:pt idx="1276">
                  <ns0:v>2.09060375195</ns0:v>
                </ns0:pt>
                <ns0:pt idx="1277">
                  <ns0:v>2.09224215614</ns0:v>
                </ns0:pt>
                <ns0:pt idx="1278">
                  <ns0:v>2.09388056033</ns0:v>
                </ns0:pt>
                <ns0:pt idx="1279">
                  <ns0:v>2.09551896453</ns0:v>
                </ns0:pt>
                <ns0:pt idx="1280">
                  <ns0:v>2.09715736872</ns0:v>
                </ns0:pt>
                <ns0:pt idx="1281">
                  <ns0:v>2.09879577292</ns0:v>
                </ns0:pt>
                <ns0:pt idx="1282">
                  <ns0:v>2.10043417711</ns0:v>
                </ns0:pt>
                <ns0:pt idx="1283">
                  <ns0:v>2.10207258131</ns0:v>
                </ns0:pt>
                <ns0:pt idx="1284">
                  <ns0:v>2.1037109855</ns0:v>
                </ns0:pt>
                <ns0:pt idx="1285">
                  <ns0:v>2.10534938969</ns0:v>
                </ns0:pt>
                <ns0:pt idx="1286">
                  <ns0:v>2.10698779389</ns0:v>
                </ns0:pt>
                <ns0:pt idx="1287">
                  <ns0:v>2.10862619808</ns0:v>
                </ns0:pt>
                <ns0:pt idx="1288">
                  <ns0:v>2.11026460228</ns0:v>
                </ns0:pt>
                <ns0:pt idx="1289">
                  <ns0:v>2.11190300647</ns0:v>
                </ns0:pt>
                <ns0:pt idx="1290">
                  <ns0:v>2.11354141067</ns0:v>
                </ns0:pt>
                <ns0:pt idx="1291">
                  <ns0:v>2.11517981486</ns0:v>
                </ns0:pt>
                <ns0:pt idx="1292">
                  <ns0:v>2.11681821905</ns0:v>
                </ns0:pt>
                <ns0:pt idx="1293">
                  <ns0:v>2.11845662325</ns0:v>
                </ns0:pt>
                <ns0:pt idx="1294">
                  <ns0:v>2.12009502744</ns0:v>
                </ns0:pt>
                <ns0:pt idx="1295">
                  <ns0:v>2.12173343164</ns0:v>
                </ns0:pt>
                <ns0:pt idx="1296">
                  <ns0:v>2.12337183583</ns0:v>
                </ns0:pt>
                <ns0:pt idx="1297">
                  <ns0:v>2.12501024003</ns0:v>
                </ns0:pt>
                <ns0:pt idx="1298">
                  <ns0:v>2.12664864422</ns0:v>
                </ns0:pt>
                <ns0:pt idx="1299">
                  <ns0:v>2.12828704841</ns0:v>
                </ns0:pt>
                <ns0:pt idx="1300">
                  <ns0:v>2.12992545261</ns0:v>
                </ns0:pt>
                <ns0:pt idx="1301">
                  <ns0:v>2.1315638568</ns0:v>
                </ns0:pt>
                <ns0:pt idx="1302">
                  <ns0:v>2.133202261</ns0:v>
                </ns0:pt>
                <ns0:pt idx="1303">
                  <ns0:v>2.13484066519</ns0:v>
                </ns0:pt>
                <ns0:pt idx="1304">
                  <ns0:v>2.13647906939</ns0:v>
                </ns0:pt>
                <ns0:pt idx="1305">
                  <ns0:v>2.13811747358</ns0:v>
                </ns0:pt>
                <ns0:pt idx="1306">
                  <ns0:v>2.13975587778</ns0:v>
                </ns0:pt>
                <ns0:pt idx="1307">
                  <ns0:v>2.14139428197</ns0:v>
                </ns0:pt>
                <ns0:pt idx="1308">
                  <ns0:v>2.14303268616</ns0:v>
                </ns0:pt>
                <ns0:pt idx="1309">
                  <ns0:v>2.14467109036</ns0:v>
                </ns0:pt>
                <ns0:pt idx="1310">
                  <ns0:v>2.14630949455</ns0:v>
                </ns0:pt>
                <ns0:pt idx="1311">
                  <ns0:v>2.14794789875</ns0:v>
                </ns0:pt>
                <ns0:pt idx="1312">
                  <ns0:v>2.14958630294</ns0:v>
                </ns0:pt>
                <ns0:pt idx="1313">
                  <ns0:v>2.15122470714</ns0:v>
                </ns0:pt>
                <ns0:pt idx="1314">
                  <ns0:v>2.15286311133</ns0:v>
                </ns0:pt>
                <ns0:pt idx="1315">
                  <ns0:v>2.15450151552</ns0:v>
                </ns0:pt>
                <ns0:pt idx="1316">
                  <ns0:v>2.15613991972</ns0:v>
                </ns0:pt>
                <ns0:pt idx="1317">
                  <ns0:v>2.15777832391</ns0:v>
                </ns0:pt>
                <ns0:pt idx="1318">
                  <ns0:v>2.15941672811</ns0:v>
                </ns0:pt>
                <ns0:pt idx="1319">
                  <ns0:v>2.1610551323</ns0:v>
                </ns0:pt>
                <ns0:pt idx="1320">
                  <ns0:v>2.1626935365</ns0:v>
                </ns0:pt>
                <ns0:pt idx="1321">
                  <ns0:v>2.16433194069</ns0:v>
                </ns0:pt>
                <ns0:pt idx="1322">
                  <ns0:v>2.16597034488</ns0:v>
                </ns0:pt>
                <ns0:pt idx="1323">
                  <ns0:v>2.16760874908</ns0:v>
                </ns0:pt>
                <ns0:pt idx="1324">
                  <ns0:v>2.16924715327</ns0:v>
                </ns0:pt>
                <ns0:pt idx="1325">
                  <ns0:v>2.17088555747</ns0:v>
                </ns0:pt>
                <ns0:pt idx="1326">
                  <ns0:v>2.17252396166</ns0:v>
                </ns0:pt>
                <ns0:pt idx="1327">
                  <ns0:v>2.17416236586</ns0:v>
                </ns0:pt>
                <ns0:pt idx="1328">
                  <ns0:v>2.17580077005</ns0:v>
                </ns0:pt>
                <ns0:pt idx="1329">
                  <ns0:v>2.17743917424</ns0:v>
                </ns0:pt>
                <ns0:pt idx="1330">
                  <ns0:v>2.17907757844</ns0:v>
                </ns0:pt>
                <ns0:pt idx="1331">
                  <ns0:v>2.18071598263</ns0:v>
                </ns0:pt>
                <ns0:pt idx="1332">
                  <ns0:v>2.18235438683</ns0:v>
                </ns0:pt>
                <ns0:pt idx="1333">
                  <ns0:v>2.18399279102</ns0:v>
                </ns0:pt>
                <ns0:pt idx="1334">
                  <ns0:v>2.18563119522</ns0:v>
                </ns0:pt>
                <ns0:pt idx="1335">
                  <ns0:v>2.18726959941</ns0:v>
                </ns0:pt>
                <ns0:pt idx="1336">
                  <ns0:v>2.1889080036</ns0:v>
                </ns0:pt>
                <ns0:pt idx="1337">
                  <ns0:v>2.1905464078</ns0:v>
                </ns0:pt>
                <ns0:pt idx="1338">
                  <ns0:v>2.19218481199</ns0:v>
                </ns0:pt>
                <ns0:pt idx="1339">
                  <ns0:v>2.19382321619</ns0:v>
                </ns0:pt>
                <ns0:pt idx="1340">
                  <ns0:v>2.19546162038</ns0:v>
                </ns0:pt>
                <ns0:pt idx="1341">
                  <ns0:v>2.19710002458</ns0:v>
                </ns0:pt>
                <ns0:pt idx="1342">
                  <ns0:v>2.19873842877</ns0:v>
                </ns0:pt>
                <ns0:pt idx="1343">
                  <ns0:v>2.20037683296</ns0:v>
                </ns0:pt>
                <ns0:pt idx="1344">
                  <ns0:v>2.20201523716</ns0:v>
                </ns0:pt>
                <ns0:pt idx="1345">
                  <ns0:v>2.20365364135</ns0:v>
                </ns0:pt>
                <ns0:pt idx="1346">
                  <ns0:v>2.20529204555</ns0:v>
                </ns0:pt>
                <ns0:pt idx="1347">
                  <ns0:v>2.20693044974</ns0:v>
                </ns0:pt>
                <ns0:pt idx="1348">
                  <ns0:v>2.20856885394</ns0:v>
                </ns0:pt>
                <ns0:pt idx="1349">
                  <ns0:v>2.21020725813</ns0:v>
                </ns0:pt>
                <ns0:pt idx="1350">
                  <ns0:v>2.21184566232</ns0:v>
                </ns0:pt>
                <ns0:pt idx="1351">
                  <ns0:v>2.21348406652</ns0:v>
                </ns0:pt>
                <ns0:pt idx="1352">
                  <ns0:v>2.21512247071</ns0:v>
                </ns0:pt>
                <ns0:pt idx="1353">
                  <ns0:v>2.21676087491</ns0:v>
                </ns0:pt>
                <ns0:pt idx="1354">
                  <ns0:v>2.2183992791</ns0:v>
                </ns0:pt>
                <ns0:pt idx="1355">
                  <ns0:v>2.2200376833</ns0:v>
                </ns0:pt>
                <ns0:pt idx="1356">
                  <ns0:v>2.22167608749</ns0:v>
                </ns0:pt>
                <ns0:pt idx="1357">
                  <ns0:v>2.22331449169</ns0:v>
                </ns0:pt>
                <ns0:pt idx="1358">
                  <ns0:v>2.22495289588</ns0:v>
                </ns0:pt>
                <ns0:pt idx="1359">
                  <ns0:v>2.22659130007</ns0:v>
                </ns0:pt>
                <ns0:pt idx="1360">
                  <ns0:v>2.22822970427</ns0:v>
                </ns0:pt>
                <ns0:pt idx="1361">
                  <ns0:v>2.22986810846</ns0:v>
                </ns0:pt>
                <ns0:pt idx="1362">
                  <ns0:v>2.23150651266</ns0:v>
                </ns0:pt>
                <ns0:pt idx="1363">
                  <ns0:v>2.23314491685</ns0:v>
                </ns0:pt>
                <ns0:pt idx="1364">
                  <ns0:v>2.23478332105</ns0:v>
                </ns0:pt>
                <ns0:pt idx="1365">
                  <ns0:v>2.23642172524</ns0:v>
                </ns0:pt>
                <ns0:pt idx="1366">
                  <ns0:v>2.23806012943</ns0:v>
                </ns0:pt>
                <ns0:pt idx="1367">
                  <ns0:v>2.23969853363</ns0:v>
                </ns0:pt>
                <ns0:pt idx="1368">
                  <ns0:v>2.24133693782</ns0:v>
                </ns0:pt>
                <ns0:pt idx="1369">
                  <ns0:v>2.24297534202</ns0:v>
                </ns0:pt>
                <ns0:pt idx="1370">
                  <ns0:v>2.24461374621</ns0:v>
                </ns0:pt>
                <ns0:pt idx="1371">
                  <ns0:v>2.24625215041</ns0:v>
                </ns0:pt>
                <ns0:pt idx="1372">
                  <ns0:v>2.2478905546</ns0:v>
                </ns0:pt>
                <ns0:pt idx="1373">
                  <ns0:v>2.24952895879</ns0:v>
                </ns0:pt>
                <ns0:pt idx="1374">
                  <ns0:v>2.25116736299</ns0:v>
                </ns0:pt>
                <ns0:pt idx="1375">
                  <ns0:v>2.25280576718</ns0:v>
                </ns0:pt>
                <ns0:pt idx="1376">
                  <ns0:v>2.25444417138</ns0:v>
                </ns0:pt>
                <ns0:pt idx="1377">
                  <ns0:v>2.25608257557</ns0:v>
                </ns0:pt>
                <ns0:pt idx="1378">
                  <ns0:v>2.25772097977</ns0:v>
                </ns0:pt>
                <ns0:pt idx="1379">
                  <ns0:v>2.25935938396</ns0:v>
                </ns0:pt>
                <ns0:pt idx="1380">
                  <ns0:v>2.26099778815</ns0:v>
                </ns0:pt>
                <ns0:pt idx="1381">
                  <ns0:v>2.26263619235</ns0:v>
                </ns0:pt>
                <ns0:pt idx="1382">
                  <ns0:v>2.26427459654</ns0:v>
                </ns0:pt>
                <ns0:pt idx="1383">
                  <ns0:v>2.26591300074</ns0:v>
                </ns0:pt>
                <ns0:pt idx="1384">
                  <ns0:v>2.26755140493</ns0:v>
                </ns0:pt>
                <ns0:pt idx="1385">
                  <ns0:v>2.26918980913</ns0:v>
                </ns0:pt>
                <ns0:pt idx="1386">
                  <ns0:v>2.27082821332</ns0:v>
                </ns0:pt>
                <ns0:pt idx="1387">
                  <ns0:v>2.27246661751</ns0:v>
                </ns0:pt>
                <ns0:pt idx="1388">
                  <ns0:v>2.27410502171</ns0:v>
                </ns0:pt>
                <ns0:pt idx="1389">
                  <ns0:v>2.2757434259</ns0:v>
                </ns0:pt>
                <ns0:pt idx="1390">
                  <ns0:v>2.2773818301</ns0:v>
                </ns0:pt>
                <ns0:pt idx="1391">
                  <ns0:v>2.27902023429</ns0:v>
                </ns0:pt>
                <ns0:pt idx="1392">
                  <ns0:v>2.28065863849</ns0:v>
                </ns0:pt>
                <ns0:pt idx="1393">
                  <ns0:v>2.28229704268</ns0:v>
                </ns0:pt>
                <ns0:pt idx="1394">
                  <ns0:v>2.28393544687</ns0:v>
                </ns0:pt>
                <ns0:pt idx="1395">
                  <ns0:v>2.28557385107</ns0:v>
                </ns0:pt>
                <ns0:pt idx="1396">
                  <ns0:v>2.28721225526</ns0:v>
                </ns0:pt>
                <ns0:pt idx="1397">
                  <ns0:v>2.28885065946</ns0:v>
                </ns0:pt>
                <ns0:pt idx="1398">
                  <ns0:v>2.29048906365</ns0:v>
                </ns0:pt>
                <ns0:pt idx="1399">
                  <ns0:v>2.29212746785</ns0:v>
                </ns0:pt>
                <ns0:pt idx="1400">
                  <ns0:v>2.29376587204</ns0:v>
                </ns0:pt>
                <ns0:pt idx="1401">
                  <ns0:v>2.29540427623</ns0:v>
                </ns0:pt>
                <ns0:pt idx="1402">
                  <ns0:v>2.29704268043</ns0:v>
                </ns0:pt>
                <ns0:pt idx="1403">
                  <ns0:v>2.29868108462</ns0:v>
                </ns0:pt>
                <ns0:pt idx="1404">
                  <ns0:v>2.30031948882</ns0:v>
                </ns0:pt>
                <ns0:pt idx="1405">
                  <ns0:v>2.30195789301</ns0:v>
                </ns0:pt>
                <ns0:pt idx="1406">
                  <ns0:v>2.30359629721</ns0:v>
                </ns0:pt>
                <ns0:pt idx="1407">
                  <ns0:v>2.3052347014</ns0:v>
                </ns0:pt>
                <ns0:pt idx="1408">
                  <ns0:v>2.3068731056</ns0:v>
                </ns0:pt>
                <ns0:pt idx="1409">
                  <ns0:v>2.30851150979</ns0:v>
                </ns0:pt>
                <ns0:pt idx="1410">
                  <ns0:v>2.31014991398</ns0:v>
                </ns0:pt>
                <ns0:pt idx="1411">
                  <ns0:v>2.31178831818</ns0:v>
                </ns0:pt>
                <ns0:pt idx="1412">
                  <ns0:v>2.31342672237</ns0:v>
                </ns0:pt>
                <ns0:pt idx="1413">
                  <ns0:v>2.31506512657</ns0:v>
                </ns0:pt>
                <ns0:pt idx="1414">
                  <ns0:v>2.31670353076</ns0:v>
                </ns0:pt>
                <ns0:pt idx="1415">
                  <ns0:v>2.31834193496</ns0:v>
                </ns0:pt>
                <ns0:pt idx="1416">
                  <ns0:v>2.31998033915</ns0:v>
                </ns0:pt>
                <ns0:pt idx="1417">
                  <ns0:v>2.32161874334</ns0:v>
                </ns0:pt>
                <ns0:pt idx="1418">
                  <ns0:v>2.32325714754</ns0:v>
                </ns0:pt>
                <ns0:pt idx="1419">
                  <ns0:v>2.32489555173</ns0:v>
                </ns0:pt>
                <ns0:pt idx="1420">
                  <ns0:v>2.32653395593</ns0:v>
                </ns0:pt>
                <ns0:pt idx="1421">
                  <ns0:v>2.32817236012</ns0:v>
                </ns0:pt>
                <ns0:pt idx="1422">
                  <ns0:v>2.32981076432</ns0:v>
                </ns0:pt>
                <ns0:pt idx="1423">
                  <ns0:v>2.33144916851</ns0:v>
                </ns0:pt>
                <ns0:pt idx="1424">
                  <ns0:v>2.3330875727</ns0:v>
                </ns0:pt>
                <ns0:pt idx="1425">
                  <ns0:v>2.3347259769</ns0:v>
                </ns0:pt>
                <ns0:pt idx="1426">
                  <ns0:v>2.33636438109</ns0:v>
                </ns0:pt>
                <ns0:pt idx="1427">
                  <ns0:v>2.33800278529</ns0:v>
                </ns0:pt>
                <ns0:pt idx="1428">
                  <ns0:v>2.33964118948</ns0:v>
                </ns0:pt>
                <ns0:pt idx="1429">
                  <ns0:v>2.34127959368</ns0:v>
                </ns0:pt>
                <ns0:pt idx="1430">
                  <ns0:v>2.34291799787</ns0:v>
                </ns0:pt>
                <ns0:pt idx="1431">
                  <ns0:v>2.34455640206</ns0:v>
                </ns0:pt>
                <ns0:pt idx="1432">
                  <ns0:v>2.34619480626</ns0:v>
                </ns0:pt>
                <ns0:pt idx="1433">
                  <ns0:v>2.34783321045</ns0:v>
                </ns0:pt>
                <ns0:pt idx="1434">
                  <ns0:v>2.34947161465</ns0:v>
                </ns0:pt>
                <ns0:pt idx="1435">
                  <ns0:v>2.35111001884</ns0:v>
                </ns0:pt>
                <ns0:pt idx="1436">
                  <ns0:v>2.35274842304</ns0:v>
                </ns0:pt>
                <ns0:pt idx="1437">
                  <ns0:v>2.35438682723</ns0:v>
                </ns0:pt>
                <ns0:pt idx="1438">
                  <ns0:v>2.35602523142</ns0:v>
                </ns0:pt>
                <ns0:pt idx="1439">
                  <ns0:v>2.35766363562</ns0:v>
                </ns0:pt>
                <ns0:pt idx="1440">
                  <ns0:v>2.35930203981</ns0:v>
                </ns0:pt>
                <ns0:pt idx="1441">
                  <ns0:v>2.36094044401</ns0:v>
                </ns0:pt>
                <ns0:pt idx="1442">
                  <ns0:v>2.3625788482</ns0:v>
                </ns0:pt>
                <ns0:pt idx="1443">
                  <ns0:v>2.3642172524</ns0:v>
                </ns0:pt>
                <ns0:pt idx="1444">
                  <ns0:v>2.36585565659</ns0:v>
                </ns0:pt>
                <ns0:pt idx="1445">
                  <ns0:v>2.36749406078</ns0:v>
                </ns0:pt>
                <ns0:pt idx="1446">
                  <ns0:v>2.36913246498</ns0:v>
                </ns0:pt>
                <ns0:pt idx="1447">
                  <ns0:v>2.37077086917</ns0:v>
                </ns0:pt>
                <ns0:pt idx="1448">
                  <ns0:v>2.37240927337</ns0:v>
                </ns0:pt>
                <ns0:pt idx="1449">
                  <ns0:v>2.37404767756</ns0:v>
                </ns0:pt>
                <ns0:pt idx="1450">
                  <ns0:v>2.37568608176</ns0:v>
                </ns0:pt>
                <ns0:pt idx="1451">
                  <ns0:v>2.37732448595</ns0:v>
                </ns0:pt>
                <ns0:pt idx="1452">
                  <ns0:v>2.37896289014</ns0:v>
                </ns0:pt>
                <ns0:pt idx="1453">
                  <ns0:v>2.38060129434</ns0:v>
                </ns0:pt>
                <ns0:pt idx="1454">
                  <ns0:v>2.38223969853</ns0:v>
                </ns0:pt>
                <ns0:pt idx="1455">
                  <ns0:v>2.38387810273</ns0:v>
                </ns0:pt>
                <ns0:pt idx="1456">
                  <ns0:v>2.38551650692</ns0:v>
                </ns0:pt>
                <ns0:pt idx="1457">
                  <ns0:v>2.38715491112</ns0:v>
                </ns0:pt>
                <ns0:pt idx="1458">
                  <ns0:v>2.38879331531</ns0:v>
                </ns0:pt>
                <ns0:pt idx="1459">
                  <ns0:v>2.39043171951</ns0:v>
                </ns0:pt>
                <ns0:pt idx="1460">
                  <ns0:v>2.3920701237</ns0:v>
                </ns0:pt>
                <ns0:pt idx="1461">
                  <ns0:v>2.39370852789</ns0:v>
                </ns0:pt>
                <ns0:pt idx="1462">
                  <ns0:v>2.39534693209</ns0:v>
                </ns0:pt>
                <ns0:pt idx="1463">
                  <ns0:v>2.39698533628</ns0:v>
                </ns0:pt>
                <ns0:pt idx="1464">
                  <ns0:v>2.39862374048</ns0:v>
                </ns0:pt>
                <ns0:pt idx="1465">
                  <ns0:v>2.40026214467</ns0:v>
                </ns0:pt>
                <ns0:pt idx="1466">
                  <ns0:v>2.40190054887</ns0:v>
                </ns0:pt>
                <ns0:pt idx="1467">
                  <ns0:v>2.40353895306</ns0:v>
                </ns0:pt>
                <ns0:pt idx="1468">
                  <ns0:v>2.40517735725</ns0:v>
                </ns0:pt>
                <ns0:pt idx="1469">
                  <ns0:v>2.40681576145</ns0:v>
                </ns0:pt>
                <ns0:pt idx="1470">
                  <ns0:v>2.40845416564</ns0:v>
                </ns0:pt>
                <ns0:pt idx="1471">
                  <ns0:v>2.41009256984</ns0:v>
                </ns0:pt>
                <ns0:pt idx="1472">
                  <ns0:v>2.41173097403</ns0:v>
                </ns0:pt>
                <ns0:pt idx="1473">
                  <ns0:v>2.41336937823</ns0:v>
                </ns0:pt>
                <ns0:pt idx="1474">
                  <ns0:v>2.41500778242</ns0:v>
                </ns0:pt>
                <ns0:pt idx="1475">
                  <ns0:v>2.41664618661</ns0:v>
                </ns0:pt>
                <ns0:pt idx="1476">
                  <ns0:v>2.41828459081</ns0:v>
                </ns0:pt>
                <ns0:pt idx="1477">
                  <ns0:v>2.419922995</ns0:v>
                </ns0:pt>
                <ns0:pt idx="1478">
                  <ns0:v>2.4215613992</ns0:v>
                </ns0:pt>
                <ns0:pt idx="1479">
                  <ns0:v>2.42319980339</ns0:v>
                </ns0:pt>
                <ns0:pt idx="1480">
                  <ns0:v>2.42483820759</ns0:v>
                </ns0:pt>
                <ns0:pt idx="1481">
                  <ns0:v>2.42647661178</ns0:v>
                </ns0:pt>
                <ns0:pt idx="1482">
                  <ns0:v>2.42811501597</ns0:v>
                </ns0:pt>
                <ns0:pt idx="1483">
                  <ns0:v>2.42975342017</ns0:v>
                </ns0:pt>
                <ns0:pt idx="1484">
                  <ns0:v>2.43139182436</ns0:v>
                </ns0:pt>
                <ns0:pt idx="1485">
                  <ns0:v>2.43303022856</ns0:v>
                </ns0:pt>
                <ns0:pt idx="1486">
                  <ns0:v>2.43466863275</ns0:v>
                </ns0:pt>
                <ns0:pt idx="1487">
                  <ns0:v>2.43630703695</ns0:v>
                </ns0:pt>
                <ns0:pt idx="1488">
                  <ns0:v>2.43794544114</ns0:v>
                </ns0:pt>
                <ns0:pt idx="1489">
                  <ns0:v>2.43958384533</ns0:v>
                </ns0:pt>
                <ns0:pt idx="1490">
                  <ns0:v>2.44122224953</ns0:v>
                </ns0:pt>
                <ns0:pt idx="1491">
                  <ns0:v>2.44286065372</ns0:v>
                </ns0:pt>
                <ns0:pt idx="1492">
                  <ns0:v>2.44449905792</ns0:v>
                </ns0:pt>
                <ns0:pt idx="1493">
                  <ns0:v>2.44613746211</ns0:v>
                </ns0:pt>
                <ns0:pt idx="1494">
                  <ns0:v>2.44777586631</ns0:v>
                </ns0:pt>
                <ns0:pt idx="1495">
                  <ns0:v>2.4494142705</ns0:v>
                </ns0:pt>
                <ns0:pt idx="1496">
                  <ns0:v>2.45105267469</ns0:v>
                </ns0:pt>
                <ns0:pt idx="1497">
                  <ns0:v>2.45269107889</ns0:v>
                </ns0:pt>
                <ns0:pt idx="1498">
                  <ns0:v>2.45432948308</ns0:v>
                </ns0:pt>
                <ns0:pt idx="1499">
                  <ns0:v>2.45596788728</ns0:v>
                </ns0:pt>
                <ns0:pt idx="1500">
                  <ns0:v>2.45760629147</ns0:v>
                </ns0:pt>
                <ns0:pt idx="1501">
                  <ns0:v>2.45924469567</ns0:v>
                </ns0:pt>
                <ns0:pt idx="1502">
                  <ns0:v>2.46088309986</ns0:v>
                </ns0:pt>
                <ns0:pt idx="1503">
                  <ns0:v>2.46252150406</ns0:v>
                </ns0:pt>
                <ns0:pt idx="1504">
                  <ns0:v>2.46415990825</ns0:v>
                </ns0:pt>
                <ns0:pt idx="1505">
                  <ns0:v>2.46579831244</ns0:v>
                </ns0:pt>
                <ns0:pt idx="1506">
                  <ns0:v>2.46743671664</ns0:v>
                </ns0:pt>
                <ns0:pt idx="1507">
                  <ns0:v>2.46907512083</ns0:v>
                </ns0:pt>
                <ns0:pt idx="1508">
                  <ns0:v>2.47071352503</ns0:v>
                </ns0:pt>
                <ns0:pt idx="1509">
                  <ns0:v>2.47235192922</ns0:v>
                </ns0:pt>
                <ns0:pt idx="1510">
                  <ns0:v>2.47399033342</ns0:v>
                </ns0:pt>
                <ns0:pt idx="1511">
                  <ns0:v>2.47562873761</ns0:v>
                </ns0:pt>
                <ns0:pt idx="1512">
                  <ns0:v>2.4772671418</ns0:v>
                </ns0:pt>
                <ns0:pt idx="1513">
                  <ns0:v>2.478905546</ns0:v>
                </ns0:pt>
                <ns0:pt idx="1514">
                  <ns0:v>2.48054395019</ns0:v>
                </ns0:pt>
                <ns0:pt idx="1515">
                  <ns0:v>2.48218235439</ns0:v>
                </ns0:pt>
                <ns0:pt idx="1516">
                  <ns0:v>2.48382075858</ns0:v>
                </ns0:pt>
                <ns0:pt idx="1517">
                  <ns0:v>2.48545916278</ns0:v>
                </ns0:pt>
                <ns0:pt idx="1518">
                  <ns0:v>2.48709756697</ns0:v>
                </ns0:pt>
                <ns0:pt idx="1519">
                  <ns0:v>2.48873597116</ns0:v>
                </ns0:pt>
                <ns0:pt idx="1520">
                  <ns0:v>2.49037437536</ns0:v>
                </ns0:pt>
                <ns0:pt idx="1521">
                  <ns0:v>2.49201277955</ns0:v>
                </ns0:pt>
                <ns0:pt idx="1522">
                  <ns0:v>2.49365118375</ns0:v>
                </ns0:pt>
                <ns0:pt idx="1523">
                  <ns0:v>2.49528958794</ns0:v>
                </ns0:pt>
                <ns0:pt idx="1524">
                  <ns0:v>2.49692799214</ns0:v>
                </ns0:pt>
                <ns0:pt idx="1525">
                  <ns0:v>2.49856639633</ns0:v>
                </ns0:pt>
                <ns0:pt idx="1526">
                  <ns0:v>2.50020480052</ns0:v>
                </ns0:pt>
                <ns0:pt idx="1527">
                  <ns0:v>2.50184320472</ns0:v>
                </ns0:pt>
                <ns0:pt idx="1528">
                  <ns0:v>2.50348160891</ns0:v>
                </ns0:pt>
                <ns0:pt idx="1529">
                  <ns0:v>2.50512001311</ns0:v>
                </ns0:pt>
                <ns0:pt idx="1530">
                  <ns0:v>2.5067584173</ns0:v>
                </ns0:pt>
                <ns0:pt idx="1531">
                  <ns0:v>2.5083968215</ns0:v>
                </ns0:pt>
                <ns0:pt idx="1532">
                  <ns0:v>2.51003522569</ns0:v>
                </ns0:pt>
                <ns0:pt idx="1533">
                  <ns0:v>2.51167362988</ns0:v>
                </ns0:pt>
                <ns0:pt idx="1534">
                  <ns0:v>2.51331203408</ns0:v>
                </ns0:pt>
                <ns0:pt idx="1535">
                  <ns0:v>2.51495043827</ns0:v>
                </ns0:pt>
                <ns0:pt idx="1536">
                  <ns0:v>2.51658884247</ns0:v>
                </ns0:pt>
                <ns0:pt idx="1537">
                  <ns0:v>2.51822724666</ns0:v>
                </ns0:pt>
                <ns0:pt idx="1538">
                  <ns0:v>2.51986565086</ns0:v>
                </ns0:pt>
                <ns0:pt idx="1539">
                  <ns0:v>2.52150405505</ns0:v>
                </ns0:pt>
                <ns0:pt idx="1540">
                  <ns0:v>2.52314245924</ns0:v>
                </ns0:pt>
                <ns0:pt idx="1541">
                  <ns0:v>2.52478086344</ns0:v>
                </ns0:pt>
                <ns0:pt idx="1542">
                  <ns0:v>2.52641926763</ns0:v>
                </ns0:pt>
                <ns0:pt idx="1543">
                  <ns0:v>2.52805767183</ns0:v>
                </ns0:pt>
                <ns0:pt idx="1544">
                  <ns0:v>2.52969607602</ns0:v>
                </ns0:pt>
                <ns0:pt idx="1545">
                  <ns0:v>2.53133448022</ns0:v>
                </ns0:pt>
                <ns0:pt idx="1546">
                  <ns0:v>2.53297288441</ns0:v>
                </ns0:pt>
                <ns0:pt idx="1547">
                  <ns0:v>2.5346112886</ns0:v>
                </ns0:pt>
                <ns0:pt idx="1548">
                  <ns0:v>2.5362496928</ns0:v>
                </ns0:pt>
                <ns0:pt idx="1549">
                  <ns0:v>2.53788809699</ns0:v>
                </ns0:pt>
                <ns0:pt idx="1550">
                  <ns0:v>2.53952650119</ns0:v>
                </ns0:pt>
                <ns0:pt idx="1551">
                  <ns0:v>2.54116490538</ns0:v>
                </ns0:pt>
                <ns0:pt idx="1552">
                  <ns0:v>2.54280330958</ns0:v>
                </ns0:pt>
                <ns0:pt idx="1553">
                  <ns0:v>2.54444171377</ns0:v>
                </ns0:pt>
                <ns0:pt idx="1554">
                  <ns0:v>2.54608011797</ns0:v>
                </ns0:pt>
                <ns0:pt idx="1555">
                  <ns0:v>2.54771852216</ns0:v>
                </ns0:pt>
                <ns0:pt idx="1556">
                  <ns0:v>2.54935692635</ns0:v>
                </ns0:pt>
                <ns0:pt idx="1557">
                  <ns0:v>2.55099533055</ns0:v>
                </ns0:pt>
                <ns0:pt idx="1558">
                  <ns0:v>2.55263373474</ns0:v>
                </ns0:pt>
                <ns0:pt idx="1559">
                  <ns0:v>2.55427213894</ns0:v>
                </ns0:pt>
                <ns0:pt idx="1560">
                  <ns0:v>2.55591054313</ns0:v>
                </ns0:pt>
                <ns0:pt idx="1561">
                  <ns0:v>2.55754894733</ns0:v>
                </ns0:pt>
                <ns0:pt idx="1562">
                  <ns0:v>2.55918735152</ns0:v>
                </ns0:pt>
                <ns0:pt idx="1563">
                  <ns0:v>2.56082575571</ns0:v>
                </ns0:pt>
                <ns0:pt idx="1564">
                  <ns0:v>2.56246415991</ns0:v>
                </ns0:pt>
                <ns0:pt idx="1565">
                  <ns0:v>2.5641025641</ns0:v>
                </ns0:pt>
                <ns0:pt idx="1566">
                  <ns0:v>2.5657409683</ns0:v>
                </ns0:pt>
                <ns0:pt idx="1567">
                  <ns0:v>2.56737937249</ns0:v>
                </ns0:pt>
                <ns0:pt idx="1568">
                  <ns0:v>2.56901777669</ns0:v>
                </ns0:pt>
                <ns0:pt idx="1569">
                  <ns0:v>2.57065618088</ns0:v>
                </ns0:pt>
                <ns0:pt idx="1570">
                  <ns0:v>2.57229458507</ns0:v>
                </ns0:pt>
                <ns0:pt idx="1571">
                  <ns0:v>2.57393298927</ns0:v>
                </ns0:pt>
                <ns0:pt idx="1572">
                  <ns0:v>2.57557139346</ns0:v>
                </ns0:pt>
                <ns0:pt idx="1573">
                  <ns0:v>2.57720979766</ns0:v>
                </ns0:pt>
                <ns0:pt idx="1574">
                  <ns0:v>2.57884820185</ns0:v>
                </ns0:pt>
                <ns0:pt idx="1575">
                  <ns0:v>2.58048660605</ns0:v>
                </ns0:pt>
                <ns0:pt idx="1576">
                  <ns0:v>2.58212501024</ns0:v>
                </ns0:pt>
                <ns0:pt idx="1577">
                  <ns0:v>2.58376341443</ns0:v>
                </ns0:pt>
                <ns0:pt idx="1578">
                  <ns0:v>2.58540181863</ns0:v>
                </ns0:pt>
                <ns0:pt idx="1579">
                  <ns0:v>2.58704022282</ns0:v>
                </ns0:pt>
                <ns0:pt idx="1580">
                  <ns0:v>2.58867862702</ns0:v>
                </ns0:pt>
                <ns0:pt idx="1581">
                  <ns0:v>2.59031703121</ns0:v>
                </ns0:pt>
                <ns0:pt idx="1582">
                  <ns0:v>2.59195543541</ns0:v>
                </ns0:pt>
                <ns0:pt idx="1583">
                  <ns0:v>2.5935938396</ns0:v>
                </ns0:pt>
                <ns0:pt idx="1584">
                  <ns0:v>2.59523224379</ns0:v>
                </ns0:pt>
                <ns0:pt idx="1585">
                  <ns0:v>2.59687064799</ns0:v>
                </ns0:pt>
                <ns0:pt idx="1586">
                  <ns0:v>2.59850905218</ns0:v>
                </ns0:pt>
                <ns0:pt idx="1587">
                  <ns0:v>2.60014745638</ns0:v>
                </ns0:pt>
                <ns0:pt idx="1588">
                  <ns0:v>2.60178586057</ns0:v>
                </ns0:pt>
                <ns0:pt idx="1589">
                  <ns0:v>2.60342426477</ns0:v>
                </ns0:pt>
                <ns0:pt idx="1590">
                  <ns0:v>2.60506266896</ns0:v>
                </ns0:pt>
                <ns0:pt idx="1591">
                  <ns0:v>2.60670107315</ns0:v>
                </ns0:pt>
                <ns0:pt idx="1592">
                  <ns0:v>2.60833947735</ns0:v>
                </ns0:pt>
                <ns0:pt idx="1593">
                  <ns0:v>2.60997788154</ns0:v>
                </ns0:pt>
                <ns0:pt idx="1594">
                  <ns0:v>2.61161628574</ns0:v>
                </ns0:pt>
                <ns0:pt idx="1595">
                  <ns0:v>2.61325468993</ns0:v>
                </ns0:pt>
                <ns0:pt idx="1596">
                  <ns0:v>2.61489309413</ns0:v>
                </ns0:pt>
                <ns0:pt idx="1597">
                  <ns0:v>2.61653149832</ns0:v>
                </ns0:pt>
                <ns0:pt idx="1598">
                  <ns0:v>2.61816990251</ns0:v>
                </ns0:pt>
                <ns0:pt idx="1599">
                  <ns0:v>2.61980830671</ns0:v>
                </ns0:pt>
                <ns0:pt idx="1600">
                  <ns0:v>2.6214467109</ns0:v>
                </ns0:pt>
                <ns0:pt idx="1601">
                  <ns0:v>2.6230851151</ns0:v>
                </ns0:pt>
                <ns0:pt idx="1602">
                  <ns0:v>2.62472351929</ns0:v>
                </ns0:pt>
                <ns0:pt idx="1603">
                  <ns0:v>2.62636192349</ns0:v>
                </ns0:pt>
                <ns0:pt idx="1604">
                  <ns0:v>2.62800032768</ns0:v>
                </ns0:pt>
                <ns0:pt idx="1605">
                  <ns0:v>2.62963873188</ns0:v>
                </ns0:pt>
                <ns0:pt idx="1606">
                  <ns0:v>2.63127713607</ns0:v>
                </ns0:pt>
                <ns0:pt idx="1607">
                  <ns0:v>2.63291554026</ns0:v>
                </ns0:pt>
                <ns0:pt idx="1608">
                  <ns0:v>2.63455394446</ns0:v>
                </ns0:pt>
                <ns0:pt idx="1609">
                  <ns0:v>2.63619234865</ns0:v>
                </ns0:pt>
                <ns0:pt idx="1610">
                  <ns0:v>2.63783075285</ns0:v>
                </ns0:pt>
                <ns0:pt idx="1611">
                  <ns0:v>2.63946915704</ns0:v>
                </ns0:pt>
                <ns0:pt idx="1612">
                  <ns0:v>2.64110756124</ns0:v>
                </ns0:pt>
                <ns0:pt idx="1613">
                  <ns0:v>2.64274596543</ns0:v>
                </ns0:pt>
                <ns0:pt idx="1614">
                  <ns0:v>2.64438436962</ns0:v>
                </ns0:pt>
                <ns0:pt idx="1615">
                  <ns0:v>2.64602277382</ns0:v>
                </ns0:pt>
                <ns0:pt idx="1616">
                  <ns0:v>2.64766117801</ns0:v>
                </ns0:pt>
                <ns0:pt idx="1617">
                  <ns0:v>2.64929958221</ns0:v>
                </ns0:pt>
                <ns0:pt idx="1618">
                  <ns0:v>2.6509379864</ns0:v>
                </ns0:pt>
                <ns0:pt idx="1619">
                  <ns0:v>2.6525763906</ns0:v>
                </ns0:pt>
                <ns0:pt idx="1620">
                  <ns0:v>2.65421479479</ns0:v>
                </ns0:pt>
                <ns0:pt idx="1621">
                  <ns0:v>2.65585319898</ns0:v>
                </ns0:pt>
                <ns0:pt idx="1622">
                  <ns0:v>2.65749160318</ns0:v>
                </ns0:pt>
                <ns0:pt idx="1623">
                  <ns0:v>2.65913000737</ns0:v>
                </ns0:pt>
                <ns0:pt idx="1624">
                  <ns0:v>2.66076841157</ns0:v>
                </ns0:pt>
                <ns0:pt idx="1625">
                  <ns0:v>2.66240681576</ns0:v>
                </ns0:pt>
                <ns0:pt idx="1626">
                  <ns0:v>2.66404521996</ns0:v>
                </ns0:pt>
                <ns0:pt idx="1627">
                  <ns0:v>2.66568362415</ns0:v>
                </ns0:pt>
                <ns0:pt idx="1628">
                  <ns0:v>2.66732202834</ns0:v>
                </ns0:pt>
                <ns0:pt idx="1629">
                  <ns0:v>2.66896043254</ns0:v>
                </ns0:pt>
                <ns0:pt idx="1630">
                  <ns0:v>2.67059883673</ns0:v>
                </ns0:pt>
                <ns0:pt idx="1631">
                  <ns0:v>2.67223724093</ns0:v>
                </ns0:pt>
                <ns0:pt idx="1632">
                  <ns0:v>2.67387564512</ns0:v>
                </ns0:pt>
                <ns0:pt idx="1633">
                  <ns0:v>2.67551404932</ns0:v>
                </ns0:pt>
                <ns0:pt idx="1634">
                  <ns0:v>2.67715245351</ns0:v>
                </ns0:pt>
                <ns0:pt idx="1635">
                  <ns0:v>2.6787908577</ns0:v>
                </ns0:pt>
                <ns0:pt idx="1636">
                  <ns0:v>2.6804292619</ns0:v>
                </ns0:pt>
                <ns0:pt idx="1637">
                  <ns0:v>2.68206766609</ns0:v>
                </ns0:pt>
                <ns0:pt idx="1638">
                  <ns0:v>2.68370607029</ns0:v>
                </ns0:pt>
                <ns0:pt idx="1639">
                  <ns0:v>2.68534447448</ns0:v>
                </ns0:pt>
                <ns0:pt idx="1640">
                  <ns0:v>2.68698287868</ns0:v>
                </ns0:pt>
                <ns0:pt idx="1641">
                  <ns0:v>2.68862128287</ns0:v>
                </ns0:pt>
                <ns0:pt idx="1642">
                  <ns0:v>2.69025968706</ns0:v>
                </ns0:pt>
                <ns0:pt idx="1643">
                  <ns0:v>2.69189809126</ns0:v>
                </ns0:pt>
                <ns0:pt idx="1644">
                  <ns0:v>2.69353649545</ns0:v>
                </ns0:pt>
                <ns0:pt idx="1645">
                  <ns0:v>2.69517489965</ns0:v>
                </ns0:pt>
                <ns0:pt idx="1646">
                  <ns0:v>2.69681330384</ns0:v>
                </ns0:pt>
                <ns0:pt idx="1647">
                  <ns0:v>2.69845170804</ns0:v>
                </ns0:pt>
                <ns0:pt idx="1648">
                  <ns0:v>2.70009011223</ns0:v>
                </ns0:pt>
                <ns0:pt idx="1649">
                  <ns0:v>2.70172851643</ns0:v>
                </ns0:pt>
                <ns0:pt idx="1650">
                  <ns0:v>2.70336692062</ns0:v>
                </ns0:pt>
                <ns0:pt idx="1651">
                  <ns0:v>2.70500532481</ns0:v>
                </ns0:pt>
                <ns0:pt idx="1652">
                  <ns0:v>2.70664372901</ns0:v>
                </ns0:pt>
                <ns0:pt idx="1653">
                  <ns0:v>2.7082821332</ns0:v>
                </ns0:pt>
                <ns0:pt idx="1654">
                  <ns0:v>2.7099205374</ns0:v>
                </ns0:pt>
                <ns0:pt idx="1655">
                  <ns0:v>2.71155894159</ns0:v>
                </ns0:pt>
                <ns0:pt idx="1656">
                  <ns0:v>2.71319734579</ns0:v>
                </ns0:pt>
                <ns0:pt idx="1657">
                  <ns0:v>2.71483574998</ns0:v>
                </ns0:pt>
                <ns0:pt idx="1658">
                  <ns0:v>2.71647415417</ns0:v>
                </ns0:pt>
                <ns0:pt idx="1659">
                  <ns0:v>2.71811255837</ns0:v>
                </ns0:pt>
                <ns0:pt idx="1660">
                  <ns0:v>2.71975096256</ns0:v>
                </ns0:pt>
                <ns0:pt idx="1661">
                  <ns0:v>2.72138936676</ns0:v>
                </ns0:pt>
                <ns0:pt idx="1662">
                  <ns0:v>2.72302777095</ns0:v>
                </ns0:pt>
                <ns0:pt idx="1663">
                  <ns0:v>2.72466617515</ns0:v>
                </ns0:pt>
                <ns0:pt idx="1664">
                  <ns0:v>2.72630457934</ns0:v>
                </ns0:pt>
                <ns0:pt idx="1665">
                  <ns0:v>2.72794298353</ns0:v>
                </ns0:pt>
                <ns0:pt idx="1666">
                  <ns0:v>2.72958138773</ns0:v>
                </ns0:pt>
                <ns0:pt idx="1667">
                  <ns0:v>2.73121979192</ns0:v>
                </ns0:pt>
                <ns0:pt idx="1668">
                  <ns0:v>2.73285819612</ns0:v>
                </ns0:pt>
                <ns0:pt idx="1669">
                  <ns0:v>2.73449660031</ns0:v>
                </ns0:pt>
                <ns0:pt idx="1670">
                  <ns0:v>2.73613500451</ns0:v>
                </ns0:pt>
                <ns0:pt idx="1671">
                  <ns0:v>2.7377734087</ns0:v>
                </ns0:pt>
                <ns0:pt idx="1672">
                  <ns0:v>2.73941181289</ns0:v>
                </ns0:pt>
                <ns0:pt idx="1673">
                  <ns0:v>2.74105021709</ns0:v>
                </ns0:pt>
                <ns0:pt idx="1674">
                  <ns0:v>2.74268862128</ns0:v>
                </ns0:pt>
                <ns0:pt idx="1675">
                  <ns0:v>2.74432702548</ns0:v>
                </ns0:pt>
                <ns0:pt idx="1676">
                  <ns0:v>2.74596542967</ns0:v>
                </ns0:pt>
                <ns0:pt idx="1677">
                  <ns0:v>2.74760383387</ns0:v>
                </ns0:pt>
                <ns0:pt idx="1678">
                  <ns0:v>2.74924223806</ns0:v>
                </ns0:pt>
                <ns0:pt idx="1679">
                  <ns0:v>2.75088064225</ns0:v>
                </ns0:pt>
                <ns0:pt idx="1680">
                  <ns0:v>2.75251904645</ns0:v>
                </ns0:pt>
                <ns0:pt idx="1681">
                  <ns0:v>2.75415745064</ns0:v>
                </ns0:pt>
                <ns0:pt idx="1682">
                  <ns0:v>2.75579585484</ns0:v>
                </ns0:pt>
                <ns0:pt idx="1683">
                  <ns0:v>2.75743425903</ns0:v>
                </ns0:pt>
                <ns0:pt idx="1684">
                  <ns0:v>2.75907266323</ns0:v>
                </ns0:pt>
                <ns0:pt idx="1685">
                  <ns0:v>2.76071106742</ns0:v>
                </ns0:pt>
                <ns0:pt idx="1686">
                  <ns0:v>2.76234947161</ns0:v>
                </ns0:pt>
                <ns0:pt idx="1687">
                  <ns0:v>2.76398787581</ns0:v>
                </ns0:pt>
                <ns0:pt idx="1688">
                  <ns0:v>2.76562628</ns0:v>
                </ns0:pt>
                <ns0:pt idx="1689">
                  <ns0:v>2.7672646842</ns0:v>
                </ns0:pt>
                <ns0:pt idx="1690">
                  <ns0:v>2.76890308839</ns0:v>
                </ns0:pt>
                <ns0:pt idx="1691">
                  <ns0:v>2.77054149259</ns0:v>
                </ns0:pt>
                <ns0:pt idx="1692">
                  <ns0:v>2.77217989678</ns0:v>
                </ns0:pt>
                <ns0:pt idx="1693">
                  <ns0:v>2.77381830097</ns0:v>
                </ns0:pt>
                <ns0:pt idx="1694">
                  <ns0:v>2.77545670517</ns0:v>
                </ns0:pt>
                <ns0:pt idx="1695">
                  <ns0:v>2.77709510936</ns0:v>
                </ns0:pt>
                <ns0:pt idx="1696">
                  <ns0:v>2.77873351356</ns0:v>
                </ns0:pt>
                <ns0:pt idx="1697">
                  <ns0:v>2.78037191775</ns0:v>
                </ns0:pt>
                <ns0:pt idx="1698">
                  <ns0:v>2.78201032195</ns0:v>
                </ns0:pt>
                <ns0:pt idx="1699">
                  <ns0:v>2.78364872614</ns0:v>
                </ns0:pt>
                <ns0:pt idx="1700">
                  <ns0:v>2.78528713034</ns0:v>
                </ns0:pt>
                <ns0:pt idx="1701">
                  <ns0:v>2.78692553453</ns0:v>
                </ns0:pt>
                <ns0:pt idx="1702">
                  <ns0:v>2.78856393872</ns0:v>
                </ns0:pt>
                <ns0:pt idx="1703">
                  <ns0:v>2.79020234292</ns0:v>
                </ns0:pt>
                <ns0:pt idx="1704">
                  <ns0:v>2.79184074711</ns0:v>
                </ns0:pt>
                <ns0:pt idx="1705">
                  <ns0:v>2.79347915131</ns0:v>
                </ns0:pt>
                <ns0:pt idx="1706">
                  <ns0:v>2.7951175555</ns0:v>
                </ns0:pt>
                <ns0:pt idx="1707">
                  <ns0:v>2.7967559597</ns0:v>
                </ns0:pt>
                <ns0:pt idx="1708">
                  <ns0:v>2.79839436389</ns0:v>
                </ns0:pt>
                <ns0:pt idx="1709">
                  <ns0:v>2.80003276808</ns0:v>
                </ns0:pt>
                <ns0:pt idx="1710">
                  <ns0:v>2.80167117228</ns0:v>
                </ns0:pt>
                <ns0:pt idx="1711">
                  <ns0:v>2.80330957647</ns0:v>
                </ns0:pt>
                <ns0:pt idx="1712">
                  <ns0:v>2.80494798067</ns0:v>
                </ns0:pt>
                <ns0:pt idx="1713">
                  <ns0:v>2.80658638486</ns0:v>
                </ns0:pt>
                <ns0:pt idx="1714">
                  <ns0:v>2.80822478906</ns0:v>
                </ns0:pt>
                <ns0:pt idx="1715">
                  <ns0:v>2.80986319325</ns0:v>
                </ns0:pt>
                <ns0:pt idx="1716">
                  <ns0:v>2.81150159744</ns0:v>
                </ns0:pt>
                <ns0:pt idx="1717">
                  <ns0:v>2.81314000164</ns0:v>
                </ns0:pt>
                <ns0:pt idx="1718">
                  <ns0:v>2.81477840583</ns0:v>
                </ns0:pt>
                <ns0:pt idx="1719">
                  <ns0:v>2.81641681003</ns0:v>
                </ns0:pt>
                <ns0:pt idx="1720">
                  <ns0:v>2.81805521422</ns0:v>
                </ns0:pt>
                <ns0:pt idx="1721">
                  <ns0:v>2.81969361842</ns0:v>
                </ns0:pt>
                <ns0:pt idx="1722">
                  <ns0:v>2.82133202261</ns0:v>
                </ns0:pt>
                <ns0:pt idx="1723">
                  <ns0:v>2.8229704268</ns0:v>
                </ns0:pt>
                <ns0:pt idx="1724">
                  <ns0:v>2.824608831</ns0:v>
                </ns0:pt>
                <ns0:pt idx="1725">
                  <ns0:v>2.82624723519</ns0:v>
                </ns0:pt>
                <ns0:pt idx="1726">
                  <ns0:v>2.82788563939</ns0:v>
                </ns0:pt>
                <ns0:pt idx="1727">
                  <ns0:v>2.82952404358</ns0:v>
                </ns0:pt>
                <ns0:pt idx="1728">
                  <ns0:v>2.83116244778</ns0:v>
                </ns0:pt>
                <ns0:pt idx="1729">
                  <ns0:v>2.83280085197</ns0:v>
                </ns0:pt>
                <ns0:pt idx="1730">
                  <ns0:v>2.83443925616</ns0:v>
                </ns0:pt>
                <ns0:pt idx="1731">
                  <ns0:v>2.83607766036</ns0:v>
                </ns0:pt>
                <ns0:pt idx="1732">
                  <ns0:v>2.83771606455</ns0:v>
                </ns0:pt>
                <ns0:pt idx="1733">
                  <ns0:v>2.83935446875</ns0:v>
                </ns0:pt>
                <ns0:pt idx="1734">
                  <ns0:v>2.84099287294</ns0:v>
                </ns0:pt>
                <ns0:pt idx="1735">
                  <ns0:v>2.84263127714</ns0:v>
                </ns0:pt>
                <ns0:pt idx="1736">
                  <ns0:v>2.84426968133</ns0:v>
                </ns0:pt>
                <ns0:pt idx="1737">
                  <ns0:v>2.84590808552</ns0:v>
                </ns0:pt>
                <ns0:pt idx="1738">
                  <ns0:v>2.84754648972</ns0:v>
                </ns0:pt>
                <ns0:pt idx="1739">
                  <ns0:v>2.84918489391</ns0:v>
                </ns0:pt>
                <ns0:pt idx="1740">
                  <ns0:v>2.85082329811</ns0:v>
                </ns0:pt>
                <ns0:pt idx="1741">
                  <ns0:v>2.8524617023</ns0:v>
                </ns0:pt>
                <ns0:pt idx="1742">
                  <ns0:v>2.8541001065</ns0:v>
                </ns0:pt>
                <ns0:pt idx="1743">
                  <ns0:v>2.85573851069</ns0:v>
                </ns0:pt>
                <ns0:pt idx="1744">
                  <ns0:v>2.85737691488</ns0:v>
                </ns0:pt>
                <ns0:pt idx="1745">
                  <ns0:v>2.85901531908</ns0:v>
                </ns0:pt>
                <ns0:pt idx="1746">
                  <ns0:v>2.86065372327</ns0:v>
                </ns0:pt>
                <ns0:pt idx="1747">
                  <ns0:v>2.86229212747</ns0:v>
                </ns0:pt>
                <ns0:pt idx="1748">
                  <ns0:v>2.86393053166</ns0:v>
                </ns0:pt>
                <ns0:pt idx="1749">
                  <ns0:v>2.86556893586</ns0:v>
                </ns0:pt>
                <ns0:pt idx="1750">
                  <ns0:v>2.86720734005</ns0:v>
                </ns0:pt>
                <ns0:pt idx="1751">
                  <ns0:v>2.86884574425</ns0:v>
                </ns0:pt>
                <ns0:pt idx="1752">
                  <ns0:v>2.87048414844</ns0:v>
                </ns0:pt>
                <ns0:pt idx="1753">
                  <ns0:v>2.87212255263</ns0:v>
                </ns0:pt>
                <ns0:pt idx="1754">
                  <ns0:v>2.87376095683</ns0:v>
                </ns0:pt>
                <ns0:pt idx="1755">
                  <ns0:v>2.87539936102</ns0:v>
                </ns0:pt>
                <ns0:pt idx="1756">
                  <ns0:v>2.87703776522</ns0:v>
                </ns0:pt>
                <ns0:pt idx="1757">
                  <ns0:v>2.87867616941</ns0:v>
                </ns0:pt>
                <ns0:pt idx="1758">
                  <ns0:v>2.88031457361</ns0:v>
                </ns0:pt>
                <ns0:pt idx="1759">
                  <ns0:v>2.8819529778</ns0:v>
                </ns0:pt>
                <ns0:pt idx="1760">
                  <ns0:v>2.88359138199</ns0:v>
                </ns0:pt>
                <ns0:pt idx="1761">
                  <ns0:v>2.88522978619</ns0:v>
                </ns0:pt>
                <ns0:pt idx="1762">
                  <ns0:v>2.88686819038</ns0:v>
                </ns0:pt>
                <ns0:pt idx="1763">
                  <ns0:v>2.88850659458</ns0:v>
                </ns0:pt>
                <ns0:pt idx="1764">
                  <ns0:v>2.89014499877</ns0:v>
                </ns0:pt>
                <ns0:pt idx="1765">
                  <ns0:v>2.89178340297</ns0:v>
                </ns0:pt>
                <ns0:pt idx="1766">
                  <ns0:v>2.89342180716</ns0:v>
                </ns0:pt>
                <ns0:pt idx="1767">
                  <ns0:v>2.89506021135</ns0:v>
                </ns0:pt>
                <ns0:pt idx="1768">
                  <ns0:v>2.89669861555</ns0:v>
                </ns0:pt>
                <ns0:pt idx="1769">
                  <ns0:v>2.89833701974</ns0:v>
                </ns0:pt>
                <ns0:pt idx="1770">
                  <ns0:v>2.89997542394</ns0:v>
                </ns0:pt>
                <ns0:pt idx="1771">
                  <ns0:v>2.90161382813</ns0:v>
                </ns0:pt>
                <ns0:pt idx="1772">
                  <ns0:v>2.90325223233</ns0:v>
                </ns0:pt>
                <ns0:pt idx="1773">
                  <ns0:v>2.90489063652</ns0:v>
                </ns0:pt>
                <ns0:pt idx="1774">
                  <ns0:v>2.90652904071</ns0:v>
                </ns0:pt>
                <ns0:pt idx="1775">
                  <ns0:v>2.90816744491</ns0:v>
                </ns0:pt>
                <ns0:pt idx="1776">
                  <ns0:v>2.9098058491</ns0:v>
                </ns0:pt>
                <ns0:pt idx="1777">
                  <ns0:v>2.9114442533</ns0:v>
                </ns0:pt>
                <ns0:pt idx="1778">
                  <ns0:v>2.91308265749</ns0:v>
                </ns0:pt>
                <ns0:pt idx="1779">
                  <ns0:v>2.91472106169</ns0:v>
                </ns0:pt>
                <ns0:pt idx="1780">
                  <ns0:v>2.91635946588</ns0:v>
                </ns0:pt>
                <ns0:pt idx="1781">
                  <ns0:v>2.91799787007</ns0:v>
                </ns0:pt>
                <ns0:pt idx="1782">
                  <ns0:v>2.91963627427</ns0:v>
                </ns0:pt>
                <ns0:pt idx="1783">
                  <ns0:v>2.92127467846</ns0:v>
                </ns0:pt>
                <ns0:pt idx="1784">
                  <ns0:v>2.92291308266</ns0:v>
                </ns0:pt>
                <ns0:pt idx="1785">
                  <ns0:v>2.92455148685</ns0:v>
                </ns0:pt>
                <ns0:pt idx="1786">
                  <ns0:v>2.92618989105</ns0:v>
                </ns0:pt>
                <ns0:pt idx="1787">
                  <ns0:v>2.92782829524</ns0:v>
                </ns0:pt>
                <ns0:pt idx="1788">
                  <ns0:v>2.92946669943</ns0:v>
                </ns0:pt>
                <ns0:pt idx="1789">
                  <ns0:v>2.93110510363</ns0:v>
                </ns0:pt>
                <ns0:pt idx="1790">
                  <ns0:v>2.93274350782</ns0:v>
                </ns0:pt>
                <ns0:pt idx="1791">
                  <ns0:v>2.93438191202</ns0:v>
                </ns0:pt>
                <ns0:pt idx="1792">
                  <ns0:v>2.93602031621</ns0:v>
                </ns0:pt>
                <ns0:pt idx="1793">
                  <ns0:v>2.93765872041</ns0:v>
                </ns0:pt>
                <ns0:pt idx="1794">
                  <ns0:v>2.9392971246</ns0:v>
                </ns0:pt>
                <ns0:pt idx="1795">
                  <ns0:v>2.94093552879</ns0:v>
                </ns0:pt>
                <ns0:pt idx="1796">
                  <ns0:v>2.94257393299</ns0:v>
                </ns0:pt>
                <ns0:pt idx="1797">
                  <ns0:v>2.94421233718</ns0:v>
                </ns0:pt>
                <ns0:pt idx="1798">
                  <ns0:v>2.94585074138</ns0:v>
                </ns0:pt>
                <ns0:pt idx="1799">
                  <ns0:v>2.94748914557</ns0:v>
                </ns0:pt>
                <ns0:pt idx="1800">
                  <ns0:v>2.94912754977</ns0:v>
                </ns0:pt>
                <ns0:pt idx="1801">
                  <ns0:v>2.95076595396</ns0:v>
                </ns0:pt>
                <ns0:pt idx="1802">
                  <ns0:v>2.95240435816</ns0:v>
                </ns0:pt>
                <ns0:pt idx="1803">
                  <ns0:v>2.95404276235</ns0:v>
                </ns0:pt>
                <ns0:pt idx="1804">
                  <ns0:v>2.95568116654</ns0:v>
                </ns0:pt>
                <ns0:pt idx="1805">
                  <ns0:v>2.95731957074</ns0:v>
                </ns0:pt>
                <ns0:pt idx="1806">
                  <ns0:v>2.95895797493</ns0:v>
                </ns0:pt>
                <ns0:pt idx="1807">
                  <ns0:v>2.96059637913</ns0:v>
                </ns0:pt>
                <ns0:pt idx="1808">
                  <ns0:v>2.96223478332</ns0:v>
                </ns0:pt>
                <ns0:pt idx="1809">
                  <ns0:v>2.96387318752</ns0:v>
                </ns0:pt>
                <ns0:pt idx="1810">
                  <ns0:v>2.96551159171</ns0:v>
                </ns0:pt>
                <ns0:pt idx="1811">
                  <ns0:v>2.9671499959</ns0:v>
                </ns0:pt>
                <ns0:pt idx="1812">
                  <ns0:v>2.9687884001</ns0:v>
                </ns0:pt>
                <ns0:pt idx="1813">
                  <ns0:v>2.97042680429</ns0:v>
                </ns0:pt>
                <ns0:pt idx="1814">
                  <ns0:v>2.97206520849</ns0:v>
                </ns0:pt>
                <ns0:pt idx="1815">
                  <ns0:v>2.97370361268</ns0:v>
                </ns0:pt>
                <ns0:pt idx="1816">
                  <ns0:v>2.97534201688</ns0:v>
                </ns0:pt>
                <ns0:pt idx="1817">
                  <ns0:v>2.97698042107</ns0:v>
                </ns0:pt>
                <ns0:pt idx="1818">
                  <ns0:v>2.97861882526</ns0:v>
                </ns0:pt>
                <ns0:pt idx="1819">
                  <ns0:v>2.98025722946</ns0:v>
                </ns0:pt>
                <ns0:pt idx="1820">
                  <ns0:v>2.98189563365</ns0:v>
                </ns0:pt>
                <ns0:pt idx="1821">
                  <ns0:v>2.98353403785</ns0:v>
                </ns0:pt>
                <ns0:pt idx="1822">
                  <ns0:v>2.98517244204</ns0:v>
                </ns0:pt>
                <ns0:pt idx="1823">
                  <ns0:v>2.98681084624</ns0:v>
                </ns0:pt>
                <ns0:pt idx="1824">
                  <ns0:v>2.98844925043</ns0:v>
                </ns0:pt>
                <ns0:pt idx="1825">
                  <ns0:v>2.99008765462</ns0:v>
                </ns0:pt>
                <ns0:pt idx="1826">
                  <ns0:v>2.99172605882</ns0:v>
                </ns0:pt>
                <ns0:pt idx="1827">
                  <ns0:v>2.99336446301</ns0:v>
                </ns0:pt>
                <ns0:pt idx="1828">
                  <ns0:v>2.99500286721</ns0:v>
                </ns0:pt>
                <ns0:pt idx="1829">
                  <ns0:v>2.9966412714</ns0:v>
                </ns0:pt>
                <ns0:pt idx="1830">
                  <ns0:v>2.9982796756</ns0:v>
                </ns0:pt>
                <ns0:pt idx="1831">
                  <ns0:v>2.99991807979</ns0:v>
                </ns0:pt>
                <ns0:pt idx="1832">
                  <ns0:v>3.00155648398</ns0:v>
                </ns0:pt>
                <ns0:pt idx="1833">
                  <ns0:v>3.00319488818</ns0:v>
                </ns0:pt>
                <ns0:pt idx="1834">
                  <ns0:v>3.00483329237</ns0:v>
                </ns0:pt>
                <ns0:pt idx="1835">
                  <ns0:v>3.00647169657</ns0:v>
                </ns0:pt>
                <ns0:pt idx="1836">
                  <ns0:v>3.00811010076</ns0:v>
                </ns0:pt>
                <ns0:pt idx="1837">
                  <ns0:v>3.00974850496</ns0:v>
                </ns0:pt>
                <ns0:pt idx="1838">
                  <ns0:v>3.01138690915</ns0:v>
                </ns0:pt>
                <ns0:pt idx="1839">
                  <ns0:v>3.01302531334</ns0:v>
                </ns0:pt>
                <ns0:pt idx="1840">
                  <ns0:v>3.01466371754</ns0:v>
                </ns0:pt>
                <ns0:pt idx="1841">
                  <ns0:v>3.01630212173</ns0:v>
                </ns0:pt>
                <ns0:pt idx="1842">
                  <ns0:v>3.01794052593</ns0:v>
                </ns0:pt>
                <ns0:pt idx="1843">
                  <ns0:v>3.01957893012</ns0:v>
                </ns0:pt>
                <ns0:pt idx="1844">
                  <ns0:v>3.02121733432</ns0:v>
                </ns0:pt>
                <ns0:pt idx="1845">
                  <ns0:v>3.02285573851</ns0:v>
                </ns0:pt>
                <ns0:pt idx="1846">
                  <ns0:v>3.02449414271</ns0:v>
                </ns0:pt>
                <ns0:pt idx="1847">
                  <ns0:v>3.0261325469</ns0:v>
                </ns0:pt>
                <ns0:pt idx="1848">
                  <ns0:v>3.02777095109</ns0:v>
                </ns0:pt>
                <ns0:pt idx="1849">
                  <ns0:v>3.02940935529</ns0:v>
                </ns0:pt>
                <ns0:pt idx="1850">
                  <ns0:v>3.03104775948</ns0:v>
                </ns0:pt>
                <ns0:pt idx="1851">
                  <ns0:v>3.03268616368</ns0:v>
                </ns0:pt>
                <ns0:pt idx="1852">
                  <ns0:v>3.03432456787</ns0:v>
                </ns0:pt>
                <ns0:pt idx="1853">
                  <ns0:v>3.03596297207</ns0:v>
                </ns0:pt>
                <ns0:pt idx="1854">
                  <ns0:v>3.03760137626</ns0:v>
                </ns0:pt>
                <ns0:pt idx="1855">
                  <ns0:v>3.03923978045</ns0:v>
                </ns0:pt>
                <ns0:pt idx="1856">
                  <ns0:v>3.04087818465</ns0:v>
                </ns0:pt>
                <ns0:pt idx="1857">
                  <ns0:v>3.04251658884</ns0:v>
                </ns0:pt>
                <ns0:pt idx="1858">
                  <ns0:v>3.04415499304</ns0:v>
                </ns0:pt>
                <ns0:pt idx="1859">
                  <ns0:v>3.04579339723</ns0:v>
                </ns0:pt>
                <ns0:pt idx="1860">
                  <ns0:v>3.04743180143</ns0:v>
                </ns0:pt>
                <ns0:pt idx="1861">
                  <ns0:v>3.04907020562</ns0:v>
                </ns0:pt>
                <ns0:pt idx="1862">
                  <ns0:v>3.05070860981</ns0:v>
                </ns0:pt>
                <ns0:pt idx="1863">
                  <ns0:v>3.05234701401</ns0:v>
                </ns0:pt>
                <ns0:pt idx="1864">
                  <ns0:v>3.0539854182</ns0:v>
                </ns0:pt>
                <ns0:pt idx="1865">
                  <ns0:v>3.0556238224</ns0:v>
                </ns0:pt>
                <ns0:pt idx="1866">
                  <ns0:v>3.05726222659</ns0:v>
                </ns0:pt>
                <ns0:pt idx="1867">
                  <ns0:v>3.05890063079</ns0:v>
                </ns0:pt>
                <ns0:pt idx="1868">
                  <ns0:v>3.06053903498</ns0:v>
                </ns0:pt>
                <ns0:pt idx="1869">
                  <ns0:v>3.06217743917</ns0:v>
                </ns0:pt>
                <ns0:pt idx="1870">
                  <ns0:v>3.06381584337</ns0:v>
                </ns0:pt>
                <ns0:pt idx="1871">
                  <ns0:v>3.06545424756</ns0:v>
                </ns0:pt>
                <ns0:pt idx="1872">
                  <ns0:v>3.06709265176</ns0:v>
                </ns0:pt>
                <ns0:pt idx="1873">
                  <ns0:v>3.06873105595</ns0:v>
                </ns0:pt>
                <ns0:pt idx="1874">
                  <ns0:v>3.07036946015</ns0:v>
                </ns0:pt>
                <ns0:pt idx="1875">
                  <ns0:v>3.07200786434</ns0:v>
                </ns0:pt>
                <ns0:pt idx="1876">
                  <ns0:v>3.07364626853</ns0:v>
                </ns0:pt>
                <ns0:pt idx="1877">
                  <ns0:v>3.07528467273</ns0:v>
                </ns0:pt>
                <ns0:pt idx="1878">
                  <ns0:v>3.07692307692</ns0:v>
                </ns0:pt>
                <ns0:pt idx="1879">
                  <ns0:v>3.07856148112</ns0:v>
                </ns0:pt>
                <ns0:pt idx="1880">
                  <ns0:v>3.08019988531</ns0:v>
                </ns0:pt>
                <ns0:pt idx="1881">
                  <ns0:v>3.08183828951</ns0:v>
                </ns0:pt>
                <ns0:pt idx="1882">
                  <ns0:v>3.0834766937</ns0:v>
                </ns0:pt>
                <ns0:pt idx="1883">
                  <ns0:v>3.08511509789</ns0:v>
                </ns0:pt>
                <ns0:pt idx="1884">
                  <ns0:v>3.08675350209</ns0:v>
                </ns0:pt>
                <ns0:pt idx="1885">
                  <ns0:v>3.08839190628</ns0:v>
                </ns0:pt>
                <ns0:pt idx="1886">
                  <ns0:v>3.09003031048</ns0:v>
                </ns0:pt>
                <ns0:pt idx="1887">
                  <ns0:v>3.09166871467</ns0:v>
                </ns0:pt>
                <ns0:pt idx="1888">
                  <ns0:v>3.09330711887</ns0:v>
                </ns0:pt>
                <ns0:pt idx="1889">
                  <ns0:v>3.09494552306</ns0:v>
                </ns0:pt>
                <ns0:pt idx="1890">
                  <ns0:v>3.09658392725</ns0:v>
                </ns0:pt>
                <ns0:pt idx="1891">
                  <ns0:v>3.09822233145</ns0:v>
                </ns0:pt>
                <ns0:pt idx="1892">
                  <ns0:v>3.09986073564</ns0:v>
                </ns0:pt>
                <ns0:pt idx="1893">
                  <ns0:v>3.10149913984</ns0:v>
                </ns0:pt>
                <ns0:pt idx="1894">
                  <ns0:v>3.10313754403</ns0:v>
                </ns0:pt>
                <ns0:pt idx="1895">
                  <ns0:v>3.10477594823</ns0:v>
                </ns0:pt>
                <ns0:pt idx="1896">
                  <ns0:v>3.10641435242</ns0:v>
                </ns0:pt>
                <ns0:pt idx="1897">
                  <ns0:v>3.10805275662</ns0:v>
                </ns0:pt>
                <ns0:pt idx="1898">
                  <ns0:v>3.10969116081</ns0:v>
                </ns0:pt>
                <ns0:pt idx="1899">
                  <ns0:v>3.111329565</ns0:v>
                </ns0:pt>
                <ns0:pt idx="1900">
                  <ns0:v>3.1129679692</ns0:v>
                </ns0:pt>
                <ns0:pt idx="1901">
                  <ns0:v>3.11460637339</ns0:v>
                </ns0:pt>
                <ns0:pt idx="1902">
                  <ns0:v>3.11624477759</ns0:v>
                </ns0:pt>
                <ns0:pt idx="1903">
                  <ns0:v>3.11788318178</ns0:v>
                </ns0:pt>
                <ns0:pt idx="1904">
                  <ns0:v>3.11952158598</ns0:v>
                </ns0:pt>
                <ns0:pt idx="1905">
                  <ns0:v>3.12115999017</ns0:v>
                </ns0:pt>
                <ns0:pt idx="1906">
                  <ns0:v>3.12279839436</ns0:v>
                </ns0:pt>
                <ns0:pt idx="1907">
                  <ns0:v>3.12443679856</ns0:v>
                </ns0:pt>
                <ns0:pt idx="1908">
                  <ns0:v>3.12607520275</ns0:v>
                </ns0:pt>
                <ns0:pt idx="1909">
                  <ns0:v>3.12771360695</ns0:v>
                </ns0:pt>
                <ns0:pt idx="1910">
                  <ns0:v>3.12935201114</ns0:v>
                </ns0:pt>
                <ns0:pt idx="1911">
                  <ns0:v>3.13099041534</ns0:v>
                </ns0:pt>
                <ns0:pt idx="1912">
                  <ns0:v>3.13262881953</ns0:v>
                </ns0:pt>
                <ns0:pt idx="1913">
                  <ns0:v>3.13426722372</ns0:v>
                </ns0:pt>
                <ns0:pt idx="1914">
                  <ns0:v>3.13590562792</ns0:v>
                </ns0:pt>
                <ns0:pt idx="1915">
                  <ns0:v>3.13754403211</ns0:v>
                </ns0:pt>
                <ns0:pt idx="1916">
                  <ns0:v>3.13918243631</ns0:v>
                </ns0:pt>
                <ns0:pt idx="1917">
                  <ns0:v>3.1408208405</ns0:v>
                </ns0:pt>
                <ns0:pt idx="1918">
                  <ns0:v>3.1424592447</ns0:v>
                </ns0:pt>
                <ns0:pt idx="1919">
                  <ns0:v>3.14409764889</ns0:v>
                </ns0:pt>
                <ns0:pt idx="1920">
                  <ns0:v>3.14573605308</ns0:v>
                </ns0:pt>
                <ns0:pt idx="1921">
                  <ns0:v>3.14737445728</ns0:v>
                </ns0:pt>
                <ns0:pt idx="1922">
                  <ns0:v>3.14901286147</ns0:v>
                </ns0:pt>
                <ns0:pt idx="1923">
                  <ns0:v>3.15065126567</ns0:v>
                </ns0:pt>
                <ns0:pt idx="1924">
                  <ns0:v>3.15228966986</ns0:v>
                </ns0:pt>
                <ns0:pt idx="1925">
                  <ns0:v>3.15392807406</ns0:v>
                </ns0:pt>
                <ns0:pt idx="1926">
                  <ns0:v>3.15556647825</ns0:v>
                </ns0:pt>
                <ns0:pt idx="1927">
                  <ns0:v>3.15720488244</ns0:v>
                </ns0:pt>
                <ns0:pt idx="1928">
                  <ns0:v>3.15884328664</ns0:v>
                </ns0:pt>
                <ns0:pt idx="1929">
                  <ns0:v>3.16048169083</ns0:v>
                </ns0:pt>
                <ns0:pt idx="1930">
                  <ns0:v>3.16212009503</ns0:v>
                </ns0:pt>
                <ns0:pt idx="1931">
                  <ns0:v>3.16375849922</ns0:v>
                </ns0:pt>
                <ns0:pt idx="1932">
                  <ns0:v>3.16539690342</ns0:v>
                </ns0:pt>
                <ns0:pt idx="1933">
                  <ns0:v>3.16703530761</ns0:v>
                </ns0:pt>
                <ns0:pt idx="1934">
                  <ns0:v>3.1686737118</ns0:v>
                </ns0:pt>
                <ns0:pt idx="1935">
                  <ns0:v>3.170312116</ns0:v>
                </ns0:pt>
                <ns0:pt idx="1936">
                  <ns0:v>3.17195052019</ns0:v>
                </ns0:pt>
                <ns0:pt idx="1937">
                  <ns0:v>3.17358892439</ns0:v>
                </ns0:pt>
                <ns0:pt idx="1938">
                  <ns0:v>3.17522732858</ns0:v>
                </ns0:pt>
                <ns0:pt idx="1939">
                  <ns0:v>3.17686573278</ns0:v>
                </ns0:pt>
                <ns0:pt idx="1940">
                  <ns0:v>3.17850413697</ns0:v>
                </ns0:pt>
                <ns0:pt idx="1941">
                  <ns0:v>3.18014254116</ns0:v>
                </ns0:pt>
                <ns0:pt idx="1942">
                  <ns0:v>3.18178094536</ns0:v>
                </ns0:pt>
                <ns0:pt idx="1943">
                  <ns0:v>3.18341934955</ns0:v>
                </ns0:pt>
                <ns0:pt idx="1944">
                  <ns0:v>3.18505775375</ns0:v>
                </ns0:pt>
                <ns0:pt idx="1945">
                  <ns0:v>3.18669615794</ns0:v>
                </ns0:pt>
                <ns0:pt idx="1946">
                  <ns0:v>3.18833456214</ns0:v>
                </ns0:pt>
                <ns0:pt idx="1947">
                  <ns0:v>3.18997296633</ns0:v>
                </ns0:pt>
                <ns0:pt idx="1948">
                  <ns0:v>3.19161137053</ns0:v>
                </ns0:pt>
                <ns0:pt idx="1949">
                  <ns0:v>3.19324977472</ns0:v>
                </ns0:pt>
                <ns0:pt idx="1950">
                  <ns0:v>3.19488817891</ns0:v>
                </ns0:pt>
                <ns0:pt idx="1951">
                  <ns0:v>3.19652658311</ns0:v>
                </ns0:pt>
                <ns0:pt idx="1952">
                  <ns0:v>3.1981649873</ns0:v>
                </ns0:pt>
                <ns0:pt idx="1953">
                  <ns0:v>3.1998033915</ns0:v>
                </ns0:pt>
                <ns0:pt idx="1954">
                  <ns0:v>3.20144179569</ns0:v>
                </ns0:pt>
                <ns0:pt idx="1955">
                  <ns0:v>3.20308019989</ns0:v>
                </ns0:pt>
                <ns0:pt idx="1956">
                  <ns0:v>3.20471860408</ns0:v>
                </ns0:pt>
                <ns0:pt idx="1957">
                  <ns0:v>3.20635700827</ns0:v>
                </ns0:pt>
                <ns0:pt idx="1958">
                  <ns0:v>3.20799541247</ns0:v>
                </ns0:pt>
                <ns0:pt idx="1959">
                  <ns0:v>3.20963381666</ns0:v>
                </ns0:pt>
                <ns0:pt idx="1960">
                  <ns0:v>3.21127222086</ns0:v>
                </ns0:pt>
                <ns0:pt idx="1961">
                  <ns0:v>3.21291062505</ns0:v>
                </ns0:pt>
                <ns0:pt idx="1962">
                  <ns0:v>3.21454902925</ns0:v>
                </ns0:pt>
                <ns0:pt idx="1963">
                  <ns0:v>3.21618743344</ns0:v>
                </ns0:pt>
                <ns0:pt idx="1964">
                  <ns0:v>3.21782583763</ns0:v>
                </ns0:pt>
                <ns0:pt idx="1965">
                  <ns0:v>3.21946424183</ns0:v>
                </ns0:pt>
                <ns0:pt idx="1966">
                  <ns0:v>3.22110264602</ns0:v>
                </ns0:pt>
                <ns0:pt idx="1967">
                  <ns0:v>3.22274105022</ns0:v>
                </ns0:pt>
                <ns0:pt idx="1968">
                  <ns0:v>3.22437945441</ns0:v>
                </ns0:pt>
                <ns0:pt idx="1969">
                  <ns0:v>3.22601785861</ns0:v>
                </ns0:pt>
                <ns0:pt idx="1970">
                  <ns0:v>3.2276562628</ns0:v>
                </ns0:pt>
                <ns0:pt idx="1971">
                  <ns0:v>3.22929466699</ns0:v>
                </ns0:pt>
                <ns0:pt idx="1972">
                  <ns0:v>3.23093307119</ns0:v>
                </ns0:pt>
                <ns0:pt idx="1973">
                  <ns0:v>3.23257147538</ns0:v>
                </ns0:pt>
                <ns0:pt idx="1974">
                  <ns0:v>3.23420987958</ns0:v>
                </ns0:pt>
                <ns0:pt idx="1975">
                  <ns0:v>3.23584828377</ns0:v>
                </ns0:pt>
                <ns0:pt idx="1976">
                  <ns0:v>3.23748668797</ns0:v>
                </ns0:pt>
                <ns0:pt idx="1977">
                  <ns0:v>3.23912509216</ns0:v>
                </ns0:pt>
                <ns0:pt idx="1978">
                  <ns0:v>3.24076349635</ns0:v>
                </ns0:pt>
                <ns0:pt idx="1979">
                  <ns0:v>3.24240190055</ns0:v>
                </ns0:pt>
                <ns0:pt idx="1980">
                  <ns0:v>3.24404030474</ns0:v>
                </ns0:pt>
                <ns0:pt idx="1981">
                  <ns0:v>3.24567870894</ns0:v>
                </ns0:pt>
                <ns0:pt idx="1982">
                  <ns0:v>3.24731711313</ns0:v>
                </ns0:pt>
                <ns0:pt idx="1983">
                  <ns0:v>3.24895551733</ns0:v>
                </ns0:pt>
                <ns0:pt idx="1984">
                  <ns0:v>3.25059392152</ns0:v>
                </ns0:pt>
                <ns0:pt idx="1985">
                  <ns0:v>3.25223232571</ns0:v>
                </ns0:pt>
                <ns0:pt idx="1986">
                  <ns0:v>3.25387072991</ns0:v>
                </ns0:pt>
                <ns0:pt idx="1987">
                  <ns0:v>3.2555091341</ns0:v>
                </ns0:pt>
                <ns0:pt idx="1988">
                  <ns0:v>3.2571475383</ns0:v>
                </ns0:pt>
                <ns0:pt idx="1989">
                  <ns0:v>3.25878594249</ns0:v>
                </ns0:pt>
                <ns0:pt idx="1990">
                  <ns0:v>3.26042434669</ns0:v>
                </ns0:pt>
                <ns0:pt idx="1991">
                  <ns0:v>3.26206275088</ns0:v>
                </ns0:pt>
                <ns0:pt idx="1992">
                  <ns0:v>3.26370115507</ns0:v>
                </ns0:pt>
                <ns0:pt idx="1993">
                  <ns0:v>3.26533955927</ns0:v>
                </ns0:pt>
                <ns0:pt idx="1994">
                  <ns0:v>3.26697796346</ns0:v>
                </ns0:pt>
                <ns0:pt idx="1995">
                  <ns0:v>3.26861636766</ns0:v>
                </ns0:pt>
                <ns0:pt idx="1996">
                  <ns0:v>3.27025477185</ns0:v>
                </ns0:pt>
                <ns0:pt idx="1997">
                  <ns0:v>3.27189317605</ns0:v>
                </ns0:pt>
                <ns0:pt idx="1998">
                  <ns0:v>3.27353158024</ns0:v>
                </ns0:pt>
              </ns0:numCache>
            </ns0:numRef>
          </ns0:xVal>
          <ns0:yVal>
            <ns0:numRef>
              <ns0:f>'Chart Data'!$B$2:$B$2000</ns0:f>
              <ns0:numCache>
                <ns0:formatCode>0</ns0:formatCode>
                <ns0:ptCount val="1999"/>
                <ns0:pt idx="0">
                  <ns0:v>-91.4646382263</ns0:v>
                </ns0:pt>
                <ns0:pt idx="1">
                  <ns0:v>-82.1677931499</ns0:v>
                </ns0:pt>
                <ns0:pt idx="2">
                  <ns0:v>-32.1315687985</ns0:v>
                </ns0:pt>
                <ns0:pt idx="3">
                  <ns0:v>18.1653876516</ns0:v>
                </ns0:pt>
                <ns0:pt idx="4">
                  <ns0:v>46.5971494315</ns0:v>
                </ns0:pt>
                <ns0:pt idx="5">
                  <ns0:v>48.4332589375</ns0:v>
                </ns0:pt>
                <ns0:pt idx="6">
                  <ns0:v>25.2084128567</ns0:v>
                </ns0:pt>
                <ns0:pt idx="7">
                  <ns0:v>1.27790266261</ns0:v>
                </ns0:pt>
                <ns0:pt idx="8">
                  <ns0:v>-5.08623529245</ns0:v>
                </ns0:pt>
                <ns0:pt idx="9">
                  <ns0:v>-12.2182504458</ns0:v>
                </ns0:pt>
                <ns0:pt idx="10">
                  <ns0:v>-28.5806823309</ns0:v>
                </ns0:pt>
                <ns0:pt idx="11">
                  <ns0:v>-30.8329749966</ns0:v>
                </ns0:pt>
                <ns0:pt idx="12">
                  <ns0:v>-15.4324157219</ns0:v>
                </ns0:pt>
                <ns0:pt idx="13">
                  <ns0:v>-1.7294898131</ns0:v>
                </ns0:pt>
                <ns0:pt idx="14">
                  <ns0:v>9.58277365178</ns0:v>
                </ns0:pt>
                <ns0:pt idx="15">
                  <ns0:v>21.721777539</ns0:v>
                </ns0:pt>
                <ns0:pt idx="16">
                  <ns0:v>21.4958214665</ns0:v>
                </ns0:pt>
                <ns0:pt idx="17">
                  <ns0:v>5.58676608189</ns0:v>
                </ns0:pt>
                <ns0:pt idx="18">
                  <ns0:v>-14.3372899826</ns0:v>
                </ns0:pt>
                <ns0:pt idx="19">
                  <ns0:v>-30.9632225975</ns0:v>
                </ns0:pt>
                <ns0:pt idx="20">
                  <ns0:v>-35.513390426</ns0:v>
                </ns0:pt>
                <ns0:pt idx="21">
                  <ns0:v>-15.9259148115</ns0:v>
                </ns0:pt>
                <ns0:pt idx="22">
                  <ns0:v>23.6190359743</ns0:v>
                </ns0:pt>
                <ns0:pt idx="23">
                  <ns0:v>60.9230253913</ns0:v>
                </ns0:pt>
                <ns0:pt idx="24">
                  <ns0:v>74.6778365425</ns0:v>
                </ns0:pt>
                <ns0:pt idx="25">
                  <ns0:v>57.1971962487</ns0:v>
                </ns0:pt>
                <ns0:pt idx="26">
                  <ns0:v>15.6212875013</ns0:v>
                </ns0:pt>
                <ns0:pt idx="27">
                  <ns0:v>-34.1523939141</ns0:v>
                </ns0:pt>
                <ns0:pt idx="28">
                  <ns0:v>-73.4309598452</ns0:v>
                </ns0:pt>
                <ns0:pt idx="29">
                  <ns0:v>-83.5775721464</ns0:v>
                </ns0:pt>
                <ns0:pt idx="30">
                  <ns0:v>-57.2253149903</ns0:v>
                </ns0:pt>
                <ns0:pt idx="31">
                  <ns0:v>-7.03955179243</ns0:v>
                </ns0:pt>
                <ns0:pt idx="32">
                  <ns0:v>45.1799396097</ns0:v>
                </ns0:pt>
                <ns0:pt idx="33">
                  <ns0:v>78.7191864896</ns0:v>
                </ns0:pt>
                <ns0:pt idx="34">
                  <ns0:v>74.5926272743</ns0:v>
                </ns0:pt>
                <ns0:pt idx="35">
                  <ns0:v>29.2274160725</ns0:v>
                </ns0:pt>
                <ns0:pt idx="36">
                  <ns0:v>-32.2500521346</ns0:v>
                </ns0:pt>
                <ns0:pt idx="37">
                  <ns0:v>-75.9392128304</ns0:v>
                </ns0:pt>
                <ns0:pt idx="38">
                  <ns0:v>-88.8780706916</ns0:v>
                </ns0:pt>
                <ns0:pt idx="39">
                  <ns0:v>-75.0164555945</ns0:v>
                </ns0:pt>
                <ns0:pt idx="40">
                  <ns0:v>-34.9569659493</ns0:v>
                </ns0:pt>
                <ns0:pt idx="41">
                  <ns0:v>27.3351485862</ns0:v>
                </ns0:pt>
                <ns0:pt idx="42">
                  <ns0:v>84.4727650115</ns0:v>
                </ns0:pt>
                <ns0:pt idx="43">
                  <ns0:v>99.0500212853</ns0:v>
                </ns0:pt>
                <ns0:pt idx="44">
                  <ns0:v>59.326933746</ns0:v>
                </ns0:pt>
                <ns0:pt idx="45">
                  <ns0:v>-12.2711396795</ns0:v>
                </ns0:pt>
                <ns0:pt idx="46">
                  <ns0:v>-79.5609062052</ns0:v>
                </ns0:pt>
                <ns0:pt idx="47">
                  <ns0:v>-111.008049417</ns0:v>
                </ns0:pt>
                <ns0:pt idx="48">
                  <ns0:v>-92.9164306891</ns0:v>
                </ns0:pt>
                <ns0:pt idx="49">
                  <ns0:v>-39.2368103116</ns0:v>
                </ns0:pt>
                <ns0:pt idx="50">
                  <ns0:v>16.8471872789</ns0:v>
                </ns0:pt>
                <ns0:pt idx="51">
                  <ns0:v>47.5175871196</ns0:v>
                </ns0:pt>
                <ns0:pt idx="52">
                  <ns0:v>44.7338596392</ns0:v>
                </ns0:pt>
                <ns0:pt idx="53">
                  <ns0:v>14.2808655605</ns0:v>
                </ns0:pt>
                <ns0:pt idx="54">
                  <ns0:v>-33.3073995429</ns0:v>
                </ns0:pt>
                <ns0:pt idx="55">
                  <ns0:v>-74.8007978198</ns0:v>
                </ns0:pt>
                <ns0:pt idx="56">
                  <ns0:v>-74.4684417614</ns0:v>
                </ns0:pt>
                <ns0:pt idx="57">
                  <ns0:v>-24.1099394051</ns0:v>
                </ns0:pt>
                <ns0:pt idx="58">
                  <ns0:v>35.704436177</ns0:v>
                </ns0:pt>
                <ns0:pt idx="59">
                  <ns0:v>61.3998353404</ns0:v>
                </ns0:pt>
                <ns0:pt idx="60">
                  <ns0:v>47.2306405861</ns0:v>
                </ns0:pt>
                <ns0:pt idx="61">
                  <ns0:v>9.17338690662</ns0:v>
                </ns0:pt>
                <ns0:pt idx="62">
                  <ns0:v>-37.3576989262</ns0:v>
                </ns0:pt>
                <ns0:pt idx="63">
                  <ns0:v>-75.3587301636</ns0:v>
                </ns0:pt>
                <ns0:pt idx="64">
                  <ns0:v>-85.3243409248</ns0:v>
                </ns0:pt>
                <ns0:pt idx="65">
                  <ns0:v>-59.8742986644</ns0:v>
                </ns0:pt>
                <ns0:pt idx="66">
                  <ns0:v>-15.198117765</ns0:v>
                </ns0:pt>
                <ns0:pt idx="67">
                  <ns0:v>21.2990681668</ns0:v>
                </ns0:pt>
                <ns0:pt idx="68">
                  <ns0:v>35.973293139</ns0:v>
                </ns0:pt>
                <ns0:pt idx="69">
                  <ns0:v>34.0553043501</ns0:v>
                </ns0:pt>
                <ns0:pt idx="70">
                  <ns0:v>22.8633270009</ns0:v>
                </ns0:pt>
                <ns0:pt idx="71">
                  <ns0:v>3.58417342791</ns0:v>
                </ns0:pt>
                <ns0:pt idx="72">
                  <ns0:v>-22.3164358762</ns0:v>
                </ns0:pt>
                <ns0:pt idx="73">
                  <ns0:v>-46.8400750531</ns0:v>
                </ns0:pt>
                <ns0:pt idx="74">
                  <ns0:v>-55.6330147687</ns0:v>
                </ns0:pt>
                <ns0:pt idx="75">
                  <ns0:v>-38.2154980819</ns0:v>
                </ns0:pt>
                <ns0:pt idx="76">
                  <ns0:v>-1.25568861505</ns0:v>
                </ns0:pt>
                <ns0:pt idx="77">
                  <ns0:v>35.5336663243</ns0:v>
                </ns0:pt>
                <ns0:pt idx="78">
                  <ns0:v>52.393940945</ns0:v>
                </ns0:pt>
                <ns0:pt idx="79">
                  <ns0:v>37.7978489551</ns0:v>
                </ns0:pt>
                <ns0:pt idx="80">
                  <ns0:v>-0.46977126589</ns0:v>
                </ns0:pt>
                <ns0:pt idx="81">
                  <ns0:v>-40.4002729998</ns0:v>
                </ns0:pt>
                <ns0:pt idx="82">
                  <ns0:v>-71.6228686279</ns0:v>
                </ns0:pt>
                <ns0:pt idx="83">
                  <ns0:v>-92.3412064875</ns0:v>
                </ns0:pt>
                <ns0:pt idx="84">
                  <ns0:v>-85.0801502419</ns0:v>
                </ns0:pt>
                <ns0:pt idx="85">
                  <ns0:v>-34.024299872</ns0:v>
                </ns0:pt>
                <ns0:pt idx="86">
                  <ns0:v>40.7222340678</ns0:v>
                </ns0:pt>
                <ns0:pt idx="87">
                  <ns0:v>98.5532663414</ns0:v>
                </ns0:pt>
                <ns0:pt idx="88">
                  <ns0:v>112.910123143</ns0:v>
                </ns0:pt>
                <ns0:pt idx="89">
                  <ns0:v>79.7506788372</ns0:v>
                </ns0:pt>
                <ns0:pt idx="90">
                  <ns0:v>13.5825925211</ns0:v>
                </ns0:pt>
                <ns0:pt idx="91">
                  <ns0:v>-58.7758810797</ns0:v>
                </ns0:pt>
                <ns0:pt idx="92">
                  <ns0:v>-102.532986582</ns0:v>
                </ns0:pt>
                <ns0:pt idx="93">
                  <ns0:v>-86.9870532256</ns0:v>
                </ns0:pt>
                <ns0:pt idx="94">
                  <ns0:v>-17.1619447492</ns0:v>
                </ns0:pt>
                <ns0:pt idx="95">
                  <ns0:v>60.7095899345</ns0:v>
                </ns0:pt>
                <ns0:pt idx="96">
                  <ns0:v>102.611182415</ns0:v>
                </ns0:pt>
                <ns0:pt idx="97">
                  <ns0:v>90.6909922408</ns0:v>
                </ns0:pt>
                <ns0:pt idx="98">
                  <ns0:v>28.8881862456</ns0:v>
                </ns0:pt>
                <ns0:pt idx="99">
                  <ns0:v>-45.9374159087</ns0:v>
                </ns0:pt>
                <ns0:pt idx="100">
                  <ns0:v>-81.0360628202</ns0:v>
                </ns0:pt>
                <ns0:pt idx="101">
                  <ns0:v>-60.2811004944</ns0:v>
                </ns0:pt>
                <ns0:pt idx="102">
                  <ns0:v>-6.18415544752</ns0:v>
                </ns0:pt>
                <ns0:pt idx="103">
                  <ns0:v>59.9565679407</ns0:v>
                </ns0:pt>
                <ns0:pt idx="104">
                  <ns0:v>113.675541127</ns0:v>
                </ns0:pt>
                <ns0:pt idx="105">
                  <ns0:v>116.363251257</ns0:v>
                </ns0:pt>
                <ns0:pt idx="106">
                  <ns0:v>55.3227121408</ns0:v>
                </ns0:pt>
                <ns0:pt idx="107">
                  <ns0:v>-38.6110846461</ns0:v>
                </ns0:pt>
                <ns0:pt idx="108">
                  <ns0:v>-121.549187887</ns0:v>
                </ns0:pt>
                <ns0:pt idx="109">
                  <ns0:v>-152.189348733</ns0:v>
                </ns0:pt>
                <ns0:pt idx="110">
                  <ns0:v>-109.536104608</ns0:v>
                </ns0:pt>
                <ns0:pt idx="111">
                  <ns0:v>-20.3062077309</ns0:v>
                </ns0:pt>
                <ns0:pt idx="112">
                  <ns0:v>65.4231478226</ns0:v>
                </ns0:pt>
                <ns0:pt idx="113">
                  <ns0:v>113.821355697</ns0:v>
                </ns0:pt>
                <ns0:pt idx="114">
                  <ns0:v>111.564410507</ns0:v>
                </ns0:pt>
                <ns0:pt idx="115">
                  <ns0:v>71.8138300416</ns0:v>
                </ns0:pt>
                <ns0:pt idx="116">
                  <ns0:v>23.8126317238</ns0:v>
                </ns0:pt>
                <ns0:pt idx="117">
                  <ns0:v>-17.918847876</ns0:v>
                </ns0:pt>
                <ns0:pt idx="118">
                  <ns0:v>-45.9576069324</ns0:v>
                </ns0:pt>
                <ns0:pt idx="119">
                  <ns0:v>-47.2630207849</ns0:v>
                </ns0:pt>
                <ns0:pt idx="120">
                  <ns0:v>-26.4769266691</ns0:v>
                </ns0:pt>
                <ns0:pt idx="121">
                  <ns0:v>-2.42477881178</ns0:v>
                </ns0:pt>
                <ns0:pt idx="122">
                  <ns0:v>21.1317405702</ns0:v>
                </ns0:pt>
                <ns0:pt idx="123">
                  <ns0:v>41.5353590994</ns0:v>
                </ns0:pt>
                <ns0:pt idx="124">
                  <ns0:v>42.6572874867</ns0:v>
                </ns0:pt>
                <ns0:pt idx="125">
                  <ns0:v>20.6001950963</ns0:v>
                </ns0:pt>
                <ns0:pt idx="126">
                  <ns0:v>-13.8229681443</ns0:v>
                </ns0:pt>
                <ns0:pt idx="127">
                  <ns0:v>-51.5555753878</ns0:v>
                </ns0:pt>
                <ns0:pt idx="128">
                  <ns0:v>-73.6842407057</ns0:v>
                </ns0:pt>
                <ns0:pt idx="129">
                  <ns0:v>-56.9088659369</ns0:v>
                </ns0:pt>
                <ns0:pt idx="130">
                  <ns0:v>-9.11726491744</ns0:v>
                </ns0:pt>
                <ns0:pt idx="131">
                  <ns0:v>34.0852570277</ns0:v>
                </ns0:pt>
                <ns0:pt idx="132">
                  <ns0:v>47.5423038936</ns0:v>
                </ns0:pt>
                <ns0:pt idx="133">
                  <ns0:v>31.8220047945</ns0:v>
                </ns0:pt>
                <ns0:pt idx="134">
                  <ns0:v>2.50619074716</ns0:v>
                </ns0:pt>
                <ns0:pt idx="135">
                  <ns0:v>-26.7744132317</ns0:v>
                </ns0:pt>
                <ns0:pt idx="136">
                  <ns0:v>-43.1503713354</ns0:v>
                </ns0:pt>
                <ns0:pt idx="137">
                  <ns0:v>-25.0248790453</ns0:v>
                </ns0:pt>
                <ns0:pt idx="138">
                  <ns0:v>25.5296541021</ns0:v>
                </ns0:pt>
                <ns0:pt idx="139">
                  <ns0:v>61.3169880573</ns0:v>
                </ns0:pt>
                <ns0:pt idx="140">
                  <ns0:v>51.9982609112</ns0:v>
                </ns0:pt>
                <ns0:pt idx="141">
                  <ns0:v>24.137085849</ns0:v>
                </ns0:pt>
                <ns0:pt idx="142">
                  <ns0:v>2.84213893511</ns0:v>
                </ns0:pt>
                <ns0:pt idx="143">
                  <ns0:v>-18.7114123034</ns0:v>
                </ns0:pt>
                <ns0:pt idx="144">
                  <ns0:v>-38.3514210005</ns0:v>
                </ns0:pt>
                <ns0:pt idx="145">
                  <ns0:v>-42.4623863874</ns0:v>
                </ns0:pt>
                <ns0:pt idx="146">
                  <ns0:v>-31.5575038336</ns0:v>
                </ns0:pt>
                <ns0:pt idx="147">
                  <ns0:v>-8.02459839295</ns0:v>
                </ns0:pt>
                <ns0:pt idx="148">
                  <ns0:v>21.9197394959</ns0:v>
                </ns0:pt>
                <ns0:pt idx="149">
                  <ns0:v>33.183944059</ns0:v>
                </ns0:pt>
                <ns0:pt idx="150">
                  <ns0:v>13.7983303359</ns0:v>
                </ns0:pt>
                <ns0:pt idx="151">
                  <ns0:v>-14.7587160292</ns0:v>
                </ns0:pt>
                <ns0:pt idx="152">
                  <ns0:v>-36.4032915206</ns0:v>
                </ns0:pt>
                <ns0:pt idx="153">
                  <ns0:v>-51.3030218704</ns0:v>
                </ns0:pt>
                <ns0:pt idx="154">
                  <ns0:v>-43.4975928047</ns0:v>
                </ns0:pt>
                <ns0:pt idx="155">
                  <ns0:v>2.2157788588</ns0:v>
                </ns0:pt>
                <ns0:pt idx="156">
                  <ns0:v>61.7885110706</ns0:v>
                </ns0:pt>
                <ns0:pt idx="157">
                  <ns0:v>95.9309429623</ns0:v>
                </ns0:pt>
                <ns0:pt idx="158">
                  <ns0:v>92.7343515639</ns0:v>
                </ns0:pt>
                <ns0:pt idx="159">
                  <ns0:v>61.2856639565</ns0:v>
                </ns0:pt>
                <ns0:pt idx="160">
                  <ns0:v>13.8841750892</ns0:v>
                </ns0:pt>
                <ns0:pt idx="161">
                  <ns0:v>-31.8409216248</ns0:v>
                </ns0:pt>
                <ns0:pt idx="162">
                  <ns0:v>-60.4176648072</ns0:v>
                </ns0:pt>
                <ns0:pt idx="163">
                  <ns0:v>-66.007027085</ns0:v>
                </ns0:pt>
                <ns0:pt idx="164">
                  <ns0:v>-41.5262979297</ns0:v>
                </ns0:pt>
                <ns0:pt idx="165">
                  <ns0:v>11.1129504976</ns0:v>
                </ns0:pt>
                <ns0:pt idx="166">
                  <ns0:v>60.0565695632</ns0:v>
                </ns0:pt>
                <ns0:pt idx="167">
                  <ns0:v>70.2444029887</ns0:v>
                </ns0:pt>
                <ns0:pt idx="168">
                  <ns0:v>38.7416819519</ns0:v>
                </ns0:pt>
                <ns0:pt idx="169">
                  <ns0:v>-17.0774526178</ns0:v>
                </ns0:pt>
                <ns0:pt idx="170">
                  <ns0:v>-69.2642393638</ns0:v>
                </ns0:pt>
                <ns0:pt idx="171">
                  <ns0:v>-78.8929081521</ns0:v>
                </ns0:pt>
                <ns0:pt idx="172">
                  <ns0:v>-35.0115451545</ns0:v>
                </ns0:pt>
                <ns0:pt idx="173">
                  <ns0:v>28.0946505949</ns0:v>
                </ns0:pt>
                <ns0:pt idx="174">
                  <ns0:v>77.4980482847</ns0:v>
                </ns0:pt>
                <ns0:pt idx="175">
                  <ns0:v>99.1574306343</ns0:v>
                </ns0:pt>
                <ns0:pt idx="176">
                  <ns0:v>80.0048997645</ns0:v>
                </ns0:pt>
                <ns0:pt idx="177">
                  <ns0:v>26.5786784274</ns0:v>
                </ns0:pt>
                <ns0:pt idx="178">
                  <ns0:v>-30.8857073734</ns0:v>
                </ns0:pt>
                <ns0:pt idx="179">
                  <ns0:v>-71.8950399969</ns0:v>
                </ns0:pt>
                <ns0:pt idx="180">
                  <ns0:v>-86.2523598489</ns0:v>
                </ns0:pt>
                <ns0:pt idx="181">
                  <ns0:v>-66.9689437443</ns0:v>
                </ns0:pt>
                <ns0:pt idx="182">
                  <ns0:v>-26.9382926632</ns0:v>
                </ns0:pt>
                <ns0:pt idx="183">
                  <ns0:v>16.922527457</ns0:v>
                </ns0:pt>
                <ns0:pt idx="184">
                  <ns0:v>59.6143336602</ns0:v>
                </ns0:pt>
                <ns0:pt idx="185">
                  <ns0:v>79.7652718974</ns0:v>
                </ns0:pt>
                <ns0:pt idx="186">
                  <ns0:v>49.7202114891</ns0:v>
                </ns0:pt>
                <ns0:pt idx="187">
                  <ns0:v>-14.8813270645</ns0:v>
                </ns0:pt>
                <ns0:pt idx="188">
                  <ns0:v>-67.3508015727</ns0:v>
                </ns0:pt>
                <ns0:pt idx="189">
                  <ns0:v>-74.6916018066</ns0:v>
                </ns0:pt>
                <ns0:pt idx="190">
                  <ns0:v>-30.070188663</ns0:v>
                </ns0:pt>
                <ns0:pt idx="191">
                  <ns0:v>38.2877725678</ns0:v>
                </ns0:pt>
                <ns0:pt idx="192">
                  <ns0:v>82.0753050787</ns0:v>
                </ns0:pt>
                <ns0:pt idx="193">
                  <ns0:v>81.5371313278</ns0:v>
                </ns0:pt>
                <ns0:pt idx="194">
                  <ns0:v>51.4852997525</ns0:v>
                </ns0:pt>
                <ns0:pt idx="195">
                  <ns0:v>8.11808024912</ns0:v>
                </ns0:pt>
                <ns0:pt idx="196">
                  <ns0:v>-36.7600957625</ns0:v>
                </ns0:pt>
                <ns0:pt idx="197">
                  <ns0:v>-67.4149979301</ns0:v>
                </ns0:pt>
                <ns0:pt idx="198">
                  <ns0:v>-70.4454274147</ns0:v>
                </ns0:pt>
                <ns0:pt idx="199">
                  <ns0:v>-44.660400132</ns0:v>
                </ns0:pt>
                <ns0:pt idx="200">
                  <ns0:v>-8.95085804915</ns0:v>
                </ns0:pt>
                <ns0:pt idx="201">
                  <ns0:v>11.6873162838</ns0:v>
                </ns0:pt>
                <ns0:pt idx="202">
                  <ns0:v>19.5270255576</ns0:v>
                </ns0:pt>
                <ns0:pt idx="203">
                  <ns0:v>30.0948237855</ns0:v>
                </ns0:pt>
                <ns0:pt idx="204">
                  <ns0:v>32.4390555234</ns0:v>
                </ns0:pt>
                <ns0:pt idx="205">
                  <ns0:v>12.3864982335</ns0:v>
                </ns0:pt>
                <ns0:pt idx="206">
                  <ns0:v>-11.0739661951</ns0:v>
                </ns0:pt>
                <ns0:pt idx="207">
                  <ns0:v>-16.6217538836</ns0:v>
                </ns0:pt>
                <ns0:pt idx="208">
                  <ns0:v>-11.3545514307</ns0:v>
                </ns0:pt>
                <ns0:pt idx="209">
                  <ns0:v>-3.20227369941</ns0:v>
                </ns0:pt>
                <ns0:pt idx="210">
                  <ns0:v>17.5109743699</ns0:v>
                </ns0:pt>
                <ns0:pt idx="211">
                  <ns0:v>49.9223725902</ns0:v>
                </ns0:pt>
                <ns0:pt idx="212">
                  <ns0:v>67.7926802503</ns0:v>
                </ns0:pt>
                <ns0:pt idx="213">
                  <ns0:v>50.7703939766</ns0:v>
                </ns0:pt>
                <ns0:pt idx="214">
                  <ns0:v>11.4809082294</ns0:v>
                </ns0:pt>
                <ns0:pt idx="215">
                  <ns0:v>-22.7515514445</ns0:v>
                </ns0:pt>
                <ns0:pt idx="216">
                  <ns0:v>-35.5474557616</ns0:v>
                </ns0:pt>
                <ns0:pt idx="217">
                  <ns0:v>-20.4714967255</ns0:v>
                </ns0:pt>
                <ns0:pt idx="218">
                  <ns0:v>18.3871332992</ns0:v>
                </ns0:pt>
                <ns0:pt idx="219">
                  <ns0:v>63.5458504975</ns0:v>
                </ns0:pt>
                <ns0:pt idx="220">
                  <ns0:v>95.9954492732</ns0:v>
                </ns0:pt>
                <ns0:pt idx="221">
                  <ns0:v>98.7797198435</ns0:v>
                </ns0:pt>
                <ns0:pt idx="222">
                  <ns0:v>61.6710225937</ns0:v>
                </ns0:pt>
                <ns0:pt idx="223">
                  <ns0:v>0.348932390881</ns0:v>
                </ns0:pt>
                <ns0:pt idx="224">
                  <ns0:v>-53.9311779612</ns0:v>
                </ns0:pt>
                <ns0:pt idx="225">
                  <ns0:v>-77.3254665203</ns0:v>
                </ns0:pt>
                <ns0:pt idx="226">
                  <ns0:v>-48.8424952719</ns0:v>
                </ns0:pt>
                <ns0:pt idx="227">
                  <ns0:v>27.3940816438</ns0:v>
                </ns0:pt>
                <ns0:pt idx="228">
                  <ns0:v>95.4271256993</ns0:v>
                </ns0:pt>
                <ns0:pt idx="229">
                  <ns0:v>108.600109619</ns0:v>
                </ns0:pt>
                <ns0:pt idx="230">
                  <ns0:v>75.0746994488</ns0:v>
                </ns0:pt>
                <ns0:pt idx="231">
                  <ns0:v>5.79355607207</ns0:v>
                </ns0:pt>
                <ns0:pt idx="232">
                  <ns0:v>-88.0433380898</ns0:v>
                </ns0:pt>
                <ns0:pt idx="233">
                  <ns0:v>-144.823928417</ns0:v>
                </ns0:pt>
                <ns0:pt idx="234">
                  <ns0:v>-110.408293232</ns0:v>
                </ns0:pt>
                <ns0:pt idx="235">
                  <ns0:v>-13.2055107694</ns0:v>
                </ns0:pt>
                <ns0:pt idx="236">
                  <ns0:v>89.5429966064</ns0:v>
                </ns0:pt>
                <ns0:pt idx="237">
                  <ns0:v>159.777565422</ns0:v>
                </ns0:pt>
                <ns0:pt idx="238">
                  <ns0:v>158.163391725</ns0:v>
                </ns0:pt>
                <ns0:pt idx="239">
                  <ns0:v>80.0212875465</ns0:v>
                </ns0:pt>
                <ns0:pt idx="240">
                  <ns0:v>-20.5155933799</ns0:v>
                </ns0:pt>
                <ns0:pt idx="241">
                  <ns0:v>-93.3573886383</ns0:v>
                </ns0:pt>
                <ns0:pt idx="242">
                  <ns0:v>-114.417757724</ns0:v>
                </ns0:pt>
                <ns0:pt idx="243">
                  <ns0:v>-77.4647264076</ns0:v>
                </ns0:pt>
                <ns0:pt idx="244">
                  <ns0:v>-14.7784853659</ns0:v>
                </ns0:pt>
                <ns0:pt idx="245">
                  <ns0:v>33.8169157596</ns0:v>
                </ns0:pt>
                <ns0:pt idx="246">
                  <ns0:v>61.2045120167</ns0:v>
                </ns0:pt>
                <ns0:pt idx="247">
                  <ns0:v>62.4319857348</ns0:v>
                </ns0:pt>
                <ns0:pt idx="248">
                  <ns0:v>25.151538814</ns0:v>
                </ns0:pt>
                <ns0:pt idx="249">
                  <ns0:v>-33.3652662961</ns0:v>
                </ns0:pt>
                <ns0:pt idx="250">
                  <ns0:v>-74.4059616974</ns0:v>
                </ns0:pt>
                <ns0:pt idx="251">
                  <ns0:v>-72.5035506216</ns0:v>
                </ns0:pt>
                <ns0:pt idx="252">
                  <ns0:v>-25.3415730532</ns0:v>
                </ns0:pt>
                <ns0:pt idx="253">
                  <ns0:v>37.6293073294</ns0:v>
                </ns0:pt>
                <ns0:pt idx="254">
                  <ns0:v>70.367679054</ns0:v>
                </ns0:pt>
                <ns0:pt idx="255">
                  <ns0:v>58.8906089832</ns0:v>
                </ns0:pt>
                <ns0:pt idx="256">
                  <ns0:v>28.3834375106</ns0:v>
                </ns0:pt>
                <ns0:pt idx="257">
                  <ns0:v>-0.741819620383</ns0:v>
                </ns0:pt>
                <ns0:pt idx="258">
                  <ns0:v>-29.6350580537</ns0:v>
                </ns0:pt>
                <ns0:pt idx="259">
                  <ns0:v>-55.0016234548</ns0:v>
                </ns0:pt>
                <ns0:pt idx="260">
                  <ns0:v>-54.9572146982</ns0:v>
                </ns0:pt>
                <ns0:pt idx="261">
                  <ns0:v>-12.0393890351</ns0:v>
                </ns0:pt>
                <ns0:pt idx="262">
                  <ns0:v>55.181857363</ns0:v>
                </ns0:pt>
                <ns0:pt idx="263">
                  <ns0:v>99.606460803</ns0:v>
                </ns0:pt>
                <ns0:pt idx="264">
                  <ns0:v>86.9882006443</ns0:v>
                </ns0:pt>
                <ns0:pt idx="265">
                  <ns0:v>21.2668636263</ns0:v>
                </ns0:pt>
                <ns0:pt idx="266">
                  <ns0:v>-60.4177588139</ns0:v>
                </ns0:pt>
                <ns0:pt idx="267">
                  <ns0:v>-115.278536623</ns0:v>
                </ns0:pt>
                <ns0:pt idx="268">
                  <ns0:v>-125.139369685</ns0:v>
                </ns0:pt>
                <ns0:pt idx="269">
                  <ns0:v>-94.8854382472</ns0:v>
                </ns0:pt>
                <ns0:pt idx="270">
                  <ns0:v>-31.4940675874</ns0:v>
                </ns0:pt>
                <ns0:pt idx="271">
                  <ns0:v>50.6632725567</ns0:v>
                </ns0:pt>
                <ns0:pt idx="272">
                  <ns0:v>116.669942416</ns0:v>
                </ns0:pt>
                <ns0:pt idx="273">
                  <ns0:v>132.572809475</ns0:v>
                </ns0:pt>
                <ns0:pt idx="274">
                  <ns0:v>87.38959521</ns0:v>
                </ns0:pt>
                <ns0:pt idx="275">
                  <ns0:v>-4.6680199769</ns0:v>
                </ns0:pt>
                <ns0:pt idx="276">
                  <ns0:v>-100.841210101</ns0:v>
                </ns0:pt>
                <ns0:pt idx="277">
                  <ns0:v>-145.18271432</ns0:v>
                </ns0:pt>
                <ns0:pt idx="278">
                  <ns0:v>-110.608920681</ns0:v>
                </ns0:pt>
                <ns0:pt idx="279">
                  <ns0:v>-18.8727035966</ns0:v>
                </ns0:pt>
                <ns0:pt idx="280">
                  <ns0:v>83.1634103989</ns0:v>
                </ns0:pt>
                <ns0:pt idx="281">
                  <ns0:v>147.215018995</ns0:v>
                </ns0:pt>
                <ns0:pt idx="282">
                  <ns0:v>133.759224835</ns0:v>
                </ns0:pt>
                <ns0:pt idx="283">
                  <ns0:v>41.5842753422</ns0:v>
                </ns0:pt>
                <ns0:pt idx="284">
                  <ns0:v>-77.2192303747</ns0:v>
                </ns0:pt>
                <ns0:pt idx="285">
                  <ns0:v>-153.384423988</ns0:v>
                </ns0:pt>
                <ns0:pt idx="286">
                  <ns0:v>-143.615397852</ns0:v>
                </ns0:pt>
                <ns0:pt idx="287">
                  <ns0:v>-54.7011899169</ns0:v>
                </ns0:pt>
                <ns0:pt idx="288">
                  <ns0:v>59.9855386514</ns0:v>
                </ns0:pt>
                <ns0:pt idx="289">
                  <ns0:v>135.374939167</ns0:v>
                </ns0:pt>
                <ns0:pt idx="290">
                  <ns0:v>130.745454409</ns0:v>
                </ns0:pt>
                <ns0:pt idx="291">
                  <ns0:v>56.3565369285</ns0:v>
                </ns0:pt>
                <ns0:pt idx="292">
                  <ns0:v>-37.0849060388</ns0:v>
                </ns0:pt>
                <ns0:pt idx="293">
                  <ns0:v>-106.367096919</ns0:v>
                </ns0:pt>
                <ns0:pt idx="294">
                  <ns0:v>-125.852511358</ns0:v>
                </ns0:pt>
                <ns0:pt idx="295">
                  <ns0:v>-86.8084963966</ns0:v>
                </ns0:pt>
                <ns0:pt idx="296">
                  <ns0:v>-15.2870932094</ns0:v>
                </ns0:pt>
                <ns0:pt idx="297">
                  <ns0:v>52.6241240951</ns0:v>
                </ns0:pt>
                <ns0:pt idx="298">
                  <ns0:v>102.548622848</ns0:v>
                </ns0:pt>
                <ns0:pt idx="299">
                  <ns0:v>120.33539241</ns0:v>
                </ns0:pt>
                <ns0:pt idx="300">
                  <ns0:v>84.6829634153</ns0:v>
                </ns0:pt>
                <ns0:pt idx="301">
                  <ns0:v>8.97278470485</ns0:v>
                </ns0:pt>
                <ns0:pt idx="302">
                  <ns0:v>-56.5436403079</ns0:v>
                </ns0:pt>
                <ns0:pt idx="303">
                  <ns0:v>-78.3995369116</ns0:v>
                </ns0:pt>
                <ns0:pt idx="304">
                  <ns0:v>-59.1238169997</ns0:v>
                </ns0:pt>
                <ns0:pt idx="305">
                  <ns0:v>-11.0980421122</ns0:v>
                </ns0:pt>
                <ns0:pt idx="306">
                  <ns0:v>51.1984380937</ns0:v>
                </ns0:pt>
                <ns0:pt idx="307">
                  <ns0:v>99.9142161185</ns0:v>
                </ns0:pt>
                <ns0:pt idx="308">
                  <ns0:v>106.62370669</ns0:v>
                </ns0:pt>
                <ns0:pt idx="309">
                  <ns0:v>69.5931515545</ns0:v>
                </ns0:pt>
                <ns0:pt idx="310">
                  <ns0:v>9.39313585222</ns0:v>
                </ns0:pt>
                <ns0:pt idx="311">
                  <ns0:v>-50.8589520314</ns0:v>
                </ns0:pt>
                <ns0:pt idx="312">
                  <ns0:v>-84.2922641242</ns0:v>
                </ns0:pt>
                <ns0:pt idx="313">
                  <ns0:v>-68.6065648559</ns0:v>
                </ns0:pt>
                <ns0:pt idx="314">
                  <ns0:v>-12.7968218224</ns0:v>
                </ns0:pt>
                <ns0:pt idx="315">
                  <ns0:v>49.3335770469</ns0:v>
                </ns0:pt>
                <ns0:pt idx="316">
                  <ns0:v>88.6353841156</ns0:v>
                </ns0:pt>
                <ns0:pt idx="317">
                  <ns0:v>88.8423562102</ns0:v>
                </ns0:pt>
                <ns0:pt idx="318">
                  <ns0:v>50.7933477225</ns0:v>
                </ns0:pt>
                <ns0:pt idx="319">
                  <ns0:v>-5.49097757033</ns0:v>
                </ns0:pt>
                <ns0:pt idx="320">
                  <ns0:v>-60.4024115515</ns0:v>
                </ns0:pt>
                <ns0:pt idx="321">
                  <ns0:v>-98.5715498353</ns0:v>
                </ns0:pt>
                <ns0:pt idx="322">
                  <ns0:v>-97.7207050253</ns0:v>
                </ns0:pt>
                <ns0:pt idx="323">
                  <ns0:v>-50.3206762161</ns0:v>
                </ns0:pt>
                <ns0:pt idx="324">
                  <ns0:v>16.4384354818</ns0:v>
                </ns0:pt>
                <ns0:pt idx="325">
                  <ns0:v>66.4141490749</ns0:v>
                </ns0:pt>
                <ns0:pt idx="326">
                  <ns0:v>77.7772631714</ns0:v>
                </ns0:pt>
                <ns0:pt idx="327">
                  <ns0:v>45.1579275422</ns0:v>
                </ns0:pt>
                <ns0:pt idx="328">
                  <ns0:v>-11.9005814543</ns0:v>
                </ns0:pt>
                <ns0:pt idx="329">
                  <ns0:v>-59.1880794304</ns0:v>
                </ns0:pt>
                <ns0:pt idx="330">
                  <ns0:v>-76.2242308839</ns0:v>
                </ns0:pt>
                <ns0:pt idx="331">
                  <ns0:v>-58.8390465867</ns0:v>
                </ns0:pt>
                <ns0:pt idx="332">
                  <ns0:v>-13.1352807945</ns0:v>
                </ns0:pt>
                <ns0:pt idx="333">
                  <ns0:v>37.8899266201</ns0:v>
                </ns0:pt>
                <ns0:pt idx="334">
                  <ns0:v>66.6922901368</ns0:v>
                </ns0:pt>
                <ns0:pt idx="335">
                  <ns0:v>64.5840484761</ns0:v>
                </ns0:pt>
                <ns0:pt idx="336">
                  <ns0:v>37.9531490682</ns0:v>
                </ns0:pt>
                <ns0:pt idx="337">
                  <ns0:v>-6.74077921836</ns0:v>
                </ns0:pt>
                <ns0:pt idx="338">
                  <ns0:v>-59.8639966064</ns0:v>
                </ns0:pt>
                <ns0:pt idx="339">
                  <ns0:v>-99.8173634513</ns0:v>
                </ns0:pt>
                <ns0:pt idx="340">
                  <ns0:v>-100.607103918</ns0:v>
                </ns0:pt>
                <ns0:pt idx="341">
                  <ns0:v>-52.0016542839</ns0:v>
                </ns0:pt>
                <ns0:pt idx="342">
                  <ns0:v>27.4120766715</ns0:v>
                </ns0:pt>
                <ns0:pt idx="343">
                  <ns0:v>97.7789515655</ns0:v>
                </ns0:pt>
                <ns0:pt idx="344">
                  <ns0:v>116.258122241</ns0:v>
                </ns0:pt>
                <ns0:pt idx="345">
                  <ns0:v>64.3962048612</ns0:v>
                </ns0:pt>
                <ns0:pt idx="346">
                  <ns0:v>-25.0631032366</ns0:v>
                </ns0:pt>
                <ns0:pt idx="347">
                  <ns0:v>-88.5993688128</ns0:v>
                </ns0:pt>
                <ns0:pt idx="348">
                  <ns0:v>-87.3434202021</ns0:v>
                </ns0:pt>
                <ns0:pt idx="349">
                  <ns0:v>-32.346632451</ns0:v>
                </ns0:pt>
                <ns0:pt idx="350">
                  <ns0:v>31.5566470299</ns0:v>
                </ns0:pt>
                <ns0:pt idx="351">
                  <ns0:v>64.1037941222</ns0:v>
                </ns0:pt>
                <ns0:pt idx="352">
                  <ns0:v>57.8174158086</ns0:v>
                </ns0:pt>
                <ns0:pt idx="353">
                  <ns0:v>29.0589963869</ns0:v>
                </ns0:pt>
                <ns0:pt idx="354">
                  <ns0:v>-4.89304404031</ns0:v>
                </ns0:pt>
                <ns0:pt idx="355">
                  <ns0:v>-30.2310249639</ns0:v>
                </ns0:pt>
                <ns0:pt idx="356">
                  <ns0:v>-35.7183346621</ns0:v>
                </ns0:pt>
                <ns0:pt idx="357">
                  <ns0:v>-26.023219265</ns0:v>
                </ns0:pt>
                <ns0:pt idx="358">
                  <ns0:v>-12.1966971309</ns0:v>
                </ns0:pt>
                <ns0:pt idx="359">
                  <ns0:v>8.81558511959</ns0:v>
                </ns0:pt>
                <ns0:pt idx="360">
                  <ns0:v>33.9754002819</ns0:v>
                </ns0:pt>
                <ns0:pt idx="361">
                  <ns0:v>41.2747784858</ns0:v>
                </ns0:pt>
                <ns0:pt idx="362">
                  <ns0:v>20.6925993673</ns0:v>
                </ns0:pt>
                <ns0:pt idx="363">
                  <ns0:v>-11.6884647769</ns0:v>
                </ns0:pt>
                <ns0:pt idx="364">
                  <ns0:v>-35.0380937159</ns0:v>
                </ns0:pt>
                <ns0:pt idx="365">
                  <ns0:v>-36.2471695205</ns0:v>
                </ns0:pt>
                <ns0:pt idx="366">
                  <ns0:v>-16.4416687745</ns0:v>
                </ns0:pt>
                <ns0:pt idx="367">
                  <ns0:v>8.6910794468</ns0:v>
                </ns0:pt>
                <ns0:pt idx="368">
                  <ns0:v>29.6814425621</ns0:v>
                </ns0:pt>
                <ns0:pt idx="369">
                  <ns0:v>44.9825674775</ns0:v>
                </ns0:pt>
                <ns0:pt idx="370">
                  <ns0:v>39.3610925171</ns0:v>
                </ns0:pt>
                <ns0:pt idx="371">
                  <ns0:v>0.711973304604</ns0:v>
                </ns0:pt>
                <ns0:pt idx="372">
                  <ns0:v>-48.3800995017</ns0:v>
                </ns0:pt>
                <ns0:pt idx="373">
                  <ns0:v>-72.0887050427</ns0:v>
                </ns0:pt>
                <ns0:pt idx="374">
                  <ns0:v>-58.8996470542</ns0:v>
                </ns0:pt>
                <ns0:pt idx="375">
                  <ns0:v>-20.8519406933</ns0:v>
                </ns0:pt>
                <ns0:pt idx="376">
                  <ns0:v>19.107356093</ns0:v>
                </ns0:pt>
                <ns0:pt idx="377">
                  <ns0:v>35.3061502781</ns0:v>
                </ns0:pt>
                <ns0:pt idx="378">
                  <ns0:v>18.18319198</ns0:v>
                </ns0:pt>
                <ns0:pt idx="379">
                  <ns0:v>-14.8328303602</ns0:v>
                </ns0:pt>
                <ns0:pt idx="380">
                  <ns0:v>-35.2511305844</ns0:v>
                </ns0:pt>
                <ns0:pt idx="381">
                  <ns0:v>-26.9643787117</ns0:v>
                </ns0:pt>
                <ns0:pt idx="382">
                  <ns0:v>1.59850734851</ns0:v>
                </ns0:pt>
                <ns0:pt idx="383">
                  <ns0:v>26.3389151906</ns0:v>
                </ns0:pt>
                <ns0:pt idx="384">
                  <ns0:v>33.773124224</ns0:v>
                </ns0:pt>
                <ns0:pt idx="385">
                  <ns0:v>26.9659762881</ns0:v>
                </ns0:pt>
                <ns0:pt idx="386">
                  <ns0:v>4.28949159661</ns0:v>
                </ns0:pt>
                <ns0:pt idx="387">
                  <ns0:v>-36.3957994567</ns0:v>
                </ns0:pt>
                <ns0:pt idx="388">
                  <ns0:v>-72.6138537648</ns0:v>
                </ns0:pt>
                <ns0:pt idx="389">
                  <ns0:v>-76.3019411047</ns0:v>
                </ns0:pt>
                <ns0:pt idx="390">
                  <ns0:v>-50.9483846169</ns0:v>
                </ns0:pt>
                <ns0:pt idx="391">
                  <ns0:v>-14.8837427676</ns0:v>
                </ns0:pt>
                <ns0:pt idx="392">
                  <ns0:v>28.0393789633</ns0:v>
                </ns0:pt>
                <ns0:pt idx="393">
                  <ns0:v>70.2243672102</ns0:v>
                </ns0:pt>
                <ns0:pt idx="394">
                  <ns0:v>85.4003391497</ns0:v>
                </ns0:pt>
                <ns0:pt idx="395">
                  <ns0:v>56.9414540247</ns0:v>
                </ns0:pt>
                <ns0:pt idx="396">
                  <ns0:v>1.73457154575</ns0:v>
                </ns0:pt>
                <ns0:pt idx="397">
                  <ns0:v>-41.4486672116</ns0:v>
                </ns0:pt>
                <ns0:pt idx="398">
                  <ns0:v>-45.2412303549</ns0:v>
                </ns0:pt>
                <ns0:pt idx="399">
                  <ns0:v>-19.5169163476</ns0:v>
                </ns0:pt>
                <ns0:pt idx="400">
                  <ns0:v>5.37585000414</ns0:v>
                </ns0:pt>
                <ns0:pt idx="401">
                  <ns0:v>18.129361068</ns0:v>
                </ns0:pt>
                <ns0:pt idx="402">
                  <ns0:v>23.4296404434</ns0:v>
                </ns0:pt>
                <ns0:pt idx="403">
                  <ns0:v>18.3967010307</ns0:v>
                </ns0:pt>
                <ns0:pt idx="404">
                  <ns0:v>0.61021241424</ns0:v>
                </ns0:pt>
                <ns0:pt idx="405">
                  <ns0:v>-25.7965181224</ns0:v>
                </ns0:pt>
                <ns0:pt idx="406">
                  <ns0:v>-57.8908613491</ns0:v>
                </ns0:pt>
                <ns0:pt idx="407">
                  <ns0:v>-77.2945861311</ns0:v>
                </ns0:pt>
                <ns0:pt idx="408">
                  <ns0:v>-52.5538833766</ns0:v>
                </ns0:pt>
                <ns0:pt idx="409">
                  <ns0:v>9.9397712788</ns0:v>
                </ns0:pt>
                <ns0:pt idx="410">
                  <ns0:v>61.3930099181</ns0:v>
                </ns0:pt>
                <ns0:pt idx="411">
                  <ns0:v>74.3364639004</ns0:v>
                </ns0:pt>
                <ns0:pt idx="412">
                  <ns0:v>63.4552006598</ns0:v>
                </ns0:pt>
                <ns0:pt idx="413">
                  <ns0:v>44.9134483931</ns0:v>
                </ns0:pt>
                <ns0:pt idx="414">
                  <ns0:v>18.5108235311</ns0:v>
                </ns0:pt>
                <ns0:pt idx="415">
                  <ns0:v>-15.3984739379</ns0:v>
                </ns0:pt>
                <ns0:pt idx="416">
                  <ns0:v>-49.8431378496</ns0:v>
                </ns0:pt>
                <ns0:pt idx="417">
                  <ns0:v>-74.5266007411</ns0:v>
                </ns0:pt>
                <ns0:pt idx="418">
                  <ns0:v>-73.1782274465</ns0:v>
                </ns0:pt>
                <ns0:pt idx="419">
                  <ns0:v>-36.2440775065</ns0:v>
                </ns0:pt>
                <ns0:pt idx="420">
                  <ns0:v>17.0091178176</ns0:v>
                </ns0:pt>
                <ns0:pt idx="421">
                  <ns0:v>52.9620877863</ns0:v>
                </ns0:pt>
                <ns0:pt idx="422">
                  <ns0:v>59.2961231902</ns0:v>
                </ns0:pt>
                <ns0:pt idx="423">
                  <ns0:v>41.6512628922</ns0:v>
                </ns0:pt>
                <ns0:pt idx="424">
                  <ns0:v>4.41899144153</ns0:v>
                </ns0:pt>
                <ns0:pt idx="425">
                  <ns0:v>-37.0833949485</ns0:v>
                </ns0:pt>
                <ns0:pt idx="426">
                  <ns0:v>-56.8803529045</ns0:v>
                </ns0:pt>
                <ns0:pt idx="427">
                  <ns0:v>-48.7946157886</ns0:v>
                </ns0:pt>
                <ns0:pt idx="428">
                  <ns0:v>-22.2032394758</ns0:v>
                </ns0:pt>
                <ns0:pt idx="429">
                  <ns0:v>20.6846082621</ns0:v>
                </ns0:pt>
                <ns0:pt idx="430">
                  <ns0:v>63.7499900364</ns0:v>
                </ns0:pt>
                <ns0:pt idx="431">
                  <ns0:v>72.3301491189</ns0:v>
                </ns0:pt>
                <ns0:pt idx="432">
                  <ns0:v>40.1713076391</ns0:v>
                </ns0:pt>
                <ns0:pt idx="433">
                  <ns0:v>-9.48758517144</ns0:v>
                </ns0:pt>
                <ns0:pt idx="434">
                  <ns0:v>-65.6860291826</ns0:v>
                </ns0:pt>
                <ns0:pt idx="435">
                  <ns0:v>-115.006690249</ns0:v>
                </ns0:pt>
                <ns0:pt idx="436">
                  <ns0:v>-119.237444321</ns0:v>
                </ns0:pt>
                <ns0:pt idx="437">
                  <ns0:v>-61.1170782819</ns0:v>
                </ns0:pt>
                <ns0:pt idx="438">
                  <ns0:v>24.8896517761</ns0:v>
                </ns0:pt>
                <ns0:pt idx="439">
                  <ns0:v>93.8333686427</ns0:v>
                </ns0:pt>
                <ns0:pt idx="440">
                  <ns0:v>120.085727852</ns0:v>
                </ns0:pt>
                <ns0:pt idx="441">
                  <ns0:v>91.4775074725</ns0:v>
                </ns0:pt>
                <ns0:pt idx="442">
                  <ns0:v>21.4969264479</ns0:v>
                </ns0:pt>
                <ns0:pt idx="443">
                  <ns0:v>-48.7352717876</ns0:v>
                </ns0:pt>
                <ns0:pt idx="444">
                  <ns0:v>-88.5837153573</ns0:v>
                </ns0:pt>
                <ns0:pt idx="445">
                  <ns0:v>-99.0891318253</ns0:v>
                </ns0:pt>
                <ns0:pt idx="446">
                  <ns0:v>-85.9990714679</ns0:v>
                </ns0:pt>
                <ns0:pt idx="447">
                  <ns0:v>-41.1453581437</ns0:v>
                </ns0:pt>
                <ns0:pt idx="448">
                  <ns0:v>31.2084731386</ns0:v>
                </ns0:pt>
                <ns0:pt idx="449">
                  <ns0:v>98.089395472</ns0:v>
                </ns0:pt>
                <ns0:pt idx="450">
                  <ns0:v>122.291679521</ns0:v>
                </ns0:pt>
                <ns0:pt idx="451">
                  <ns0:v>85.8780633809</ns0:v>
                </ns0:pt>
                <ns0:pt idx="452">
                  <ns0:v>2.49698722439</ns0:v>
                </ns0:pt>
                <ns0:pt idx="453">
                  <ns0:v>-80.9019179708</ns0:v>
                </ns0:pt>
                <ns0:pt idx="454">
                  <ns0:v>-116.543495908</ns0:v>
                </ns0:pt>
                <ns0:pt idx="455">
                  <ns0:v>-93.2710647195</ns0:v>
                </ns0:pt>
                <ns0:pt idx="456">
                  <ns0:v>-31.2611013023</ns0:v>
                </ns0:pt>
                <ns0:pt idx="457">
                  <ns0:v>41.3482621662</ns0:v>
                </ns0:pt>
                <ns0:pt idx="458">
                  <ns0:v>93.8234898834</ns0:v>
                </ns0:pt>
                <ns0:pt idx="459">
                  <ns0:v>100.952741777</ns0:v>
                </ns0:pt>
                <ns0:pt idx="460">
                  <ns0:v>55.2546878313</ns0:v>
                </ns0:pt>
                <ns0:pt idx="461">
                  <ns0:v>-32.8219748215</ns0:v>
                </ns0:pt>
                <ns0:pt idx="462">
                  <ns0:v>-125.327520568</ns0:v>
                </ns0:pt>
                <ns0:pt idx="463">
                  <ns0:v>-159.473262032</ns0:v>
                </ns0:pt>
                <ns0:pt idx="464">
                  <ns0:v>-108.662065395</ns0:v>
                </ns0:pt>
                <ns0:pt idx="465">
                  <ns0:v>-17.3260309954</ns0:v>
                </ns0:pt>
                <ns0:pt idx="466">
                  <ns0:v>61.3616218927</ns0:v>
                </ns0:pt>
                <ns0:pt idx="467">
                  <ns0:v>110.342236617</ns0:v>
                </ns0:pt>
                <ns0:pt idx="468">
                  <ns0:v>119.132916949</ns0:v>
                </ns0:pt>
                <ns0:pt idx="469">
                  <ns0:v>83.1260064831</ns0:v>
                </ns0:pt>
                <ns0:pt idx="470">
                  <ns0:v>25.8496265259</ns0:v>
                </ns0:pt>
                <ns0:pt idx="471">
                  <ns0:v>-21.534491518</ns0:v>
                </ns0:pt>
                <ns0:pt idx="472">
                  <ns0:v>-45.6727457358</ns0:v>
                </ns0:pt>
                <ns0:pt idx="473">
                  <ns0:v>-44.5897420238</ns0:v>
                </ns0:pt>
                <ns0:pt idx="474">
                  <ns0:v>-19.3713225587</ns0:v>
                </ns0:pt>
                <ns0:pt idx="475">
                  <ns0:v>19.6614943272</ns0:v>
                </ns0:pt>
                <ns0:pt idx="476">
                  <ns0:v>54.5870453921</ns0:v>
                </ns0:pt>
                <ns0:pt idx="477">
                  <ns0:v>72.546154987</ns0:v>
                </ns0:pt>
                <ns0:pt idx="478">
                  <ns0:v>70.2523634745</ns0:v>
                </ns0:pt>
                <ns0:pt idx="479">
                  <ns0:v>45.3329636867</ns0:v>
                </ns0:pt>
                <ns0:pt idx="480">
                  <ns0:v>-0.737876711547</ns0:v>
                </ns0:pt>
                <ns0:pt idx="481">
                  <ns0:v>-46.483264365</ns0:v>
                </ns0:pt>
                <ns0:pt idx="482">
                  <ns0:v>-62.9060211438</ns0:v>
                </ns0:pt>
                <ns0:pt idx="483">
                  <ns0:v>-45.1577255621</ns0:v>
                </ns0:pt>
                <ns0:pt idx="484">
                  <ns0:v>-9.22837651817</ns0:v>
                </ns0:pt>
                <ns0:pt idx="485">
                  <ns0:v>32.1170880092</ns0:v>
                </ns0:pt>
                <ns0:pt idx="486">
                  <ns0:v>65.000196719</ns0:v>
                </ns0:pt>
                <ns0:pt idx="487">
                  <ns0:v>65.2610212128</ns0:v>
                </ns0:pt>
                <ns0:pt idx="488">
                  <ns0:v>26.5156332489</ns0:v>
                </ns0:pt>
                <ns0:pt idx="489">
                  <ns0:v>-19.826140316</ns0:v>
                </ns0:pt>
                <ns0:pt idx="490">
                  <ns0:v>-36.446963802</ns0:v>
                </ns0:pt>
                <ns0:pt idx="491">
                  <ns0:v>-16.9799032267</ns0:v>
                </ns0:pt>
                <ns0:pt idx="492">
                  <ns0:v>20.0086164179</ns0:v>
                </ns0:pt>
                <ns0:pt idx="493">
                  <ns0:v>53.7117368203</ns0:v>
                </ns0:pt>
                <ns0:pt idx="494">
                  <ns0:v>65.0710922611</ns0:v>
                </ns0:pt>
                <ns0:pt idx="495">
                  <ns0:v>43.3304483868</ns0:v>
                </ns0:pt>
                <ns0:pt idx="496">
                  <ns0:v>2.46916232087</ns0:v>
                </ns0:pt>
                <ns0:pt idx="497">
                  <ns0:v>-32.0954030849</ns0:v>
                </ns0:pt>
                <ns0:pt idx="498">
                  <ns0:v>-53.6097981231</ns0:v>
                </ns0:pt>
                <ns0:pt idx="499">
                  <ns0:v>-64.9648657848</ns0:v>
                </ns0:pt>
                <ns0:pt idx="500">
                  <ns0:v>-60.2925026992</ns0:v>
                </ns0:pt>
                <ns0:pt idx="501">
                  <ns0:v>-41.4095502255</ns0:v>
                </ns0:pt>
                <ns0:pt idx="502">
                  <ns0:v>-22.3414765704</ns0:v>
                </ns0:pt>
                <ns0:pt idx="503">
                  <ns0:v>-3.74635483014</ns0:v>
                </ns0:pt>
                <ns0:pt idx="504">
                  <ns0:v>17.3987363005</ns0:v>
                </ns0:pt>
                <ns0:pt idx="505">
                  <ns0:v>24.19801722</ns0:v>
                </ns0:pt>
                <ns0:pt idx="506">
                  <ns0:v>9.23144597064</ns0:v>
                </ns0:pt>
                <ns0:pt idx="507">
                  <ns0:v>-6.74501274214</ns0:v>
                </ns0:pt>
                <ns0:pt idx="508">
                  <ns0:v>-17.3398714649</ns0:v>
                </ns0:pt>
                <ns0:pt idx="509">
                  <ns0:v>-35.26877537</ns0:v>
                </ns0:pt>
                <ns0:pt idx="510">
                  <ns0:v>-44.8867977673</ns0:v>
                </ns0:pt>
                <ns0:pt idx="511">
                  <ns0:v>-22.7946994371</ns0:v>
                </ns0:pt>
                <ns0:pt idx="512">
                  <ns0:v>8.39171328768</ns0:v>
                </ns0:pt>
                <ns0:pt idx="513">
                  <ns0:v>15.0082194326</ns0:v>
                </ns0:pt>
                <ns0:pt idx="514">
                  <ns0:v>3.3934886625</ns0:v>
                </ns0:pt>
                <ns0:pt idx="515">
                  <ns0:v>-7.93566646019</ns0:v>
                </ns0:pt>
                <ns0:pt idx="516">
                  <ns0:v>-15.0428026108</ns0:v>
                </ns0:pt>
                <ns0:pt idx="517">
                  <ns0:v>-11.1143933659</ns0:v>
                </ns0:pt>
                <ns0:pt idx="518">
                  <ns0:v>9.75855432922</ns0:v>
                </ns0:pt>
                <ns0:pt idx="519">
                  <ns0:v>36.5515953879</ns0:v>
                </ns0:pt>
                <ns0:pt idx="520">
                  <ns0:v>51.6928734898</ns0:v>
                </ns0:pt>
                <ns0:pt idx="521">
                  <ns0:v>41.6158143154</ns0:v>
                </ns0:pt>
                <ns0:pt idx="522">
                  <ns0:v>5.95259120495</ns0:v>
                </ns0:pt>
                <ns0:pt idx="523">
                  <ns0:v>-31.6934186945</ns0:v>
                </ns0:pt>
                <ns0:pt idx="524">
                  <ns0:v>-47.3016312093</ns0:v>
                </ns0:pt>
                <ns0:pt idx="525">
                  <ns0:v>-39.8644709032</ns0:v>
                </ns0:pt>
                <ns0:pt idx="526">
                  <ns0:v>-11.6979470966</ns0:v>
                </ns0:pt>
                <ns0:pt idx="527">
                  <ns0:v>34.6114145759</ns0:v>
                </ns0:pt>
                <ns0:pt idx="528">
                  <ns0:v>70.2393593959</ns0:v>
                </ns0:pt>
                <ns0:pt idx="529">
                  <ns0:v>61.4633543125</ns0:v>
                </ns0:pt>
                <ns0:pt idx="530">
                  <ns0:v>12.9331863038</ns0:v>
                </ns0:pt>
                <ns0:pt idx="531">
                  <ns0:v>-43.2643015251</ns0:v>
                </ns0:pt>
                <ns0:pt idx="532">
                  <ns0:v>-80.2312893421</ns0:v>
                </ns0:pt>
                <ns0:pt idx="533">
                  <ns0:v>-85.1650022846</ns0:v>
                </ns0:pt>
                <ns0:pt idx="534">
                  <ns0:v>-59.3207470319</ns0:v>
                </ns0:pt>
                <ns0:pt idx="535">
                  <ns0:v>-14.4650343199</ns0:v>
                </ns0:pt>
                <ns0:pt idx="536">
                  <ns0:v>30.1159833467</ns0:v>
                </ns0:pt>
                <ns0:pt idx="537">
                  <ns0:v>51.9200661531</ns0:v>
                </ns0:pt>
                <ns0:pt idx="538">
                  <ns0:v>46.2818848623</ns0:v>
                </ns0:pt>
                <ns0:pt idx="539">
                  <ns0:v>27.632451433</ns0:v>
                </ns0:pt>
                <ns0:pt idx="540">
                  <ns0:v>0.332514526747</ns0:v>
                </ns0:pt>
                <ns0:pt idx="541">
                  <ns0:v>-29.7975284593</ns0:v>
                </ns0:pt>
                <ns0:pt idx="542">
                  <ns0:v>-32.4799849584</ns0:v>
                </ns0:pt>
                <ns0:pt idx="543">
                  <ns0:v>1.49548730579</ns0:v>
                </ns0:pt>
                <ns0:pt idx="544">
                  <ns0:v>35.3584115471</ns0:v>
                </ns0:pt>
                <ns0:pt idx="545">
                  <ns0:v>43.2696056507</ns0:v>
                </ns0:pt>
                <ns0:pt idx="546">
                  <ns0:v>32.140712157</ns0:v>
                </ns0:pt>
                <ns0:pt idx="547">
                  <ns0:v>10.2106475043</ns0:v>
                </ns0:pt>
                <ns0:pt idx="548">
                  <ns0:v>-9.40131174765</ns0:v>
                </ns0:pt>
                <ns0:pt idx="549">
                  <ns0:v>-8.93024748699</ns0:v>
                </ns0:pt>
                <ns0:pt idx="550">
                  <ns0:v>4.61755880152</ns0:v>
                </ns0:pt>
                <ns0:pt idx="551">
                  <ns0:v>15.9826669141</ns0:v>
                </ns0:pt>
                <ns0:pt idx="552">
                  <ns0:v>26.3527153715</ns0:v>
                </ns0:pt>
                <ns0:pt idx="553">
                  <ns0:v>27.481109807</ns0:v>
                </ns0:pt>
                <ns0:pt idx="554">
                  <ns0:v>3.40920389384</ns0:v>
                </ns0:pt>
                <ns0:pt idx="555">
                  <ns0:v>-33.031175143</ns0:v>
                </ns0:pt>
                <ns0:pt idx="556">
                  <ns0:v>-54.3743490963</ns0:v>
                </ns0:pt>
                <ns0:pt idx="557">
                  <ns0:v>-51.6735038159</ns0:v>
                </ns0:pt>
                <ns0:pt idx="558">
                  <ns0:v>-31.927739213</ns0:v>
                </ns0:pt>
                <ns0:pt idx="559">
                  <ns0:v>-13.0006680605</ns0:v>
                </ns0:pt>
                <ns0:pt idx="560">
                  <ns0:v>-13.2766453571</ns0:v>
                </ns0:pt>
                <ns0:pt idx="561">
                  <ns0:v>-22.1490744372</ns0:v>
                </ns0:pt>
                <ns0:pt idx="562">
                  <ns0:v>-13.9393022191</ns0:v>
                </ns0:pt>
                <ns0:pt idx="563">
                  <ns0:v>8.81705377255</ns0:v>
                </ns0:pt>
                <ns0:pt idx="564">
                  <ns0:v>26.5450455224</ns0:v>
                </ns0:pt>
                <ns0:pt idx="565">
                  <ns0:v>36.8710907949</ns0:v>
                </ns0:pt>
                <ns0:pt idx="566">
                  <ns0:v>42.1368863706</ns0:v>
                </ns0:pt>
                <ns0:pt idx="567">
                  <ns0:v>34.6693801704</ns0:v>
                </ns0:pt>
                <ns0:pt idx="568">
                  <ns0:v>19.6959292434</ns0:v>
                </ns0:pt>
                <ns0:pt idx="569">
                  <ns0:v>16.5872351671</ns0:v>
                </ns0:pt>
                <ns0:pt idx="570">
                  <ns0:v>25.1309175083</ns0:v>
                </ns0:pt>
                <ns0:pt idx="571">
                  <ns0:v>25.6508942514</ns0:v>
                </ns0:pt>
                <ns0:pt idx="572">
                  <ns0:v>12.5268974817</ns0:v>
                </ns0:pt>
                <ns0:pt idx="573">
                  <ns0:v>-5.10173994882</ns0:v>
                </ns0:pt>
                <ns0:pt idx="574">
                  <ns0:v>-24.9477124517</ns0:v>
                </ns0:pt>
                <ns0:pt idx="575">
                  <ns0:v>-42.6122378732</ns0:v>
                </ns0:pt>
                <ns0:pt idx="576">
                  <ns0:v>-42.5351663606</ns0:v>
                </ns0:pt>
                <ns0:pt idx="577">
                  <ns0:v>-22.9148292332</ns0:v>
                </ns0:pt>
                <ns0:pt idx="578">
                  <ns0:v>0.63516393638</ns0:v>
                </ns0:pt>
                <ns0:pt idx="579">
                  <ns0:v>22.9665855521</ns0:v>
                </ns0:pt>
                <ns0:pt idx="580">
                  <ns0:v>44.5534140816</ns0:v>
                </ns0:pt>
                <ns0:pt idx="581">
                  <ns0:v>50.8032898692</ns0:v>
                </ns0:pt>
                <ns0:pt idx="582">
                  <ns0:v>31.967274126</ns0:v>
                </ns0:pt>
                <ns0:pt idx="583">
                  <ns0:v>2.76146293776</ns0:v>
                </ns0:pt>
                <ns0:pt idx="584">
                  <ns0:v>-21.3802260156</ns0:v>
                </ns0:pt>
                <ns0:pt idx="585">
                  <ns0:v>-40.7476169463</ns0:v>
                </ns0:pt>
                <ns0:pt idx="586">
                  <ns0:v>-55.2312237635</ns0:v>
                </ns0:pt>
                <ns0:pt idx="587">
                  <ns0:v>-58.2358658723</ns0:v>
                </ns0:pt>
                <ns0:pt idx="588">
                  <ns0:v>-47.3601941491</ns0:v>
                </ns0:pt>
                <ns0:pt idx="589">
                  <ns0:v>-23.9423711514</ns0:v>
                </ns0:pt>
                <ns0:pt idx="590">
                  <ns0:v>8.30700789535</ns0:v>
                </ns0:pt>
                <ns0:pt idx="591">
                  <ns0:v>34.1782898006</ns0:v>
                </ns0:pt>
                <ns0:pt idx="592">
                  <ns0:v>35.9018190528</ns0:v>
                </ns0:pt>
                <ns0:pt idx="593">
                  <ns0:v>19.1515236553</ns0:v>
                </ns0:pt>
                <ns0:pt idx="594">
                  <ns0:v>5.99322357883</ns0:v>
                </ns0:pt>
                <ns0:pt idx="595">
                  <ns0:v>0.185480018309</ns0:v>
                </ns0:pt>
                <ns0:pt idx="596">
                  <ns0:v>-12.4570360131</ns0:v>
                </ns0:pt>
                <ns0:pt idx="597">
                  <ns0:v>-32.6879938123</ns0:v>
                </ns0:pt>
                <ns0:pt idx="598">
                  <ns0:v>-44.3484644737</ns0:v>
                </ns0:pt>
                <ns0:pt idx="599">
                  <ns0:v>-32.338092884</ns0:v>
                </ns0:pt>
                <ns0:pt idx="600">
                  <ns0:v>8.9359023918</ns0:v>
                </ns0:pt>
                <ns0:pt idx="601">
                  <ns0:v>68.0662112244</ns0:v>
                </ns0:pt>
                <ns0:pt idx="602">
                  <ns0:v>113.458809527</ns0:v>
                </ns0:pt>
                <ns0:pt idx="603">
                  <ns0:v>113.16775517</ns0:v>
                </ns0:pt>
                <ns0:pt idx="604">
                  <ns0:v>60.7681550231</ns0:v>
                </ns0:pt>
                <ns0:pt idx="605">
                  <ns0:v>-16.170792549</ns0:v>
                </ns0:pt>
                <ns0:pt idx="606">
                  <ns0:v>-74.0363080851</ns0:v>
                </ns0:pt>
                <ns0:pt idx="607">
                  <ns0:v>-92.3134632355</ns0:v>
                </ns0:pt>
                <ns0:pt idx="608">
                  <ns0:v>-86.0998600606</ns0:v>
                </ns0:pt>
                <ns0:pt idx="609">
                  <ns0:v>-67.3500060076</ns0:v>
                </ns0:pt>
                <ns0:pt idx="610">
                  <ns0:v>-23.5461576969</ns0:v>
                </ns0:pt>
                <ns0:pt idx="611">
                  <ns0:v>42.2663131589</ns0:v>
                </ns0:pt>
                <ns0:pt idx="612">
                  <ns0:v>92.7121547062</ns0:v>
                </ns0:pt>
                <ns0:pt idx="613">
                  <ns0:v>96.4535169757</ns0:v>
                </ns0:pt>
                <ns0:pt idx="614">
                  <ns0:v>50.9314886616</ns0:v>
                </ns0:pt>
                <ns0:pt idx="615">
                  <ns0:v>-28.6780705676</ns0:v>
                </ns0:pt>
                <ns0:pt idx="616">
                  <ns0:v>-111.416554648</ns0:v>
                </ns0:pt>
                <ns0:pt idx="617">
                  <ns0:v>-153.737776842</ns0:v>
                </ns0:pt>
                <ns0:pt idx="618">
                  <ns0:v>-130.20863328</ns0:v>
                </ns0:pt>
                <ns0:pt idx="619">
                  <ns0:v>-56.8881925246</ns0:v>
                </ns0:pt>
                <ns0:pt idx="620">
                  <ns0:v>30.4474815269</ns0:v>
                </ns0:pt>
                <ns0:pt idx="621">
                  <ns0:v>100.10021774</ns0:v>
                </ns0:pt>
                <ns0:pt idx="622">
                  <ns0:v>120.089056226</ns0:v>
                </ns0:pt>
                <ns0:pt idx="623">
                  <ns0:v>74.5317888356</ns0:v>
                </ns0:pt>
                <ns0:pt idx="624">
                  <ns0:v>-7.07162042617</ns0:v>
                </ns0:pt>
                <ns0:pt idx="625">
                  <ns0:v>-72.8021539836</ns0:v>
                </ns0:pt>
                <ns0:pt idx="626">
                  <ns0:v>-93.2804100581</ns0:v>
                </ns0:pt>
                <ns0:pt idx="627">
                  <ns0:v>-64.4721815988</ns0:v>
                </ns0:pt>
                <ns0:pt idx="628">
                  <ns0:v>4.21812763259</ns0:v>
                </ns0:pt>
                <ns0:pt idx="629">
                  <ns0:v>88.5681000416</ns0:v>
                </ns0:pt>
                <ns0:pt idx="630">
                  <ns0:v>151.345210628</ns0:v>
                </ns0:pt>
                <ns0:pt idx="631">
                  <ns0:v>152.174215806</ns0:v>
                </ns0:pt>
                <ns0:pt idx="632">
                  <ns0:v>75.07714792</ns0:v>
                </ns0:pt>
                <ns0:pt idx="633">
                  <ns0:v>-40.0608798698</ns0:v>
                </ns0:pt>
                <ns0:pt idx="634">
                  <ns0:v>-122.111716352</ns0:v>
                </ns0:pt>
                <ns0:pt idx="635">
                  <ns0:v>-133.213090598</ns0:v>
                </ns0:pt>
                <ns0:pt idx="636">
                  <ns0:v>-85.656441285</ns0:v>
                </ns0:pt>
                <ns0:pt idx="637">
                  <ns0:v>-10.0191940328</ns0:v>
                </ns0:pt>
                <ns0:pt idx="638">
                  <ns0:v>63.949968571</ns0:v>
                </ns0:pt>
                <ns0:pt idx="639">
                  <ns0:v>101.884768072</ns0:v>
                </ns0:pt>
                <ns0:pt idx="640">
                  <ns0:v>77.0840573608</ns0:v>
                </ns0:pt>
                <ns0:pt idx="641">
                  <ns0:v>-0.562104628998</ns0:v>
                </ns0:pt>
                <ns0:pt idx="642">
                  <ns0:v>-81.5913699603</ns0:v>
                </ns0:pt>
                <ns0:pt idx="643">
                  <ns0:v>-110.5696275</ns0:v>
                </ns0:pt>
                <ns0:pt idx="644">
                  <ns0:v>-73.9949258065</ns0:v>
                </ns0:pt>
                <ns0:pt idx="645">
                  <ns0:v>-5.73534015119</ns0:v>
                </ns0:pt>
                <ns0:pt idx="646">
                  <ns0:v>60.9383345138</ns0:v>
                </ns0:pt>
                <ns0:pt idx="647">
                  <ns0:v>110.517554244</ns0:v>
                </ns0:pt>
                <ns0:pt idx="648">
                  <ns0:v>119.542952071</ns0:v>
                </ns0:pt>
                <ns0:pt idx="649">
                  <ns0:v>70.4499864702</ns0:v>
                </ns0:pt>
                <ns0:pt idx="650">
                  <ns0:v>-20.1711738469</ns0:v>
                </ns0:pt>
                <ns0:pt idx="651">
                  <ns0:v>-109.285808325</ns0:v>
                </ns0:pt>
                <ns0:pt idx="652">
                  <ns0:v>-143.643162591</ns0:v>
                </ns0:pt>
                <ns0:pt idx="653">
                  <ns0:v>-93.6383171326</ns0:v>
                </ns0:pt>
                <ns0:pt idx="654">
                  <ns0:v>5.04010916807</ns0:v>
                </ns0:pt>
                <ns0:pt idx="655">
                  <ns0:v>85.1640009792</ns0:v>
                </ns0:pt>
                <ns0:pt idx="656">
                  <ns0:v>112.574125535</ns0:v>
                </ns0:pt>
                <ns0:pt idx="657">
                  <ns0:v>80.3113927045</ns0:v>
                </ns0:pt>
                <ns0:pt idx="658">
                  <ns0:v>1.40665099125</ns0:v>
                </ns0:pt>
                <ns0:pt idx="659">
                  <ns0:v>-73.4952512836</ns0:v>
                </ns0:pt>
                <ns0:pt idx="660">
                  <ns0:v>-94.1353127336</ns0:v>
                </ns0:pt>
                <ns0:pt idx="661">
                  <ns0:v>-61.204533504</ns0:v>
                </ns0:pt>
                <ns0:pt idx="662">
                  <ns0:v>-7.37612794502</ns0:v>
                </ns0:pt>
                <ns0:pt idx="663">
                  <ns0:v>39.9802839124</ns0:v>
                </ns0:pt>
                <ns0:pt idx="664">
                  <ns0:v>53.1698146202</ns0:v>
                </ns0:pt>
                <ns0:pt idx="665">
                  <ns0:v>15.5570014347</ns0:v>
                </ns0:pt>
                <ns0:pt idx="666">
                  <ns0:v>-42.3536383832</ns0:v>
                </ns0:pt>
                <ns0:pt idx="667">
                  <ns0:v>-69.578925389</ns0:v>
                </ns0:pt>
                <ns0:pt idx="668">
                  <ns0:v>-53.5397803347</ns0:v>
                </ns0:pt>
                <ns0:pt idx="669">
                  <ns0:v>-18.7988218651</ns0:v>
                </ns0:pt>
                <ns0:pt idx="670">
                  <ns0:v>13.6239441804</ns0:v>
                </ns0:pt>
                <ns0:pt idx="671">
                  <ns0:v>37.9323461953</ns0:v>
                </ns0:pt>
                <ns0:pt idx="672">
                  <ns0:v>46.1635385073</ns0:v>
                </ns0:pt>
                <ns0:pt idx="673">
                  <ns0:v>29.1247360654</ns0:v>
                </ns0:pt>
                <ns0:pt idx="674">
                  <ns0:v>0.464713169215</ns0:v>
                </ns0:pt>
                <ns0:pt idx="675">
                  <ns0:v>-8.32876480184</ns0:v>
                </ns0:pt>
                <ns0:pt idx="676">
                  <ns0:v>9.20342231013</ns0:v>
                </ns0:pt>
                <ns0:pt idx="677">
                  <ns0:v>25.5302890501</ns0:v>
                </ns0:pt>
                <ns0:pt idx="678">
                  <ns0:v>25.9937328605</ns0:v>
                </ns0:pt>
                <ns0:pt idx="679">
                  <ns0:v>22.5831784935</ns0:v>
                </ns0:pt>
                <ns0:pt idx="680">
                  <ns0:v>15.763213418</ns0:v>
                </ns0:pt>
                <ns0:pt idx="681">
                  <ns0:v>-4.61977467331</ns0:v>
                </ns0:pt>
                <ns0:pt idx="682">
                  <ns0:v>-26.9490663662</ns0:v>
                </ns0:pt>
                <ns0:pt idx="683">
                  <ns0:v>-34.5858297173</ns0:v>
                </ns0:pt>
                <ns0:pt idx="684">
                  <ns0:v>-30.3383166703</ns0:v>
                </ns0:pt>
                <ns0:pt idx="685">
                  <ns0:v>-13.2336971958</ns0:v>
                </ns0:pt>
                <ns0:pt idx="686">
                  <ns0:v>22.5182096698</ns0:v>
                </ns0:pt>
                <ns0:pt idx="687">
                  <ns0:v>56.4768123006</ns0:v>
                </ns0:pt>
                <ns0:pt idx="688">
                  <ns0:v>61.1379961116</ns0:v>
                </ns0:pt>
                <ns0:pt idx="689">
                  <ns0:v>38.7331026335</ns0:v>
                </ns0:pt>
                <ns0:pt idx="690">
                  <ns0:v>3.16735263434</ns0:v>
                </ns0:pt>
                <ns0:pt idx="691">
                  <ns0:v>-38.5106167505</ns0:v>
                </ns0:pt>
                <ns0:pt idx="692">
                  <ns0:v>-71.1035445598</ns0:v>
                </ns0:pt>
                <ns0:pt idx="693">
                  <ns0:v>-76.9252494555</ns0:v>
                </ns0:pt>
                <ns0:pt idx="694">
                  <ns0:v>-54.9810929326</ns0:v>
                </ns0:pt>
                <ns0:pt idx="695">
                  <ns0:v>-17.9152987209</ns0:v>
                </ns0:pt>
                <ns0:pt idx="696">
                  <ns0:v>12.4155414636</ns0:v>
                </ns0:pt>
                <ns0:pt idx="697">
                  <ns0:v>14.8892418899</ns0:v>
                </ns0:pt>
                <ns0:pt idx="698">
                  <ns0:v>-7.91671686181</ns0:v>
                </ns0:pt>
                <ns0:pt idx="699">
                  <ns0:v>-37.1776535684</ns0:v>
                </ns0:pt>
                <ns0:pt idx="700">
                  <ns0:v>-61.5514305159</ns0:v>
                </ns0:pt>
                <ns0:pt idx="701">
                  <ns0:v>-68.4198439494</ns0:v>
                </ns0:pt>
                <ns0:pt idx="702">
                  <ns0:v>-44.103416987</ns0:v>
                </ns0:pt>
                <ns0:pt idx="703">
                  <ns0:v>-2.2702769497</ns0:v>
                </ns0:pt>
                <ns0:pt idx="704">
                  <ns0:v>26.0247932055</ns0:v>
                </ns0:pt>
                <ns0:pt idx="705">
                  <ns0:v>29.367492475</ns0:v>
                </ns0:pt>
                <ns0:pt idx="706">
                  <ns0:v>17.8236432803</ns0:v>
                </ns0:pt>
                <ns0:pt idx="707">
                  <ns0:v>4.73798297277</ns0:v>
                </ns0:pt>
                <ns0:pt idx="708">
                  <ns0:v>-4.32034082939</ns0:v>
                </ns0:pt>
                <ns0:pt idx="709">
                  <ns0:v>-17.7409227719</ns0:v>
                </ns0:pt>
                <ns0:pt idx="710">
                  <ns0:v>-40.8143101212</ns0:v>
                </ns0:pt>
                <ns0:pt idx="711">
                  <ns0:v>-58.182144008</ns0:v>
                </ns0:pt>
                <ns0:pt idx="712">
                  <ns0:v>-56.5492135612</ns0:v>
                </ns0:pt>
                <ns0:pt idx="713">
                  <ns0:v>-43.5702825315</ns0:v>
                </ns0:pt>
                <ns0:pt idx="714">
                  <ns0:v>-27.1784292408</ns0:v>
                </ns0:pt>
                <ns0:pt idx="715">
                  <ns0:v>-7.41460944602</ns0:v>
                </ns0:pt>
                <ns0:pt idx="716">
                  <ns0:v>8.17034688998</ns0:v>
                </ns0:pt>
                <ns0:pt idx="717">
                  <ns0:v>13.8673124392</ns0:v>
                </ns0:pt>
                <ns0:pt idx="718">
                  <ns0:v>18.79599683</ns0:v>
                </ns0:pt>
                <ns0:pt idx="719">
                  <ns0:v>27.2326968811</ns0:v>
                </ns0:pt>
                <ns0:pt idx="720">
                  <ns0:v>25.6873822735</ns0:v>
                </ns0:pt>
                <ns0:pt idx="721">
                  <ns0:v>4.40511283217</ns0:v>
                </ns0:pt>
                <ns0:pt idx="722">
                  <ns0:v>-24.7292060058</ns0:v>
                </ns0:pt>
                <ns0:pt idx="723">
                  <ns0:v>-41.6893318382</ns0:v>
                </ns0:pt>
                <ns0:pt idx="724">
                  <ns0:v>-38.8526775215</ns0:v>
                </ns0:pt>
                <ns0:pt idx="725">
                  <ns0:v>-21.7899678374</ns0:v>
                </ns0:pt>
                <ns0:pt idx="726">
                  <ns0:v>-0.73123231926</ns0:v>
                </ns0:pt>
                <ns0:pt idx="727">
                  <ns0:v>13.1751219008</ns0:v>
                </ns0:pt>
                <ns0:pt idx="728">
                  <ns0:v>14.6425210843</ns0:v>
                </ns0:pt>
                <ns0:pt idx="729">
                  <ns0:v>10.3025602546</ns0:v>
                </ns0:pt>
                <ns0:pt idx="730">
                  <ns0:v>5.30053937102</ns0:v>
                </ns0:pt>
                <ns0:pt idx="731">
                  <ns0:v>-7.76791825084</ns0:v>
                </ns0:pt>
                <ns0:pt idx="732">
                  <ns0:v>-30.1956037833</ns0:v>
                </ns0:pt>
                <ns0:pt idx="733">
                  <ns0:v>-45.2413839886</ns0:v>
                </ns0:pt>
                <ns0:pt idx="734">
                  <ns0:v>-37.6771137561</ns0:v>
                </ns0:pt>
                <ns0:pt idx="735">
                  <ns0:v>-8.58780585462</ns0:v>
                </ns0:pt>
                <ns0:pt idx="736">
                  <ns0:v>27.2135195179</ns0:v>
                </ns0:pt>
                <ns0:pt idx="737">
                  <ns0:v>45.4792391584</ns0:v>
                </ns0:pt>
                <ns0:pt idx="738">
                  <ns0:v>29.9645466396</ns0:v>
                </ns0:pt>
                <ns0:pt idx="739">
                  <ns0:v>-4.60711653928</ns0:v>
                </ns0:pt>
                <ns0:pt idx="740">
                  <ns0:v>-27.339616321</ns0:v>
                </ns0:pt>
                <ns0:pt idx="741">
                  <ns0:v>-27.650367495</ns0:v>
                </ns0:pt>
                <ns0:pt idx="742">
                  <ns0:v>-16.7794025522</ns0:v>
                </ns0:pt>
                <ns0:pt idx="743">
                  <ns0:v>-7.0320473733</ns0:v>
                </ns0:pt>
                <ns0:pt idx="744">
                  <ns0:v>-4.58253083743</ns0:v>
                </ns0:pt>
                <ns0:pt idx="745">
                  <ns0:v>-4.99126114735</ns0:v>
                </ns0:pt>
                <ns0:pt idx="746">
                  <ns0:v>5.96530413145</ns0:v>
                </ns0:pt>
                <ns0:pt idx="747">
                  <ns0:v>29.5441879717</ns0:v>
                </ns0:pt>
                <ns0:pt idx="748">
                  <ns0:v>45.0774648057</ns0:v>
                </ns0:pt>
                <ns0:pt idx="749">
                  <ns0:v>40.0325774123</ns0:v>
                </ns0:pt>
                <ns0:pt idx="750">
                  <ns0:v>22.4877289432</ns0:v>
                </ns0:pt>
                <ns0:pt idx="751">
                  <ns0:v>1.0936495658</ns0:v>
                </ns0:pt>
                <ns0:pt idx="752">
                  <ns0:v>-12.0258800063</ns0:v>
                </ns0:pt>
                <ns0:pt idx="753">
                  <ns0:v>2.26199415524</ns0:v>
                </ns0:pt>
                <ns0:pt idx="754">
                  <ns0:v>34.4560371087</ns0:v>
                </ns0:pt>
                <ns0:pt idx="755">
                  <ns0:v>44.2640362668</ns0:v>
                </ns0:pt>
                <ns0:pt idx="756">
                  <ns0:v>18.3500382624</ns0:v>
                </ns0:pt>
                <ns0:pt idx="757">
                  <ns0:v>-17.5186437036</ns0:v>
                </ns0:pt>
                <ns0:pt idx="758">
                  <ns0:v>-43.5424291574</ns0:v>
                </ns0:pt>
                <ns0:pt idx="759">
                  <ns0:v>-52.4827090375</ns0:v>
                </ns0:pt>
                <ns0:pt idx="760">
                  <ns0:v>-36.3568613518</ns0:v>
                </ns0:pt>
                <ns0:pt idx="761">
                  <ns0:v>-5.28384432147</ns0:v>
                </ns0:pt>
                <ns0:pt idx="762">
                  <ns0:v>15.8039204601</ns0:v>
                </ns0:pt>
                <ns0:pt idx="763">
                  <ns0:v>20.6934255517</ns0:v>
                </ns0:pt>
                <ns0:pt idx="764">
                  <ns0:v>19.0619229322</ns0:v>
                </ns0:pt>
                <ns0:pt idx="765">
                  <ns0:v>16.4013764362</ns0:v>
                </ns0:pt>
                <ns0:pt idx="766">
                  <ns0:v>17.0328837812</ns0:v>
                </ns0:pt>
                <ns0:pt idx="767">
                  <ns0:v>18.1960628378</ns0:v>
                </ns0:pt>
                <ns0:pt idx="768">
                  <ns0:v>7.83033546463</ns0:v>
                </ns0:pt>
                <ns0:pt idx="769">
                  <ns0:v>-11.6530113654</ns0:v>
                </ns0:pt>
                <ns0:pt idx="770">
                  <ns0:v>-24.2951175277</ns0:v>
                </ns0:pt>
                <ns0:pt idx="771">
                  <ns0:v>-24.9826125667</ns0:v>
                </ns0:pt>
                <ns0:pt idx="772">
                  <ns0:v>-11.9589982809</ns0:v>
                </ns0:pt>
                <ns0:pt idx="773">
                  <ns0:v>18.1000847013</ns0:v>
                </ns0:pt>
                <ns0:pt idx="774">
                  <ns0:v>48.9221210803</ns0:v>
                </ns0:pt>
                <ns0:pt idx="775">
                  <ns0:v>58.3914872196</ns0:v>
                </ns0:pt>
                <ns0:pt idx="776">
                  <ns0:v>46.6526568856</ns0:v>
                </ns0:pt>
                <ns0:pt idx="777">
                  <ns0:v>19.4605768001</ns0:v>
                </ns0:pt>
                <ns0:pt idx="778">
                  <ns0:v>-17.8424430051</ns0:v>
                </ns0:pt>
                <ns0:pt idx="779">
                  <ns0:v>-42.191552062</ns0:v>
                </ns0:pt>
                <ns0:pt idx="780">
                  <ns0:v>-41.0786493906</ns0:v>
                </ns0:pt>
                <ns0:pt idx="781">
                  <ns0:v>-32.0819757077</ns0:v>
                </ns0:pt>
                <ns0:pt idx="782">
                  <ns0:v>-19.2789763033</ns0:v>
                </ns0:pt>
                <ns0:pt idx="783">
                  <ns0:v>9.76919588563</ns0:v>
                </ns0:pt>
                <ns0:pt idx="784">
                  <ns0:v>36.8379510222</ns0:v>
                </ns0:pt>
                <ns0:pt idx="785">
                  <ns0:v>35.5280828646</ns0:v>
                </ns0:pt>
                <ns0:pt idx="786">
                  <ns0:v>16.6040908338</ns0:v>
                </ns0:pt>
                <ns0:pt idx="787">
                  <ns0:v>-4.11258982233</ns0:v>
                </ns0:pt>
                <ns0:pt idx="788">
                  <ns0:v>-28.3044047501</ns0:v>
                </ns0:pt>
                <ns0:pt idx="789">
                  <ns0:v>-43.4681987953</ns0:v>
                </ns0:pt>
                <ns0:pt idx="790">
                  <ns0:v>-29.3347571995</ns0:v>
                </ns0:pt>
                <ns0:pt idx="791">
                  <ns0:v>9.3562696546</ns0:v>
                </ns0:pt>
                <ns0:pt idx="792">
                  <ns0:v>51.4627048436</ns0:v>
                </ns0:pt>
                <ns0:pt idx="793">
                  <ns0:v>75.1908874104</ns0:v>
                </ns0:pt>
                <ns0:pt idx="794">
                  <ns0:v>62.3288335455</ns0:v>
                </ns0:pt>
                <ns0:pt idx="795">
                  <ns0:v>17.18420392</ns0:v>
                </ns0:pt>
                <ns0:pt idx="796">
                  <ns0:v>-35.4343995655</ns0:v>
                </ns0:pt>
                <ns0:pt idx="797">
                  <ns0:v>-77.1153400987</ns0:v>
                </ns0:pt>
                <ns0:pt idx="798">
                  <ns0:v>-94.1663456823</ns0:v>
                </ns0:pt>
                <ns0:pt idx="799">
                  <ns0:v>-73.5635135643</ns0:v>
                </ns0:pt>
                <ns0:pt idx="800">
                  <ns0:v>-23.1407708018</ns0:v>
                </ns0:pt>
                <ns0:pt idx="801">
                  <ns0:v>31.1701436598</ns0:v>
                </ns0:pt>
                <ns0:pt idx="802">
                  <ns0:v>65.9831413301</ns0:v>
                </ns0:pt>
                <ns0:pt idx="803">
                  <ns0:v>65.3641922034</ns0:v>
                </ns0:pt>
                <ns0:pt idx="804">
                  <ns0:v>32.8445971266</ns0:v>
                </ns0:pt>
                <ns0:pt idx="805">
                  <ns0:v>-3.46031666982</ns0:v>
                </ns0:pt>
                <ns0:pt idx="806">
                  <ns0:v>-21.8862290683</ns0:v>
                </ns0:pt>
                <ns0:pt idx="807">
                  <ns0:v>-24.885488623</ns0:v>
                </ns0:pt>
                <ns0:pt idx="808">
                  <ns0:v>-19.391636597</ns0:v>
                </ns0:pt>
                <ns0:pt idx="809">
                  <ns0:v>-8.06970011309</ns0:v>
                </ns0:pt>
                <ns0:pt idx="810">
                  <ns0:v>7.64026738306</ns0:v>
                </ns0:pt>
                <ns0:pt idx="811">
                  <ns0:v>26.3904491165</ns0:v>
                </ns0:pt>
                <ns0:pt idx="812">
                  <ns0:v>36.2179135667</ns0:v>
                </ns0:pt>
                <ns0:pt idx="813">
                  <ns0:v>23.178804831</ns0:v>
                </ns0:pt>
                <ns0:pt idx="814">
                  <ns0:v>-2.99416009515</ns0:v>
                </ns0:pt>
                <ns0:pt idx="815">
                  <ns0:v>-24.323992083</ns0:v>
                </ns0:pt>
                <ns0:pt idx="816">
                  <ns0:v>-41.9357394673</ns0:v>
                </ns0:pt>
                <ns0:pt idx="817">
                  <ns0:v>-55.0865931402</ns0:v>
                </ns0:pt>
                <ns0:pt idx="818">
                  <ns0:v>-50.4275902842</ns0:v>
                </ns0:pt>
                <ns0:pt idx="819">
                  <ns0:v>-30.7467740922</ns0:v>
                </ns0:pt>
                <ns0:pt idx="820">
                  <ns0:v>-9.77361258814</ns0:v>
                </ns0:pt>
                <ns0:pt idx="821">
                  <ns0:v>14.3800313293</ns0:v>
                </ns0:pt>
                <ns0:pt idx="822">
                  <ns0:v>44.8373384346</ns0:v>
                </ns0:pt>
                <ns0:pt idx="823">
                  <ns0:v>67.685857503</ns0:v>
                </ns0:pt>
                <ns0:pt idx="824">
                  <ns0:v>64.4222726455</ns0:v>
                </ns0:pt>
                <ns0:pt idx="825">
                  <ns0:v>26.9200988786</ns0:v>
                </ns0:pt>
                <ns0:pt idx="826">
                  <ns0:v>-32.566133219</ns0:v>
                </ns0:pt>
                <ns0:pt idx="827">
                  <ns0:v>-82.7801661063</ns0:v>
                </ns0:pt>
                <ns0:pt idx="828">
                  <ns0:v>-99.3043372936</ns0:v>
                </ns0:pt>
                <ns0:pt idx="829">
                  <ns0:v>-77.0693128156</ns0:v>
                </ns0:pt>
                <ns0:pt idx="830">
                  <ns0:v>-20.337624764</ns0:v>
                </ns0:pt>
                <ns0:pt idx="831">
                  <ns0:v>49.655989347</ns0:v>
                </ns0:pt>
                <ns0:pt idx="832">
                  <ns0:v>94.9911855581</ns0:v>
                </ns0:pt>
                <ns0:pt idx="833">
                  <ns0:v>93.4966453025</ns0:v>
                </ns0:pt>
                <ns0:pt idx="834">
                  <ns0:v>46.6234358485</ns0:v>
                </ns0:pt>
                <ns0:pt idx="835">
                  <ns0:v>-36.9228696754</ns0:v>
                </ns0:pt>
                <ns0:pt idx="836">
                  <ns0:v>-124.598324702</ns0:v>
                </ns0:pt>
                <ns0:pt idx="837">
                  <ns0:v>-156.351248014</ns0:v>
                </ns0:pt>
                <ns0:pt idx="838">
                  <ns0:v>-102.32425898</ns0:v>
                </ns0:pt>
                <ns0:pt idx="839">
                  <ns0:v>8.77252146431</ns0:v>
                </ns0:pt>
                <ns0:pt idx="840">
                  <ns0:v>129.886420811</ns0:v>
                </ns0:pt>
                <ns0:pt idx="841">
                  <ns0:v>212.135326149</ns0:v>
                </ns0:pt>
                <ns0:pt idx="842">
                  <ns0:v>203.088132738</ns0:v>
                </ns0:pt>
                <ns0:pt idx="843">
                  <ns0:v>96.271614046</ns0:v>
                </ns0:pt>
                <ns0:pt idx="844">
                  <ns0:v>-51.9963609019</ns0:v>
                </ns0:pt>
                <ns0:pt idx="845">
                  <ns0:v>-174.63748045</ns0:v>
                </ns0:pt>
                <ns0:pt idx="846">
                  <ns0:v>-212.103834985</ns0:v>
                </ns0:pt>
                <ns0:pt idx="847">
                  <ns0:v>-136.689109607</ns0:v>
                </ns0:pt>
                <ns0:pt idx="848">
                  <ns0:v>-2.50011361805</ns0:v>
                </ns0:pt>
                <ns0:pt idx="849">
                  <ns0:v>109.830458868</ns0:v>
                </ns0:pt>
                <ns0:pt idx="850">
                  <ns0:v>165.388582542</ns0:v>
                </ns0:pt>
                <ns0:pt idx="851">
                  <ns0:v>147.262433816</ns0:v>
                </ns0:pt>
                <ns0:pt idx="852">
                  <ns0:v>53.5167948952</ns0:v>
                </ns0:pt>
                <ns0:pt idx="853">
                  <ns0:v>-71.4320979135</ns0:v>
                </ns0:pt>
                <ns0:pt idx="854">
                  <ns0:v>-161.626921812</ns0:v>
                </ns0:pt>
                <ns0:pt idx="855">
                  <ns0:v>-172.780130806</ns0:v>
                </ns0:pt>
                <ns0:pt idx="856">
                  <ns0:v>-99.3933970755</ns0:v>
                </ns0:pt>
                <ns0:pt idx="857">
                  <ns0:v>18.3684329528</ns0:v>
                </ns0:pt>
                <ns0:pt idx="858">
                  <ns0:v>112.350447647</ns0:v>
                </ns0:pt>
                <ns0:pt idx="859">
                  <ns0:v>130.292437282</ns0:v>
                </ns0:pt>
                <ns0:pt idx="860">
                  <ns0:v>68.2942456504</ns0:v>
                </ns0:pt>
                <ns0:pt idx="861">
                  <ns0:v>-26.2023712907</ns0:v>
                </ns0:pt>
                <ns0:pt idx="862">
                  <ns0:v>-92.3578623229</ns0:v>
                </ns0:pt>
                <ns0:pt idx="863">
                  <ns0:v>-100.056181249</ns0:v>
                </ns0:pt>
                <ns0:pt idx="864">
                  <ns0:v>-59.8362436851</ns0:v>
                </ns0:pt>
                <ns0:pt idx="865">
                  <ns0:v>-0.748521491041</ns0:v>
                </ns0:pt>
                <ns0:pt idx="866">
                  <ns0:v>54.8719791082</ns0:v>
                </ns0:pt>
                <ns0:pt idx="867">
                  <ns0:v>88.7734928239</ns0:v>
                </ns0:pt>
                <ns0:pt idx="868">
                  <ns0:v>84.3700328978</ns0:v>
                </ns0:pt>
                <ns0:pt idx="869">
                  <ns0:v>37.8915623363</ns0:v>
                </ns0:pt>
                <ns0:pt idx="870">
                  <ns0:v>-35.6252454853</ns0:v>
                </ns0:pt>
                <ns0:pt idx="871">
                  <ns0:v>-98.4919116717</ns0:v>
                </ns0:pt>
                <ns0:pt idx="872">
                  <ns0:v>-108.521670444</ns0:v>
                </ns0:pt>
                <ns0:pt idx="873">
                  <ns0:v>-57.7946672659</ns0:v>
                </ns0:pt>
                <ns0:pt idx="874">
                  <ns0:v>20.5017808438</ns0:v>
                </ns0:pt>
                <ns0:pt idx="875">
                  <ns0:v>81.1335085352</ns0:v>
                </ns0:pt>
                <ns0:pt idx="876">
                  <ns0:v>88.3197913288</ns0:v>
                </ns0:pt>
                <ns0:pt idx="877">
                  <ns0:v>35.5235667836</ns0:v>
                </ns0:pt>
                <ns0:pt idx="878">
                  <ns0:v>-44.149912692</ns0:v>
                </ns0:pt>
                <ns0:pt idx="879">
                  <ns0:v>-106.056760448</ns0:v>
                </ns0:pt>
                <ns0:pt idx="880">
                  <ns0:v>-113.616370098</ns0:v>
                </ns0:pt>
                <ns0:pt idx="881">
                  <ns0:v>-47.3138816229</ns0:v>
                </ns0:pt>
                <ns0:pt idx="882">
                  <ns0:v>59.3237686753</ns0:v>
                </ns0:pt>
                <ns0:pt idx="883">
                  <ns0:v>134.337697907</ns0:v>
                </ns0:pt>
                <ns0:pt idx="884">
                  <ns0:v>138.346481791</ns0:v>
                </ns0:pt>
                <ns0:pt idx="885">
                  <ns0:v>80.9181112933</ns0:v>
                </ns0:pt>
                <ns0:pt idx="886">
                  <ns0:v>-4.76170703623</ns0:v>
                </ns0:pt>
                <ns0:pt idx="887">
                  <ns0:v>-72.1929503954</ns0:v>
                </ns0:pt>
                <ns0:pt idx="888">
                  <ns0:v>-88.985513883</ns0:v>
                </ns0:pt>
                <ns0:pt idx="889">
                  <ns0:v>-64.8723245326</ns0:v>
                </ns0:pt>
                <ns0:pt idx="890">
                  <ns0:v>-20.3288601182</ns0:v>
                </ns0:pt>
                <ns0:pt idx="891">
                  <ns0:v>34.9754116719</ns0:v>
                </ns0:pt>
                <ns0:pt idx="892">
                  <ns0:v>69.9374550563</ns0:v>
                </ns0:pt>
                <ns0:pt idx="893">
                  <ns0:v>56.1828286955</ns0:v>
                </ns0:pt>
                <ns0:pt idx="894">
                  <ns0:v>16.4520433519</ns0:v>
                </ns0:pt>
                <ns0:pt idx="895">
                  <ns0:v>-13.9116674777</ns0:v>
                </ns0:pt>
                <ns0:pt idx="896">
                  <ns0:v>-23.6442689793</ns0:v>
                </ns0:pt>
                <ns0:pt idx="897">
                  <ns0:v>-6.9827368397</ns0:v>
                </ns0:pt>
                <ns0:pt idx="898">
                  <ns0:v>23.2063326734</ns0:v>
                </ns0:pt>
                <ns0:pt idx="899">
                  <ns0:v>30.8550558232</ns0:v>
                </ns0:pt>
                <ns0:pt idx="900">
                  <ns0:v>8.73802047482</ns0:v>
                </ns0:pt>
                <ns0:pt idx="901">
                  <ns0:v>-17.0113943909</ns0:v>
                </ns0:pt>
                <ns0:pt idx="902">
                  <ns0:v>-26.2287431195</ns0:v>
                </ns0:pt>
                <ns0:pt idx="903">
                  <ns0:v>-3.48149288361</ns0:v>
                </ns0:pt>
                <ns0:pt idx="904">
                  <ns0:v>48.4350337836</ns0:v>
                </ns0:pt>
                <ns0:pt idx="905">
                  <ns0:v>82.2245565333</ns0:v>
                </ns0:pt>
                <ns0:pt idx="906">
                  <ns0:v>63.9416062738</ns0:v>
                </ns0:pt>
                <ns0:pt idx="907">
                  <ns0:v>23.0514800321</ns0:v>
                </ns0:pt>
                <ns0:pt idx="908">
                  <ns0:v>-5.83699951434</ns0:v>
                </ns0:pt>
                <ns0:pt idx="909">
                  <ns0:v>-20.9358596526</ns0:v>
                </ns0:pt>
                <ns0:pt idx="910">
                  <ns0:v>-17.4559503787</ns0:v>
                </ns0:pt>
                <ns0:pt idx="911">
                  <ns0:v>6.66731971111</ns0:v>
                </ns0:pt>
                <ns0:pt idx="912">
                  <ns0:v>25.3910006923</ns0:v>
                </ns0:pt>
                <ns0:pt idx="913">
                  <ns0:v>21.5452507171</ns0:v>
                </ns0:pt>
                <ns0:pt idx="914">
                  <ns0:v>9.76092437197</ns0:v>
                </ns0:pt>
                <ns0:pt idx="915">
                  <ns0:v>3.11839664024</ns0:v>
                </ns0:pt>
                <ns0:pt idx="916">
                  <ns0:v>0.621368590085</ns0:v>
                </ns0:pt>
                <ns0:pt idx="917">
                  <ns0:v>5.63656813613</ns0:v>
                </ns0:pt>
                <ns0:pt idx="918">
                  <ns0:v>19.9403219064</ns0:v>
                </ns0:pt>
                <ns0:pt idx="919">
                  <ns0:v>29.7876486256</ns0:v>
                </ns0:pt>
                <ns0:pt idx="920">
                  <ns0:v>22.5907242756</ns0:v>
                </ns0:pt>
                <ns0:pt idx="921">
                  <ns0:v>4.02479832492</ns0:v>
                </ns0:pt>
                <ns0:pt idx="922">
                  <ns0:v>-16.8454081353</ns0:v>
                </ns0:pt>
                <ns0:pt idx="923">
                  <ns0:v>-40.7980152715</ns0:v>
                </ns0:pt>
                <ns0:pt idx="924">
                  <ns0:v>-60.4306973564</ns0:v>
                </ns0:pt>
                <ns0:pt idx="925">
                  <ns0:v>-53.1788720297</ns0:v>
                </ns0:pt>
                <ns0:pt idx="926">
                  <ns0:v>-15.8220331304</ns0:v>
                </ns0:pt>
                <ns0:pt idx="927">
                  <ns0:v>21.3288247734</ns0:v>
                </ns0:pt>
                <ns0:pt idx="928">
                  <ns0:v>35.3179537571</ns0:v>
                </ns0:pt>
                <ns0:pt idx="929">
                  <ns0:v>35.2590840869</ns0:v>
                </ns0:pt>
                <ns0:pt idx="930">
                  <ns0:v>34.0736700327</ns0:v>
                </ns0:pt>
                <ns0:pt idx="931">
                  <ns0:v>25.6033483575</ns0:v>
                </ns0:pt>
                <ns0:pt idx="932">
                  <ns0:v>2.72154340312</ns0:v>
                </ns0:pt>
                <ns0:pt idx="933">
                  <ns0:v>-20.4286753388</ns0:v>
                </ns0:pt>
                <ns0:pt idx="934">
                  <ns0:v>-22.5523588057</ns0:v>
                </ns0:pt>
                <ns0:pt idx="935">
                  <ns0:v>-6.14110844486</ns0:v>
                </ns0:pt>
                <ns0:pt idx="936">
                  <ns0:v>6.90936113269</ns0:v>
                </ns0:pt>
                <ns0:pt idx="937">
                  <ns0:v>10.0519550929</ns0:v>
                </ns0:pt>
                <ns0:pt idx="938">
                  <ns0:v>11.7871030339</ns0:v>
                </ns0:pt>
                <ns0:pt idx="939">
                  <ns0:v>6.60800310628</ns0:v>
                </ns0:pt>
                <ns0:pt idx="940">
                  <ns0:v>-10.5981908568</ns0:v>
                </ns0:pt>
                <ns0:pt idx="941">
                  <ns0:v>-19.2205100561</ns0:v>
                </ns0:pt>
                <ns0:pt idx="942">
                  <ns0:v>-7.01643205764</ns0:v>
                </ns0:pt>
                <ns0:pt idx="943">
                  <ns0:v>1.76846229758</ns0:v>
                </ns0:pt>
                <ns0:pt idx="944">
                  <ns0:v>-10.5828038431</ns0:v>
                </ns0:pt>
                <ns0:pt idx="945">
                  <ns0:v>-29.0546881949</ns0:v>
                </ns0:pt>
                <ns0:pt idx="946">
                  <ns0:v>-42.9060194982</ns0:v>
                </ns0:pt>
                <ns0:pt idx="947">
                  <ns0:v>-53.7360920715</ns0:v>
                </ns0:pt>
                <ns0:pt idx="948">
                  <ns0:v>-46.0664731164</ns0:v>
                </ns0:pt>
                <ns0:pt idx="949">
                  <ns0:v>-3.93480062498</ns0:v>
                </ns0:pt>
                <ns0:pt idx="950">
                  <ns0:v>53.3089095929</ns0:v>
                </ns0:pt>
                <ns0:pt idx="951">
                  <ns0:v>90.495140331</ns0:v>
                </ns0:pt>
                <ns0:pt idx="952">
                  <ns0:v>90.4543102745</ns0:v>
                </ns0:pt>
                <ns0:pt idx="953">
                  <ns0:v>53.6155502576</ns0:v>
                </ns0:pt>
                <ns0:pt idx="954">
                  <ns0:v>-5.00019446805</ns0:v>
                </ns0:pt>
                <ns0:pt idx="955">
                  <ns0:v>-55.5873173148</ns0:v>
                </ns0:pt>
                <ns0:pt idx="956">
                  <ns0:v>-69.4543343044</ns0:v>
                </ns0:pt>
                <ns0:pt idx="957">
                  <ns0:v>-37.8273842431</ns0:v>
                </ns0:pt>
                <ns0:pt idx="958">
                  <ns0:v>18.7261090395</ns0:v>
                </ns0:pt>
                <ns0:pt idx="959">
                  <ns0:v>57.9427396081</ns0:v>
                </ns0:pt>
                <ns0:pt idx="960">
                  <ns0:v>50.1799874273</ns0:v>
                </ns0:pt>
                <ns0:pt idx="961">
                  <ns0:v>7.25736634909</ns0:v>
                </ns0:pt>
                <ns0:pt idx="962">
                  <ns0:v>-35.3664515358</ns0:v>
                </ns0:pt>
                <ns0:pt idx="963">
                  <ns0:v>-54.9943924608</ns0:v>
                </ns0:pt>
                <ns0:pt idx="964">
                  <ns0:v>-49.4137593748</ns0:v>
                </ns0:pt>
                <ns0:pt idx="965">
                  <ns0:v>-26.6981077393</ns0:v>
                </ns0:pt>
                <ns0:pt idx="966">
                  <ns0:v>4.18199576146</ns0:v>
                </ns0:pt>
                <ns0:pt idx="967">
                  <ns0:v>36.9490674576</ns0:v>
                </ns0:pt>
                <ns0:pt idx="968">
                  <ns0:v>58.8083719377</ns0:v>
                </ns0:pt>
                <ns0:pt idx="969">
                  <ns0:v>54.5268311577</ns0:v>
                </ns0:pt>
                <ns0:pt idx="970">
                  <ns0:v>30.2407237676</ns0:v>
                </ns0:pt>
                <ns0:pt idx="971">
                  <ns0:v>5.95057785041</ns0:v>
                </ns0:pt>
                <ns0:pt idx="972">
                  <ns0:v>-17.7774032735</ns0:v>
                </ns0:pt>
                <ns0:pt idx="973">
                  <ns0:v>-48.6020557242</ns0:v>
                </ns0:pt>
                <ns0:pt idx="974">
                  <ns0:v>-71.8335322306</ns0:v>
                </ns0:pt>
                <ns0:pt idx="975">
                  <ns0:v>-65.6555242829</ns0:v>
                </ns0:pt>
                <ns0:pt idx="976">
                  <ns0:v>-28.5337182041</ns0:v>
                </ns0:pt>
                <ns0:pt idx="977">
                  <ns0:v>26.0576724454</ns0:v>
                </ns0:pt>
                <ns0:pt idx="978">
                  <ns0:v>77.1041806998</ns0:v>
                </ns0:pt>
                <ns0:pt idx="979">
                  <ns0:v>95.681276793</ns0:v>
                </ns0:pt>
                <ns0:pt idx="980">
                  <ns0:v>65.5137498512</ns0:v>
                </ns0:pt>
                <ns0:pt idx="981">
                  <ns0:v>4.24429586979</ns0:v>
                </ns0:pt>
                <ns0:pt idx="982">
                  <ns0:v>-53.5929908027</ns0:v>
                </ns0:pt>
                <ns0:pt idx="983">
                  <ns0:v>-84.4385164971</ns0:v>
                </ns0:pt>
                <ns0:pt idx="984">
                  <ns0:v>-76.4469558124</ns0:v>
                </ns0:pt>
                <ns0:pt idx="985">
                  <ns0:v>-25.2542612585</ns0:v>
                </ns0:pt>
                <ns0:pt idx="986">
                  <ns0:v>49.7172134817</ns0:v>
                </ns0:pt>
                <ns0:pt idx="987">
                  <ns0:v>100.511197764</ns0:v>
                </ns0:pt>
                <ns0:pt idx="988">
                  <ns0:v>90.0903083439</ns0:v>
                </ns0:pt>
                <ns0:pt idx="989">
                  <ns0:v>31.3286953298</ns0:v>
                </ns0:pt>
                <ns0:pt idx="990">
                  <ns0:v>-33.3335726147</ns0:v>
                </ns0:pt>
                <ns0:pt idx="991">
                  <ns0:v>-74.7684439429</ns0:v>
                </ns0:pt>
                <ns0:pt idx="992">
                  <ns0:v>-80.1334761952</ns0:v>
                </ns0:pt>
                <ns0:pt idx="993">
                  <ns0:v>-41.4554759813</ns0:v>
                </ns0:pt>
                <ns0:pt idx="994">
                  <ns0:v>31.0225236241</ns0:v>
                </ns0:pt>
                <ns0:pt idx="995">
                  <ns0:v>97.5895920257</ns0:v>
                </ns0:pt>
                <ns0:pt idx="996">
                  <ns0:v>109.794368359</ns0:v>
                </ns0:pt>
                <ns0:pt idx="997">
                  <ns0:v>53.9374839294</ns0:v>
                </ns0:pt>
                <ns0:pt idx="998">
                  <ns0:v>-31.3814255579</ns0:v>
                </ns0:pt>
                <ns0:pt idx="999">
                  <ns0:v>-94.948656398</ns0:v>
                </ns0:pt>
                <ns0:pt idx="1000">
                  <ns0:v>-111.337845808</ns0:v>
                </ns0:pt>
                <ns0:pt idx="1001">
                  <ns0:v>-75.4294387668</ns0:v>
                </ns0:pt>
                <ns0:pt idx="1002">
                  <ns0:v>-0.171924791939</ns0:v>
                </ns0:pt>
                <ns0:pt idx="1003">
                  <ns0:v>78.8641394215</ns0:v>
                </ns0:pt>
                <ns0:pt idx="1004">
                  <ns0:v>125.322849778</ns0:v>
                </ns0:pt>
                <ns0:pt idx="1005">
                  <ns0:v>125.006437253</ns0:v>
                </ns0:pt>
                <ns0:pt idx="1006">
                  <ns0:v>84.3430868224</ns0:v>
                </ns0:pt>
                <ns0:pt idx="1007">
                  <ns0:v>23.5116368317</ns0:v>
                </ns0:pt>
                <ns0:pt idx="1008">
                  <ns0:v>-29.7728954855</ns0:v>
                </ns0:pt>
                <ns0:pt idx="1009">
                  <ns0:v>-56.8460974067</ns0:v>
                </ns0:pt>
                <ns0:pt idx="1010">
                  <ns0:v>-56.603720247</ns0:v>
                </ns0:pt>
                <ns0:pt idx="1011">
                  <ns0:v>-36.4990939989</ns0:v>
                </ns0:pt>
                <ns0:pt idx="1012">
                  <ns0:v>-7.12271923544</ns0:v>
                </ns0:pt>
                <ns0:pt idx="1013">
                  <ns0:v>25.2360997047</ns0:v>
                </ns0:pt>
                <ns0:pt idx="1014">
                  <ns0:v>60.6646670957</ns0:v>
                </ns0:pt>
                <ns0:pt idx="1015">
                  <ns0:v>84.2779643649</ns0:v>
                </ns0:pt>
                <ns0:pt idx="1016">
                  <ns0:v>66.7270795925</ns0:v>
                </ns0:pt>
                <ns0:pt idx="1017">
                  <ns0:v>9.77548520125</ns0:v>
                </ns0:pt>
                <ns0:pt idx="1018">
                  <ns0:v>-46.913017255</ns0:v>
                </ns0:pt>
                <ns0:pt idx="1019">
                  <ns0:v>-74.2371504068</ns0:v>
                </ns0:pt>
                <ns0:pt idx="1020">
                  <ns0:v>-63.4591591469</ns0:v>
                </ns0:pt>
                <ns0:pt idx="1021">
                  <ns0:v>-9.65675207592</ns0:v>
                </ns0:pt>
                <ns0:pt idx="1022">
                  <ns0:v>63.8695767424</ns0:v>
                </ns0:pt>
                <ns0:pt idx="1023">
                  <ns0:v>100.932997688</ns0:v>
                </ns0:pt>
                <ns0:pt idx="1024">
                  <ns0:v>71.4520627841</ns0:v>
                </ns0:pt>
                <ns0:pt idx="1025">
                  <ns0:v>2.44780776298</ns0:v>
                </ns0:pt>
                <ns0:pt idx="1026">
                  <ns0:v>-65.1196399976</ns0:v>
                </ns0:pt>
                <ns0:pt idx="1027">
                  <ns0:v>-110.979438618</ns0:v>
                </ns0:pt>
                <ns0:pt idx="1028">
                  <ns0:v>-121.720234388</ns0:v>
                </ns0:pt>
                <ns0:pt idx="1029">
                  <ns0:v>-85.1498301433</ns0:v>
                </ns0:pt>
                <ns0:pt idx="1030">
                  <ns0:v>-9.82297039367</ns0:v>
                </ns0:pt>
                <ns0:pt idx="1031">
                  <ns0:v>67.163299605</ns0:v>
                </ns0:pt>
                <ns0:pt idx="1032">
                  <ns0:v>102.022298236</ns0:v>
                </ns0:pt>
                <ns0:pt idx="1033">
                  <ns0:v>80.162743967</ns0:v>
                </ns0:pt>
                <ns0:pt idx="1034">
                  <ns0:v>24.6139656316</ns0:v>
                </ns0:pt>
                <ns0:pt idx="1035">
                  <ns0:v>-32.7405800759</ns0:v>
                </ns0:pt>
                <ns0:pt idx="1036">
                  <ns0:v>-67.0366833479</ns0:v>
                </ns0:pt>
                <ns0:pt idx="1037">
                  <ns0:v>-53.766246192</ns0:v>
                </ns0:pt>
                <ns0:pt idx="1038">
                  <ns0:v>7.85848912295</ns0:v>
                </ns0:pt>
                <ns0:pt idx="1039">
                  <ns0:v>74.8702311551</ns0:v>
                </ns0:pt>
                <ns0:pt idx="1040">
                  <ns0:v>100.210670756</ns0:v>
                </ns0:pt>
                <ns0:pt idx="1041">
                  <ns0:v>75.2070758982</ns0:v>
                </ns0:pt>
                <ns0:pt idx="1042">
                  <ns0:v>21.3467268687</ns0:v>
                </ns0:pt>
                <ns0:pt idx="1043">
                  <ns0:v>-33.6268954871</ns0:v>
                </ns0:pt>
                <ns0:pt idx="1044">
                  <ns0:v>-65.0125588662</ns0:v>
                </ns0:pt>
                <ns0:pt idx="1045">
                  <ns0:v>-56.8862296651</ns0:v>
                </ns0:pt>
                <ns0:pt idx="1046">
                  <ns0:v>-9.80097390443</ns0:v>
                </ns0:pt>
                <ns0:pt idx="1047">
                  <ns0:v>54.0885129161</ns0:v>
                </ns0:pt>
                <ns0:pt idx="1048">
                  <ns0:v>94.3791692899</ns0:v>
                </ns0:pt>
                <ns0:pt idx="1049">
                  <ns0:v>81.761840066</ns0:v>
                </ns0:pt>
                <ns0:pt idx="1050">
                  <ns0:v>27.8587840694</ns0:v>
                </ns0:pt>
                <ns0:pt idx="1051">
                  <ns0:v>-34.2196720792</ns0:v>
                </ns0:pt>
                <ns0:pt idx="1052">
                  <ns0:v>-79.4380813719</ns0:v>
                </ns0:pt>
                <ns0:pt idx="1053">
                  <ns0:v>-84.8756352134</ns0:v>
                </ns0:pt>
                <ns0:pt idx="1054">
                  <ns0:v>-39.181577357</ns0:v>
                </ns0:pt>
                <ns0:pt idx="1055">
                  <ns0:v>31.2712072892</ns0:v>
                </ns0:pt>
                <ns0:pt idx="1056">
                  <ns0:v>84.3451941837</ns0:v>
                </ns0:pt>
                <ns0:pt idx="1057">
                  <ns0:v>96.8012143874</ns0:v>
                </ns0:pt>
                <ns0:pt idx="1058">
                  <ns0:v>62.9715438012</ns0:v>
                </ns0:pt>
                <ns0:pt idx="1059">
                  <ns0:v>-1.50936054334</ns0:v>
                </ns0:pt>
                <ns0:pt idx="1060">
                  <ns0:v>-59.0693237435</ns0:v>
                </ns0:pt>
                <ns0:pt idx="1061">
                  <ns0:v>-81.9088949873</ns0:v>
                </ns0:pt>
                <ns0:pt idx="1062">
                  <ns0:v>-65.9395259899</ns0:v>
                </ns0:pt>
                <ns0:pt idx="1063">
                  <ns0:v>-16.1637769646</ns0:v>
                </ns0:pt>
                <ns0:pt idx="1064">
                  <ns0:v>47.2836238265</ns0:v>
                </ns0:pt>
                <ns0:pt idx="1065">
                  <ns0:v>84.6218612207</ns0:v>
                </ns0:pt>
                <ns0:pt idx="1066">
                  <ns0:v>70.8902283571</ns0:v>
                </ns0:pt>
                <ns0:pt idx="1067">
                  <ns0:v>18.9049118974</ns0:v>
                </ns0:pt>
                <ns0:pt idx="1068">
                  <ns0:v>-38.4346115423</ns0:v>
                </ns0:pt>
                <ns0:pt idx="1069">
                  <ns0:v>-69.0815650421</ns0:v>
                </ns0:pt>
                <ns0:pt idx="1070">
                  <ns0:v>-58.0822911847</ns0:v>
                </ns0:pt>
                <ns0:pt idx="1071">
                  <ns0:v>-18.1573202668</ns0:v>
                </ns0:pt>
                <ns0:pt idx="1072">
                  <ns0:v>24.6972867084</ns0:v>
                </ns0:pt>
                <ns0:pt idx="1073">
                  <ns0:v>52.1685908127</ns0:v>
                </ns0:pt>
                <ns0:pt idx="1074">
                  <ns0:v>57.0560932934</ns0:v>
                </ns0:pt>
                <ns0:pt idx="1075">
                  <ns0:v>43.2872907249</ns0:v>
                </ns0:pt>
                <ns0:pt idx="1076">
                  <ns0:v>18.145838022</ns0:v>
                </ns0:pt>
                <ns0:pt idx="1077">
                  <ns0:v>-14.4817830875</ns0:v>
                </ns0:pt>
                <ns0:pt idx="1078">
                  <ns0:v>-40.5262011279</ns0:v>
                </ns0:pt>
                <ns0:pt idx="1079">
                  <ns0:v>-42.7536228486</ns0:v>
                </ns0:pt>
                <ns0:pt idx="1080">
                  <ns0:v>-29.8213255794</ns0:v>
                </ns0:pt>
                <ns0:pt idx="1081">
                  <ns0:v>-20.2727837894</ns0:v>
                </ns0:pt>
                <ns0:pt idx="1082">
                  <ns0:v>-10.8797618196</ns0:v>
                </ns0:pt>
                <ns0:pt idx="1083">
                  <ns0:v>3.54121667166</ns0:v>
                </ns0:pt>
                <ns0:pt idx="1084">
                  <ns0:v>14.8257771731</ns0:v>
                </ns0:pt>
                <ns0:pt idx="1085">
                  <ns0:v>27.0501122686</ns0:v>
                </ns0:pt>
                <ns0:pt idx="1086">
                  <ns0:v>50.9923593312</ns0:v>
                </ns0:pt>
                <ns0:pt idx="1087">
                  <ns0:v>71.5752577351</ns0:v>
                </ns0:pt>
                <ns0:pt idx="1088">
                  <ns0:v>62.9448598702</ns0:v>
                </ns0:pt>
                <ns0:pt idx="1089">
                  <ns0:v>26.6664038515</ns0:v>
                </ns0:pt>
                <ns0:pt idx="1090">
                  <ns0:v>-16.8211554857</ns0:v>
                </ns0:pt>
                <ns0:pt idx="1091">
                  <ns0:v>-60.9611926414</ns0:v>
                </ns0:pt>
                <ns0:pt idx="1092">
                  <ns0:v>-104.29727176</ns0:v>
                </ns0:pt>
                <ns0:pt idx="1093">
                  <ns0:v>-118.109325997</ns0:v>
                </ns0:pt>
                <ns0:pt idx="1094">
                  <ns0:v>-71.6481220458</ns0:v>
                </ns0:pt>
                <ns0:pt idx="1095">
                  <ns0:v>10.7931843513</ns0:v>
                </ns0:pt>
                <ns0:pt idx="1096">
                  <ns0:v>75.7289580225</ns0:v>
                </ns0:pt>
                <ns0:pt idx="1097">
                  <ns0:v>106.539337036</ns0:v>
                </ns0:pt>
                <ns0:pt idx="1098">
                  <ns0:v>105.67667478</ns0:v>
                </ns0:pt>
                <ns0:pt idx="1099">
                  <ns0:v>62.1336160465</ns0:v>
                </ns0:pt>
                <ns0:pt idx="1100">
                  <ns0:v>-12.5804861251</ns0:v>
                </ns0:pt>
                <ns0:pt idx="1101">
                  <ns0:v>-73.7430942604</ns0:v>
                </ns0:pt>
                <ns0:pt idx="1102">
                  <ns0:v>-91.85860895</ns0:v>
                </ns0:pt>
                <ns0:pt idx="1103">
                  <ns0:v>-67.9974332499</ns0:v>
                </ns0:pt>
                <ns0:pt idx="1104">
                  <ns0:v>-17.008819145</ns0:v>
                </ns0:pt>
                <ns0:pt idx="1105">
                  <ns0:v>36.8979901355</ns0:v>
                </ns0:pt>
                <ns0:pt idx="1106">
                  <ns0:v>74.0709396096</ns0:v>
                </ns0:pt>
                <ns0:pt idx="1107">
                  <ns0:v>87.4469731284</ns0:v>
                </ns0:pt>
                <ns0:pt idx="1108">
                  <ns0:v>69.970235455</ns0:v>
                </ns0:pt>
                <ns0:pt idx="1109">
                  <ns0:v>24.2930912808</ns0:v>
                </ns0:pt>
                <ns0:pt idx="1110">
                  <ns0:v>-23.6889656649</ns0:v>
                </ns0:pt>
                <ns0:pt idx="1111">
                  <ns0:v>-51.5769836637</ns0:v>
                </ns0:pt>
                <ns0:pt idx="1112">
                  <ns0:v>-57.9253252731</ns0:v>
                </ns0:pt>
                <ns0:pt idx="1113">
                  <ns0:v>-43.9864855669</ns0:v>
                </ns0:pt>
                <ns0:pt idx="1114">
                  <ns0:v>-14.5715814933</ns0:v>
                </ns0:pt>
                <ns0:pt idx="1115">
                  <ns0:v>14.6744607946</ns0:v>
                </ns0:pt>
                <ns0:pt idx="1116">
                  <ns0:v>30.8345698871</ns0:v>
                </ns0:pt>
                <ns0:pt idx="1117">
                  <ns0:v>27.5404027758</ns0:v>
                </ns0:pt>
                <ns0:pt idx="1118">
                  <ns0:v>6.80217041637</ns0:v>
                </ns0:pt>
                <ns0:pt idx="1119">
                  <ns0:v>-11.3915879147</ns0:v>
                </ns0:pt>
                <ns0:pt idx="1120">
                  <ns0:v>-8.57064721783</ns0:v>
                </ns0:pt>
                <ns0:pt idx="1121">
                  <ns0:v>5.77373570323</ns0:v>
                </ns0:pt>
                <ns0:pt idx="1122">
                  <ns0:v>16.0250311596</ns0:v>
                </ns0:pt>
                <ns0:pt idx="1123">
                  <ns0:v>25.3962365959</ns0:v>
                </ns0:pt>
                <ns0:pt idx="1124">
                  <ns0:v>34.1093141434</ns0:v>
                </ns0:pt>
                <ns0:pt idx="1125">
                  <ns0:v>24.5453783564</ns0:v>
                </ns0:pt>
                <ns0:pt idx="1126">
                  <ns0:v>-9.20727873282</ns0:v>
                </ns0:pt>
                <ns0:pt idx="1127">
                  <ns0:v>-39.1925363874</ns0:v>
                </ns0:pt>
                <ns0:pt idx="1128">
                  <ns0:v>-35.2841081285</ns0:v>
                </ns0:pt>
                <ns0:pt idx="1129">
                  <ns0:v>-4.56153189339</ns0:v>
                </ns0:pt>
                <ns0:pt idx="1130">
                  <ns0:v>27.2441468949</ns0:v>
                </ns0:pt>
                <ns0:pt idx="1131">
                  <ns0:v>47.1063411908</ns0:v>
                </ns0:pt>
                <ns0:pt idx="1132">
                  <ns0:v>39.9564282396</ns0:v>
                </ns0:pt>
                <ns0:pt idx="1133">
                  <ns0:v>-8.5435792024</ns0:v>
                </ns0:pt>
                <ns0:pt idx="1134">
                  <ns0:v>-70.6442778691</ns0:v>
                </ns0:pt>
                <ns0:pt idx="1135">
                  <ns0:v>-94.7968270116</ns0:v>
                </ns0:pt>
                <ns0:pt idx="1136">
                  <ns0:v>-68.1543406087</ns0:v>
                </ns0:pt>
                <ns0:pt idx="1137">
                  <ns0:v>-16.1199779085</ns0:v>
                </ns0:pt>
                <ns0:pt idx="1138">
                  <ns0:v>32.0625410348</ns0:v>
                </ns0:pt>
                <ns0:pt idx="1139">
                  <ns0:v>53.0223901183</ns0:v>
                </ns0:pt>
                <ns0:pt idx="1140">
                  <ns0:v>43.4740137801</ns0:v>
                </ns0:pt>
                <ns0:pt idx="1141">
                  <ns0:v>22.6289538387</ns0:v>
                </ns0:pt>
                <ns0:pt idx="1142">
                  <ns0:v>-0.0255741149653</ns0:v>
                </ns0:pt>
                <ns0:pt idx="1143">
                  <ns0:v>-26.0816930328</ns0:v>
                </ns0:pt>
                <ns0:pt idx="1144">
                  <ns0:v>-41.9376153035</ns0:v>
                </ns0:pt>
                <ns0:pt idx="1145">
                  <ns0:v>-35.8329164523</ns0:v>
                </ns0:pt>
                <ns0:pt idx="1146">
                  <ns0:v>-19.7292043858</ns0:v>
                </ns0:pt>
                <ns0:pt idx="1147">
                  <ns0:v>-8.18590419008</ns0:v>
                </ns0:pt>
                <ns0:pt idx="1148">
                  <ns0:v>-0.897662823519</ns0:v>
                </ns0:pt>
                <ns0:pt idx="1149">
                  <ns0:v>10.6710293827</ns0:v>
                </ns0:pt>
                <ns0:pt idx="1150">
                  <ns0:v>28.5492276951</ns0:v>
                </ns0:pt>
                <ns0:pt idx="1151">
                  <ns0:v>35.2770259336</ns0:v>
                </ns0:pt>
                <ns0:pt idx="1152">
                  <ns0:v>12.8590735844</ns0:v>
                </ns0:pt>
                <ns0:pt idx="1153">
                  <ns0:v>-24.6992404358</ns0:v>
                </ns0:pt>
                <ns0:pt idx="1154">
                  <ns0:v>-47.8630659735</ns0:v>
                </ns0:pt>
                <ns0:pt idx="1155">
                  <ns0:v>-45.717800184</ns0:v>
                </ns0:pt>
                <ns0:pt idx="1156">
                  <ns0:v>-23.8712548279</ns0:v>
                </ns0:pt>
                <ns0:pt idx="1157">
                  <ns0:v>4.8402944737</ns0:v>
                </ns0:pt>
                <ns0:pt idx="1158">
                  <ns0:v>26.3500058303</ns0:v>
                </ns0:pt>
                <ns0:pt idx="1159">
                  <ns0:v>41.4746232623</ns0:v>
                </ns0:pt>
                <ns0:pt idx="1160">
                  <ns0:v>57.9249385028</ns0:v>
                </ns0:pt>
                <ns0:pt idx="1161">
                  <ns0:v>66.3984730578</ns0:v>
                </ns0:pt>
                <ns0:pt idx="1162">
                  <ns0:v>50.7849386905</ns0:v>
                </ns0:pt>
                <ns0:pt idx="1163">
                  <ns0:v>10.0146854723</ns0:v>
                </ns0:pt>
                <ns0:pt idx="1164">
                  <ns0:v>-41.3917786651</ns0:v>
                </ns0:pt>
                <ns0:pt idx="1165">
                  <ns0:v>-77.9353141886</ns0:v>
                </ns0:pt>
                <ns0:pt idx="1166">
                  <ns0:v>-78.2045090375</ns0:v>
                </ns0:pt>
                <ns0:pt idx="1167">
                  <ns0:v>-44.7814834244</ns0:v>
                </ns0:pt>
                <ns0:pt idx="1168">
                  <ns0:v>5.51089839203</ns0:v>
                </ns0:pt>
                <ns0:pt idx="1169">
                  <ns0:v>56.3104629107</ns0:v>
                </ns0:pt>
                <ns0:pt idx="1170">
                  <ns0:v>82.1465787963</ns0:v>
                </ns0:pt>
                <ns0:pt idx="1171">
                  <ns0:v>58.3248300359</ns0:v>
                </ns0:pt>
                <ns0:pt idx="1172">
                  <ns0:v>-5.06380046349</ns0:v>
                </ns0:pt>
                <ns0:pt idx="1173">
                  <ns0:v>-64.3495657289</ns0:v>
                </ns0:pt>
                <ns0:pt idx="1174">
                  <ns0:v>-81.5567567</ns0:v>
                </ns0:pt>
                <ns0:pt idx="1175">
                  <ns0:v>-55.3297325598</ns0:v>
                </ns0:pt>
                <ns0:pt idx="1176">
                  <ns0:v>-14.9796129307</ns0:v>
                </ns0:pt>
                <ns0:pt idx="1177">
                  <ns0:v>16.9973857837</ns0:v>
                </ns0:pt>
                <ns0:pt idx="1178">
                  <ns0:v>41.1790474526</ns0:v>
                </ns0:pt>
                <ns0:pt idx="1179">
                  <ns0:v>57.6448351186</ns0:v>
                </ns0:pt>
                <ns0:pt idx="1180">
                  <ns0:v>57.0886641914</ns0:v>
                </ns0:pt>
                <ns0:pt idx="1181">
                  <ns0:v>32.8343337457</ns0:v>
                </ns0:pt>
                <ns0:pt idx="1182">
                  <ns0:v>-15.2407242792</ns0:v>
                </ns0:pt>
                <ns0:pt idx="1183">
                  <ns0:v>-73.0199218055</ns0:v>
                </ns0:pt>
                <ns0:pt idx="1184">
                  <ns0:v>-109.932296038</ns0:v>
                </ns0:pt>
                <ns0:pt idx="1185">
                  <ns0:v>-102.90662178</ns0:v>
                </ns0:pt>
                <ns0:pt idx="1186">
                  <ns0:v>-52.5383029777</ns0:v>
                </ns0:pt>
                <ns0:pt idx="1187">
                  <ns0:v>19.7728718325</ns0:v>
                </ns0:pt>
                <ns0:pt idx="1188">
                  <ns0:v>73.7164678078</ns0:v>
                </ns0:pt>
                <ns0:pt idx="1189">
                  <ns0:v>75.0388984812</ns0:v>
                </ns0:pt>
                <ns0:pt idx="1190">
                  <ns0:v>33.3921242738</ns0:v>
                </ns0:pt>
                <ns0:pt idx="1191">
                  <ns0:v>-11.6012867402</ns0:v>
                </ns0:pt>
                <ns0:pt idx="1192">
                  <ns0:v>-34.7921185176</ns0:v>
                </ns0:pt>
                <ns0:pt idx="1193">
                  <ns0:v>-33.6456662042</ns0:v>
                </ns0:pt>
                <ns0:pt idx="1194">
                  <ns0:v>-17.6207800835</ns0:v>
                </ns0:pt>
                <ns0:pt idx="1195">
                  <ns0:v>2.24272171106</ns0:v>
                </ns0:pt>
                <ns0:pt idx="1196">
                  <ns0:v>24.5892456345</ns0:v>
                </ns0:pt>
                <ns0:pt idx="1197">
                  <ns0:v>41.8803641597</ns0:v>
                </ns0:pt>
                <ns0:pt idx="1198">
                  <ns0:v>38.5511347048</ns0:v>
                </ns0:pt>
                <ns0:pt idx="1199">
                  <ns0:v>26.4907558578</ns0:v>
                </ns0:pt>
                <ns0:pt idx="1200">
                  <ns0:v>28.1728179568</ns0:v>
                </ns0:pt>
                <ns0:pt idx="1201">
                  <ns0:v>28.5695326012</ns0:v>
                </ns0:pt>
                <ns0:pt idx="1202">
                  <ns0:v>7.10465652297</ns0:v>
                </ns0:pt>
                <ns0:pt idx="1203">
                  <ns0:v>-21.6975098483</ns0:v>
                </ns0:pt>
                <ns0:pt idx="1204">
                  <ns0:v>-44.0299596285</ns0:v>
                </ns0:pt>
                <ns0:pt idx="1205">
                  <ns0:v>-58.7078927613</ns0:v>
                </ns0:pt>
                <ns0:pt idx="1206">
                  <ns0:v>-50.0483684032</ns0:v>
                </ns0:pt>
                <ns0:pt idx="1207">
                  <ns0:v>-13.9895141425</ns0:v>
                </ns0:pt>
                <ns0:pt idx="1208">
                  <ns0:v>21.2815839983</ns0:v>
                </ns0:pt>
                <ns0:pt idx="1209">
                  <ns0:v>35.1982472597</ns0:v>
                </ns0:pt>
                <ns0:pt idx="1210">
                  <ns0:v>30.1495485668</ns0:v>
                </ns0:pt>
                <ns0:pt idx="1211">
                  <ns0:v>14.7765139115</ns0:v>
                </ns0:pt>
                <ns0:pt idx="1212">
                  <ns0:v>3.26889972665</ns0:v>
                </ns0:pt>
                <ns0:pt idx="1213">
                  <ns0:v>2.04659046708</ns0:v>
                </ns0:pt>
                <ns0:pt idx="1214">
                  <ns0:v>-2.02587998926</ns0:v>
                </ns0:pt>
                <ns0:pt idx="1215">
                  <ns0:v>-14.4852704669</ns0:v>
                </ns0:pt>
                <ns0:pt idx="1216">
                  <ns0:v>-25.9691901332</ns0:v>
                </ns0:pt>
                <ns0:pt idx="1217">
                  <ns0:v>-34.4547118831</ns0:v>
                </ns0:pt>
                <ns0:pt idx="1218">
                  <ns0:v>-35.7610835293</ns0:v>
                </ns0:pt>
                <ns0:pt idx="1219">
                  <ns0:v>-18.9097830551</ns0:v>
                </ns0:pt>
                <ns0:pt idx="1220">
                  <ns0:v>11.3065790151</ns0:v>
                </ns0:pt>
                <ns0:pt idx="1221">
                  <ns0:v>39.5852533306</ns0:v>
                </ns0:pt>
                <ns0:pt idx="1222">
                  <ns0:v>55.4482379204</ns0:v>
                </ns0:pt>
                <ns0:pt idx="1223">
                  <ns0:v>47.5625271482</ns0:v>
                </ns0:pt>
                <ns0:pt idx="1224">
                  <ns0:v>15.6598302409</ns0:v>
                </ns0:pt>
                <ns0:pt idx="1225">
                  <ns0:v>-21.7734774538</ns0:v>
                </ns0:pt>
                <ns0:pt idx="1226">
                  <ns0:v>-54.1894411758</ns0:v>
                </ns0:pt>
                <ns0:pt idx="1227">
                  <ns0:v>-76.8502369579</ns0:v>
                </ns0:pt>
                <ns0:pt idx="1228">
                  <ns0:v>-72.1097115073</ns0:v>
                </ns0:pt>
                <ns0:pt idx="1229">
                  <ns0:v>-37.9047146769</ns0:v>
                </ns0:pt>
                <ns0:pt idx="1230">
                  <ns0:v>1.2594639234</ns0:v>
                </ns0:pt>
                <ns0:pt idx="1231">
                  <ns0:v>31.7732335907</ns0:v>
                </ns0:pt>
                <ns0:pt idx="1232">
                  <ns0:v>51.396128237</ns0:v>
                </ns0:pt>
                <ns0:pt idx="1233">
                  <ns0:v>49.7432495723</ns0:v>
                </ns0:pt>
                <ns0:pt idx="1234">
                  <ns0:v>28.8342301704</ns0:v>
                </ns0:pt>
                <ns0:pt idx="1235">
                  <ns0:v>7.34773040651</ns0:v>
                </ns0:pt>
                <ns0:pt idx="1236">
                  <ns0:v>-5.78878429289</ns0:v>
                </ns0:pt>
                <ns0:pt idx="1237">
                  <ns0:v>-5.75555266219</ns0:v>
                </ns0:pt>
                <ns0:pt idx="1238">
                  <ns0:v>14.6163797062</ns0:v>
                </ns0:pt>
                <ns0:pt idx="1239">
                  <ns0:v>40.7681463941</ns0:v>
                </ns0:pt>
                <ns0:pt idx="1240">
                  <ns0:v>43.0539360579</ns0:v>
                </ns0:pt>
                <ns0:pt idx="1241">
                  <ns0:v>13.721195436</ns0:v>
                </ns0:pt>
                <ns0:pt idx="1242">
                  <ns0:v>-27.7454044903</ns0:v>
                </ns0:pt>
                <ns0:pt idx="1243">
                  <ns0:v>-55.9871040976</ns0:v>
                </ns0:pt>
                <ns0:pt idx="1244">
                  <ns0:v>-55.9618560515</ns0:v>
                </ns0:pt>
                <ns0:pt idx="1245">
                  <ns0:v>-30.4169067936</ns0:v>
                </ns0:pt>
                <ns0:pt idx="1246">
                  <ns0:v>4.40742056192</ns0:v>
                </ns0:pt>
                <ns0:pt idx="1247">
                  <ns0:v>32.1931845382</ns0:v>
                </ns0:pt>
                <ns0:pt idx="1248">
                  <ns0:v>44.9620546823</ns0:v>
                </ns0:pt>
                <ns0:pt idx="1249">
                  <ns0:v>41.9952037969</ns0:v>
                </ns0:pt>
                <ns0:pt idx="1250">
                  <ns0:v>21.2416644637</ns0:v>
                </ns0:pt>
                <ns0:pt idx="1251">
                  <ns0:v>-18.5657970273</ns0:v>
                </ns0:pt>
                <ns0:pt idx="1252">
                  <ns0:v>-59.9430809363</ns0:v>
                </ns0:pt>
                <ns0:pt idx="1253">
                  <ns0:v>-76.2169515436</ns0:v>
                </ns0:pt>
                <ns0:pt idx="1254">
                  <ns0:v>-61.7366768604</ns0:v>
                </ns0:pt>
                <ns0:pt idx="1255">
                  <ns0:v>-27.3548459406</ns0:v>
                </ns0:pt>
                <ns0:pt idx="1256">
                  <ns0:v>16.1163943738</ns0:v>
                </ns0:pt>
                <ns0:pt idx="1257">
                  <ns0:v>52.885008216</ns0:v>
                </ns0:pt>
                <ns0:pt idx="1258">
                  <ns0:v>69.7616561147</ns0:v>
                </ns0:pt>
                <ns0:pt idx="1259">
                  <ns0:v>68.440856323</ns0:v>
                </ns0:pt>
                <ns0:pt idx="1260">
                  <ns0:v>51.6256275557</ns0:v>
                </ns0:pt>
                <ns0:pt idx="1261">
                  <ns0:v>25.1969241658</ns0:v>
                </ns0:pt>
                <ns0:pt idx="1262">
                  <ns0:v>9.84919396051</ns0:v>
                </ns0:pt>
                <ns0:pt idx="1263">
                  <ns0:v>12.2878594394</ns0:v>
                </ns0:pt>
                <ns0:pt idx="1264">
                  <ns0:v>14.7244379699</ns0:v>
                </ns0:pt>
                <ns0:pt idx="1265">
                  <ns0:v>12.9488016195</ns0:v>
                </ns0:pt>
                <ns0:pt idx="1266">
                  <ns0:v>18.8967891829</ns0:v>
                </ns0:pt>
                <ns0:pt idx="1267">
                  <ns0:v>31.1154258619</ns0:v>
                </ns0:pt>
                <ns0:pt idx="1268">
                  <ns0:v>37.6114433739</ns0:v>
                </ns0:pt>
                <ns0:pt idx="1269">
                  <ns0:v>26.868741148</ns0:v>
                </ns0:pt>
                <ns0:pt idx="1270">
                  <ns0:v>-5.14601924479</ns0:v>
                </ns0:pt>
                <ns0:pt idx="1271">
                  <ns0:v>-36.7303434534</ns0:v>
                </ns0:pt>
                <ns0:pt idx="1272">
                  <ns0:v>-40.4354223668</ns0:v>
                </ns0:pt>
                <ns0:pt idx="1273">
                  <ns0:v>-21.761211462</ns0:v>
                </ns0:pt>
                <ns0:pt idx="1274">
                  <ns0:v>0.0683675681765</ns0:v>
                </ns0:pt>
                <ns0:pt idx="1275">
                  <ns0:v>16.480383412</ns0:v>
                </ns0:pt>
                <ns0:pt idx="1276">
                  <ns0:v>14.2895007457</ns0:v>
                </ns0:pt>
                <ns0:pt idx="1277">
                  <ns0:v>-10.983611807</ns0:v>
                </ns0:pt>
                <ns0:pt idx="1278">
                  <ns0:v>-34.4471999434</ns0:v>
                </ns0:pt>
                <ns0:pt idx="1279">
                  <ns0:v>-40.0432678522</ns0:v>
                </ns0:pt>
                <ns0:pt idx="1280">
                  <ns0:v>-40.2044812542</ns0:v>
                </ns0:pt>
                <ns0:pt idx="1281">
                  <ns0:v>-41.9921311213</ns0:v>
                </ns0:pt>
                <ns0:pt idx="1282">
                  <ns0:v>-40.602226749</ns0:v>
                </ns0:pt>
                <ns0:pt idx="1283">
                  <ns0:v>-33.5803363948</ns0:v>
                </ns0:pt>
                <ns0:pt idx="1284">
                  <ns0:v>-14.8494593365</ns0:v>
                </ns0:pt>
                <ns0:pt idx="1285">
                  <ns0:v>12.6192770424</ns0:v>
                </ns0:pt>
                <ns0:pt idx="1286">
                  <ns0:v>23.1850522465</ns0:v>
                </ns0:pt>
                <ns0:pt idx="1287">
                  <ns0:v>4.85695729239</ns0:v>
                </ns0:pt>
                <ns0:pt idx="1288">
                  <ns0:v>-16.9939693123</ns0:v>
                </ns0:pt>
                <ns0:pt idx="1289">
                  <ns0:v>-18.3770552457</ns0:v>
                </ns0:pt>
                <ns0:pt idx="1290">
                  <ns0:v>-6.85425172977</ns0:v>
                </ns0:pt>
                <ns0:pt idx="1291">
                  <ns0:v>3.00543176492</ns0:v>
                </ns0:pt>
                <ns0:pt idx="1292">
                  <ns0:v>13.3442501282</ns0:v>
                </ns0:pt>
                <ns0:pt idx="1293">
                  <ns0:v>26.4773424472</ns0:v>
                </ns0:pt>
                <ns0:pt idx="1294">
                  <ns0:v>28.560060488</ns0:v>
                </ns0:pt>
                <ns0:pt idx="1295">
                  <ns0:v>9.57727345511</ns0:v>
                </ns0:pt>
                <ns0:pt idx="1296">
                  <ns0:v>-17.7302796039</ns0:v>
                </ns0:pt>
                <ns0:pt idx="1297">
                  <ns0:v>-36.9374530663</ns0:v>
                </ns0:pt>
                <ns0:pt idx="1298">
                  <ns0:v>-43.7819538858</ns0:v>
                </ns0:pt>
                <ns0:pt idx="1299">
                  <ns0:v>-32.8075939479</ns0:v>
                </ns0:pt>
                <ns0:pt idx="1300">
                  <ns0:v>4.08918484441</ns0:v>
                </ns0:pt>
                <ns0:pt idx="1301">
                  <ns0:v>55.6143498763</ns0:v>
                </ns0:pt>
                <ns0:pt idx="1302">
                  <ns0:v>84.8701178269</ns0:v>
                </ns0:pt>
                <ns0:pt idx="1303">
                  <ns0:v>63.5416126763</ns0:v>
                </ns0:pt>
                <ns0:pt idx="1304">
                  <ns0:v>9.51774144068</ns0:v>
                </ns0:pt>
                <ns0:pt idx="1305">
                  <ns0:v>-35.8999040024</ns0:v>
                </ns0:pt>
                <ns0:pt idx="1306">
                  <ns0:v>-60.7328573941</ns0:v>
                </ns0:pt>
                <ns0:pt idx="1307">
                  <ns0:v>-68.7582013943</ns0:v>
                </ns0:pt>
                <ns0:pt idx="1308">
                  <ns0:v>-43.8537873461</ns0:v>
                </ns0:pt>
                <ns0:pt idx="1309">
                  <ns0:v>12.9901323287</ns0:v>
                </ns0:pt>
                <ns0:pt idx="1310">
                  <ns0:v>60.3044351016</ns0:v>
                </ns0:pt>
                <ns0:pt idx="1311">
                  <ns0:v>72.2437736308</ns0:v>
                </ns0:pt>
                <ns0:pt idx="1312">
                  <ns0:v>56.5196358359</ns0:v>
                </ns0:pt>
                <ns0:pt idx="1313">
                  <ns0:v>16.9798736818</ns0:v>
                </ns0:pt>
                <ns0:pt idx="1314">
                  <ns0:v>-36.0116543114</ns0:v>
                </ns0:pt>
                <ns0:pt idx="1315">
                  <ns0:v>-69.0057908217</ns0:v>
                </ns0:pt>
                <ns0:pt idx="1316">
                  <ns0:v>-61.3695721721</ns0:v>
                </ns0:pt>
                <ns0:pt idx="1317">
                  <ns0:v>-21.3833841029</ns0:v>
                </ns0:pt>
                <ns0:pt idx="1318">
                  <ns0:v>32.1053516778</ns0:v>
                </ns0:pt>
                <ns0:pt idx="1319">
                  <ns0:v>73.3671486466</ns0:v>
                </ns0:pt>
                <ns0:pt idx="1320">
                  <ns0:v>84.1177092939</ns0:v>
                </ns0:pt>
                <ns0:pt idx="1321">
                  <ns0:v>66.7627027532</ns0:v>
                </ns0:pt>
                <ns0:pt idx="1322">
                  <ns0:v>25.8907762052</ns0:v>
                </ns0:pt>
                <ns0:pt idx="1323">
                  <ns0:v>-28.0988422186</ns0:v>
                </ns0:pt>
                <ns0:pt idx="1324">
                  <ns0:v>-62.4726943884</ns0:v>
                </ns0:pt>
                <ns0:pt idx="1325">
                  <ns0:v>-58.2888517985</ns0:v>
                </ns0:pt>
                <ns0:pt idx="1326">
                  <ns0:v>-33.0048871144</ns0:v>
                </ns0:pt>
                <ns0:pt idx="1327">
                  <ns0:v>-4.23921198842</ns0:v>
                </ns0:pt>
                <ns0:pt idx="1328">
                  <ns0:v>19.3028744134</ns0:v>
                </ns0:pt>
                <ns0:pt idx="1329">
                  <ns0:v>21.3742815702</ns0:v>
                </ns0:pt>
                <ns0:pt idx="1330">
                  <ns0:v>0.781282013963</ns0:v>
                </ns0:pt>
                <ns0:pt idx="1331">
                  <ns0:v>-17.3420545687</ns0:v>
                </ns0:pt>
                <ns0:pt idx="1332">
                  <ns0:v>-14.4459353852</ns0:v>
                </ns0:pt>
                <ns0:pt idx="1333">
                  <ns0:v>6.29172272775</ns0:v>
                </ns0:pt>
                <ns0:pt idx="1334">
                  <ns0:v>34.1277749071</ns0:v>
                </ns0:pt>
                <ns0:pt idx="1335">
                  <ns0:v>60.7701613943</ns0:v>
                </ns0:pt>
                <ns0:pt idx="1336">
                  <ns0:v>75.2326580709</ns0:v>
                </ns0:pt>
                <ns0:pt idx="1337">
                  <ns0:v>55.2742095275</ns0:v>
                </ns0:pt>
                <ns0:pt idx="1338">
                  <ns0:v>-7.91182153099</ns0:v>
                </ns0:pt>
                <ns0:pt idx="1339">
                  <ns0:v>-73.9361281185</ns0:v>
                </ns0:pt>
                <ns0:pt idx="1340">
                  <ns0:v>-88.7714520731</ns0:v>
                </ns0:pt>
                <ns0:pt idx="1341">
                  <ns0:v>-49.0317232024</ns0:v>
                </ns0:pt>
                <ns0:pt idx="1342">
                  <ns0:v>8.44798246447</ns0:v>
                </ns0:pt>
                <ns0:pt idx="1343">
                  <ns0:v>49.2104368883</ns0:v>
                </ns0:pt>
                <ns0:pt idx="1344">
                  <ns0:v>52.9603011222</ns0:v>
                </ns0:pt>
                <ns0:pt idx="1345">
                  <ns0:v>27.1613941557</ns0:v>
                </ns0:pt>
                <ns0:pt idx="1346">
                  <ns0:v>3.93502570383</ns0:v>
                </ns0:pt>
                <ns0:pt idx="1347">
                  <ns0:v>-4.11864331547</ns0:v>
                </ns0:pt>
                <ns0:pt idx="1348">
                  <ns0:v>-8.35622334789</ns0:v>
                </ns0:pt>
                <ns0:pt idx="1349">
                  <ns0:v>-9.88011356401</ns0:v>
                </ns0:pt>
                <ns0:pt idx="1350">
                  <ns0:v>-6.97567613211</ns0:v>
                </ns0:pt>
                <ns0:pt idx="1351">
                  <ns0:v>-6.52982714949</ns0:v>
                </ns0:pt>
                <ns0:pt idx="1352">
                  <ns0:v>-3.93841209311</ns0:v>
                </ns0:pt>
                <ns0:pt idx="1353">
                  <ns0:v>9.3060469876</ns0:v>
                </ns0:pt>
                <ns0:pt idx="1354">
                  <ns0:v>22.5520724882</ns0:v>
                </ns0:pt>
                <ns0:pt idx="1355">
                  <ns0:v>20.2905703908</ns0:v>
                </ns0:pt>
                <ns0:pt idx="1356">
                  <ns0:v>0.892218493676</ns0:v>
                </ns0:pt>
                <ns0:pt idx="1357">
                  <ns0:v>-22.8986729762</ns0:v>
                </ns0:pt>
                <ns0:pt idx="1358">
                  <ns0:v>-29.1405490637</ns0:v>
                </ns0:pt>
                <ns0:pt idx="1359">
                  <ns0:v>-10.823849331</ns0:v>
                </ns0:pt>
                <ns0:pt idx="1360">
                  <ns0:v>7.38570373424</ns0:v>
                </ns0:pt>
                <ns0:pt idx="1361">
                  <ns0:v>2.32824523012</ns0:v>
                </ns0:pt>
                <ns0:pt idx="1362">
                  <ns0:v>-18.0340425898</ns0:v>
                </ns0:pt>
                <ns0:pt idx="1363">
                  <ns0:v>-33.7942612236</ns0:v>
                </ns0:pt>
                <ns0:pt idx="1364">
                  <ns0:v>-33.6861761008</ns0:v>
                </ns0:pt>
                <ns0:pt idx="1365">
                  <ns0:v>-18.230094331</ns0:v>
                </ns0:pt>
                <ns0:pt idx="1366">
                  <ns0:v>-1.45289798137</ns0:v>
                </ns0:pt>
                <ns0:pt idx="1367">
                  <ns0:v>2.7922681217</ns0:v>
                </ns0:pt>
                <ns0:pt idx="1368">
                  <ns0:v>-4.16210609626</ns0:v>
                </ns0:pt>
                <ns0:pt idx="1369">
                  <ns0:v>-16.2417659824</ns0:v>
                </ns0:pt>
                <ns0:pt idx="1370">
                  <ns0:v>-29.6172805843</ns0:v>
                </ns0:pt>
                <ns0:pt idx="1371">
                  <ns0:v>-33.0113649806</ns0:v>
                </ns0:pt>
                <ns0:pt idx="1372">
                  <ns0:v>-17.3748978175</ns0:v>
                </ns0:pt>
                <ns0:pt idx="1373">
                  <ns0:v>7.25362273442</ns0:v>
                </ns0:pt>
                <ns0:pt idx="1374">
                  <ns0:v>25.5090403169</ns0:v>
                </ns0:pt>
                <ns0:pt idx="1375">
                  <ns0:v>33.46034358</ns0:v>
                </ns0:pt>
                <ns0:pt idx="1376">
                  <ns0:v>30.655345342</ns0:v>
                </ns0:pt>
                <ns0:pt idx="1377">
                  <ns0:v>17.9446331031</ns0:v>
                </ns0:pt>
                <ns0:pt idx="1378">
                  <ns0:v>7.90694822459</ns0:v>
                </ns0:pt>
                <ns0:pt idx="1379">
                  <ns0:v>13.2870994373</ns0:v>
                </ns0:pt>
                <ns0:pt idx="1380">
                  <ns0:v>26.6435360546</ns0:v>
                </ns0:pt>
                <ns0:pt idx="1381">
                  <ns0:v>28.6094558962</ns0:v>
                </ns0:pt>
                <ns0:pt idx="1382">
                  <ns0:v>11.0314397209</ns0:v>
                </ns0:pt>
                <ns0:pt idx="1383">
                  <ns0:v>-15.9831390962</ns0:v>
                </ns0:pt>
                <ns0:pt idx="1384">
                  <ns0:v>-31.73797249</ns0:v>
                </ns0:pt>
                <ns0:pt idx="1385">
                  <ns0:v>-20.4131583273</ns0:v>
                </ns0:pt>
                <ns0:pt idx="1386">
                  <ns0:v>13.5884236213</ns0:v>
                </ns0:pt>
                <ns0:pt idx="1387">
                  <ns0:v>47.4560406762</ns0:v>
                </ns0:pt>
                <ns0:pt idx="1388">
                  <ns0:v>56.7155532819</ns0:v>
                </ns0:pt>
                <ns0:pt idx="1389">
                  <ns0:v>32.0712632434</ns0:v>
                </ns0:pt>
                <ns0:pt idx="1390">
                  <ns0:v>-11.6590036199</ns0:v>
                </ns0:pt>
                <ns0:pt idx="1391">
                  <ns0:v>-46.7120905959</ns0:v>
                </ns0:pt>
                <ns0:pt idx="1392">
                  <ns0:v>-57.6868641632</ns0:v>
                </ns0:pt>
                <ns0:pt idx="1393">
                  <ns0:v>-44.5347362969</ns0:v>
                </ns0:pt>
                <ns0:pt idx="1394">
                  <ns0:v>-11.8315660458</ns0:v>
                </ns0:pt>
                <ns0:pt idx="1395">
                  <ns0:v>21.1633139231</ns0:v>
                </ns0:pt>
                <ns0:pt idx="1396">
                  <ns0:v>24.9633976009</ns0:v>
                </ns0:pt>
                <ns0:pt idx="1397">
                  <ns0:v>2.07029895229</ns0:v>
                </ns0:pt>
                <ns0:pt idx="1398">
                  <ns0:v>-8.43871555434</ns0:v>
                </ns0:pt>
                <ns0:pt idx="1399">
                  <ns0:v>10.7885586854</ns0:v>
                </ns0:pt>
                <ns0:pt idx="1400">
                  <ns0:v>33.0309812206</ns0:v>
                </ns0:pt>
                <ns0:pt idx="1401">
                  <ns0:v>32.0700954118</ns0:v>
                </ns0:pt>
                <ns0:pt idx="1402">
                  <ns0:v>8.04404595815</ns0:v>
                </ns0:pt>
                <ns0:pt idx="1403">
                  <ns0:v>-24.4223816251</ns0:v>
                </ns0:pt>
                <ns0:pt idx="1404">
                  <ns0:v>-43.6249777679</ns0:v>
                </ns0:pt>
                <ns0:pt idx="1405">
                  <ns0:v>-34.1838345833</ns0:v>
                </ns0:pt>
                <ns0:pt idx="1406">
                  <ns0:v>-9.23022979276</ns0:v>
                </ns0:pt>
                <ns0:pt idx="1407">
                  <ns0:v>5.79083632446</ns0:v>
                </ns0:pt>
                <ns0:pt idx="1408">
                  <ns0:v>10.2286602589</ns0:v>
                </ns0:pt>
                <ns0:pt idx="1409">
                  <ns0:v>16.1509555275</ns0:v>
                </ns0:pt>
                <ns0:pt idx="1410">
                  <ns0:v>19.6183259216</ns0:v>
                </ns0:pt>
                <ns0:pt idx="1411">
                  <ns0:v>18.7876941598</ns0:v>
                </ns0:pt>
                <ns0:pt idx="1412">
                  <ns0:v>24.5707386733</ns0:v>
                </ns0:pt>
                <ns0:pt idx="1413">
                  <ns0:v>30.5858513052</ns0:v>
                </ns0:pt>
                <ns0:pt idx="1414">
                  <ns0:v>19.4068071267</ns0:v>
                </ns0:pt>
                <ns0:pt idx="1415">
                  <ns0:v>-0.27829523281</ns0:v>
                </ns0:pt>
                <ns0:pt idx="1416">
                  <ns0:v>-11.5338517184</ns0:v>
                </ns0:pt>
                <ns0:pt idx="1417">
                  <ns0:v>-18.4216557759</ns0:v>
                </ns0:pt>
                <ns0:pt idx="1418">
                  <ns0:v>-19.0601024256</ns0:v>
                </ns0:pt>
                <ns0:pt idx="1419">
                  <ns0:v>-0.344926631864</ns0:v>
                </ns0:pt>
                <ns0:pt idx="1420">
                  <ns0:v>25.6206224882</ns0:v>
                </ns0:pt>
                <ns0:pt idx="1421">
                  <ns0:v>35.0066761456</ns0:v>
                </ns0:pt>
                <ns0:pt idx="1422">
                  <ns0:v>30.316308363</ns0:v>
                </ns0:pt>
                <ns0:pt idx="1423">
                  <ns0:v>22.9744176516</ns0:v>
                </ns0:pt>
                <ns0:pt idx="1424">
                  <ns0:v>8.37479101055</ns0:v>
                </ns0:pt>
                <ns0:pt idx="1425">
                  <ns0:v>-17.5651308136</ns0:v>
                </ns0:pt>
                <ns0:pt idx="1426">
                  <ns0:v>-47.2550560016</ns0:v>
                </ns0:pt>
                <ns0:pt idx="1427">
                  <ns0:v>-68.8564910208</ns0:v>
                </ns0:pt>
                <ns0:pt idx="1428">
                  <ns0:v>-72.176181752</ns0:v>
                </ns0:pt>
                <ns0:pt idx="1429">
                  <ns0:v>-57.0516341535</ns0:v>
                </ns0:pt>
                <ns0:pt idx="1430">
                  <ns0:v>-31.5851611367</ns0:v>
                </ns0:pt>
                <ns0:pt idx="1431">
                  <ns0:v>0.713474725612</ns0:v>
                </ns0:pt>
                <ns0:pt idx="1432">
                  <ns0:v>35.8017336301</ns0:v>
                </ns0:pt>
                <ns0:pt idx="1433">
                  <ns0:v>59.9606591115</ns0:v>
                </ns0:pt>
                <ns0:pt idx="1434">
                  <ns0:v>61.2597304674</ns0:v>
                </ns0:pt>
                <ns0:pt idx="1435">
                  <ns0:v>38.5336419414</ns0:v>
                </ns0:pt>
                <ns0:pt idx="1436">
                  <ns0:v>-2.72147732985</ns0:v>
                </ns0:pt>
                <ns0:pt idx="1437">
                  <ns0:v>-48.6335979205</ns0:v>
                </ns0:pt>
                <ns0:pt idx="1438">
                  <ns0:v>-78.8014713442</ns0:v>
                </ns0:pt>
                <ns0:pt idx="1439">
                  <ns0:v>-78.8701488658</ns0:v>
                </ns0:pt>
                <ns0:pt idx="1440">
                  <ns0:v>-46.2971547706</ns0:v>
                </ns0:pt>
                <ns0:pt idx="1441">
                  <ns0:v>8.81295508121</ns0:v>
                </ns0:pt>
                <ns0:pt idx="1442">
                  <ns0:v>63.892900606</ns0:v>
                </ns0:pt>
                <ns0:pt idx="1443">
                  <ns0:v>92.3240156199</ns0:v>
                </ns0:pt>
                <ns0:pt idx="1444">
                  <ns0:v>79.1198553236</ns0:v>
                </ns0:pt>
                <ns0:pt idx="1445">
                  <ns0:v>32.5085098088</ns0:v>
                </ns0:pt>
                <ns0:pt idx="1446">
                  <ns0:v>-24.3308271745</ns0:v>
                </ns0:pt>
                <ns0:pt idx="1447">
                  <ns0:v>-71.6813853702</ns0:v>
                </ns0:pt>
                <ns0:pt idx="1448">
                  <ns0:v>-93.9819099439</ns0:v>
                </ns0:pt>
                <ns0:pt idx="1449">
                  <ns0:v>-75.7190153386</ns0:v>
                </ns0:pt>
                <ns0:pt idx="1450">
                  <ns0:v>-19.3464768613</ns0:v>
                </ns0:pt>
                <ns0:pt idx="1451">
                  <ns0:v>46.7439932407</ns0:v>
                </ns0:pt>
                <ns0:pt idx="1452">
                  <ns0:v>91.2706508718</ns0:v>
                </ns0:pt>
                <ns0:pt idx="1453">
                  <ns0:v>94.8946519764</ns0:v>
                </ns0:pt>
                <ns0:pt idx="1454">
                  <ns0:v>52.1143032967</ns0:v>
                </ns0:pt>
                <ns0:pt idx="1455">
                  <ns0:v>-19.3328099012</ns0:v>
                </ns0:pt>
                <ns0:pt idx="1456">
                  <ns0:v>-81.8494773924</ns0:v>
                </ns0:pt>
                <ns0:pt idx="1457">
                  <ns0:v>-97.5606868511</ns0:v>
                </ns0:pt>
                <ns0:pt idx="1458">
                  <ns0:v>-51.159607425</ns0:v>
                </ns0:pt>
                <ns0:pt idx="1459">
                  <ns0:v>26.5298266464</ns0:v>
                </ns0:pt>
                <ns0:pt idx="1460">
                  <ns0:v>77.9031998945</ns0:v>
                </ns0:pt>
                <ns0:pt idx="1461">
                  <ns0:v>80.7384457225</ns0:v>
                </ns0:pt>
                <ns0:pt idx="1462">
                  <ns0:v>56.941003867</ns0:v>
                </ns0:pt>
                <ns0:pt idx="1463">
                  <ns0:v>23.4328049769</ns0:v>
                </ns0:pt>
                <ns0:pt idx="1464">
                  <ns0:v>-15.7771607866</ns0:v>
                </ns0:pt>
                <ns0:pt idx="1465">
                  <ns0:v>-42.880554431</ns0:v>
                </ns0:pt>
                <ns0:pt idx="1466">
                  <ns0:v>-38.6513635549</ns0:v>
                </ns0:pt>
                <ns0:pt idx="1467">
                  <ns0:v>-5.55531628071</ns0:v>
                </ns0:pt>
                <ns0:pt idx="1468">
                  <ns0:v>35.1776576476</ns0:v>
                </ns0:pt>
                <ns0:pt idx="1469">
                  <ns0:v>54.2916624303</ns0:v>
                </ns0:pt>
                <ns0:pt idx="1470">
                  <ns0:v>41.100328943</ns0:v>
                </ns0:pt>
                <ns0:pt idx="1471">
                  <ns0:v>18.271625946</ns0:v>
                </ns0:pt>
                <ns0:pt idx="1472">
                  <ns0:v>3.86148078479</ns0:v>
                </ns0:pt>
                <ns0:pt idx="1473">
                  <ns0:v>-10.7101313278</ns0:v>
                </ns0:pt>
                <ns0:pt idx="1474">
                  <ns0:v>-24.8547607932</ns0:v>
                </ns0:pt>
                <ns0:pt idx="1475">
                  <ns0:v>-22.1349057501</ns0:v>
                </ns0:pt>
                <ns0:pt idx="1476">
                  <ns0:v>-3.16371000971</ns0:v>
                </ns0:pt>
                <ns0:pt idx="1477">
                  <ns0:v>15.5857535127</ns0:v>
                </ns0:pt>
                <ns0:pt idx="1478">
                  <ns0:v>23.7831147</ns0:v>
                </ns0:pt>
                <ns0:pt idx="1479">
                  <ns0:v>22.1698515255</ns0:v>
                </ns0:pt>
                <ns0:pt idx="1480">
                  <ns0:v>19.6862949014</ns0:v>
                </ns0:pt>
                <ns0:pt idx="1481">
                  <ns0:v>22.3955481395</ns0:v>
                </ns0:pt>
                <ns0:pt idx="1482">
                  <ns0:v>27.6487382249</ns0:v>
                </ns0:pt>
                <ns0:pt idx="1483">
                  <ns0:v>37.6177445075</ns0:v>
                </ns0:pt>
                <ns0:pt idx="1484">
                  <ns0:v>52.4792426082</ns0:v>
                </ns0:pt>
                <ns0:pt idx="1485">
                  <ns0:v>53.9194308862</ns0:v>
                </ns0:pt>
                <ns0:pt idx="1486">
                  <ns0:v>29.5775254271</ns0:v>
                </ns0:pt>
                <ns0:pt idx="1487">
                  <ns0:v>-5.71233591032</ns0:v>
                </ns0:pt>
                <ns0:pt idx="1488">
                  <ns0:v>-34.1090133221</ns0:v>
                </ns0:pt>
                <ns0:pt idx="1489">
                  <ns0:v>-43.4620566673</ns0:v>
                </ns0:pt>
                <ns0:pt idx="1490">
                  <ns0:v>-18.3735753869</ns0:v>
                </ns0:pt>
                <ns0:pt idx="1491">
                  <ns0:v>35.559726051</ns0:v>
                </ns0:pt>
                <ns0:pt idx="1492">
                  <ns0:v>79.3080255446</ns0:v>
                </ns0:pt>
                <ns0:pt idx="1493">
                  <ns0:v>79.3300929417</ns0:v>
                </ns0:pt>
                <ns0:pt idx="1494">
                  <ns0:v>38.9626229022</ns0:v>
                </ns0:pt>
                <ns0:pt idx="1495">
                  <ns0:v>-12.1705084808</ns0:v>
                </ns0:pt>
                <ns0:pt idx="1496">
                  <ns0:v>-48.5972398962</ns0:v>
                </ns0:pt>
                <ns0:pt idx="1497">
                  <ns0:v>-66.8344765863</ns0:v>
                </ns0:pt>
                <ns0:pt idx="1498">
                  <ns0:v>-67.2025132837</ns0:v>
                </ns0:pt>
                <ns0:pt idx="1499">
                  <ns0:v>-36.0929679427</ns0:v>
                </ns0:pt>
                <ns0:pt idx="1500">
                  <ns0:v>23.7238287145</ns0:v>
                </ns0:pt>
                <ns0:pt idx="1501">
                  <ns0:v>70.7428543503</ns0:v>
                </ns0:pt>
                <ns0:pt idx="1502">
                  <ns0:v>67.959987434</ns0:v>
                </ns0:pt>
                <ns0:pt idx="1503">
                  <ns0:v>23.8475377478</ns0:v>
                </ns0:pt>
                <ns0:pt idx="1504">
                  <ns0:v>-28.5785309208</ns0:v>
                </ns0:pt>
                <ns0:pt idx="1505">
                  <ns0:v>-63.9758402843</ns0:v>
                </ns0:pt>
                <ns0:pt idx="1506">
                  <ns0:v>-67.4718397419</ns0:v>
                </ns0:pt>
                <ns0:pt idx="1507">
                  <ns0:v>-34.4143980575</ns0:v>
                </ns0:pt>
                <ns0:pt idx="1508">
                  <ns0:v>21.8673283534</ns0:v>
                </ns0:pt>
                <ns0:pt idx="1509">
                  <ns0:v>74.1986887815</ns0:v>
                </ns0:pt>
                <ns0:pt idx="1510">
                  <ns0:v>96.2456950608</ns0:v>
                </ns0:pt>
                <ns0:pt idx="1511">
                  <ns0:v>73.4180250629</ns0:v>
                </ns0:pt>
                <ns0:pt idx="1512">
                  <ns0:v>12.1281807636</ns0:v>
                </ns0:pt>
                <ns0:pt idx="1513">
                  <ns0:v>-53.7552447243</ns0:v>
                </ns0:pt>
                <ns0:pt idx="1514">
                  <ns0:v>-83.2171526761</ns0:v>
                </ns0:pt>
                <ns0:pt idx="1515">
                  <ns0:v>-68.6959678965</ns0:v>
                </ns0:pt>
                <ns0:pt idx="1516">
                  <ns0:v>-39.111097593</ns0:v>
                </ns0:pt>
                <ns0:pt idx="1517">
                  <ns0:v>-19.1296410485</ns0:v>
                </ns0:pt>
                <ns0:pt idx="1518">
                  <ns0:v>-11.2287839197</ns0:v>
                </ns0:pt>
                <ns0:pt idx="1519">
                  <ns0:v>-10.5213712821</ns0:v>
                </ns0:pt>
                <ns0:pt idx="1520">
                  <ns0:v>-7.78652297899</ns0:v>
                </ns0:pt>
                <ns0:pt idx="1521">
                  <ns0:v>4.67458218049</ns0:v>
                </ns0:pt>
                <ns0:pt idx="1522">
                  <ns0:v>19.3843669259</ns0:v>
                </ns0:pt>
                <ns0:pt idx="1523">
                  <ns0:v>27.7906399685</ns0:v>
                </ns0:pt>
                <ns0:pt idx="1524">
                  <ns0:v>32.3518893047</ns0:v>
                </ns0:pt>
                <ns0:pt idx="1525">
                  <ns0:v>31.7949034738</ns0:v>
                </ns0:pt>
                <ns0:pt idx="1526">
                  <ns0:v>19.1310844539</ns0:v>
                </ns0:pt>
                <ns0:pt idx="1527">
                  <ns0:v>-1.95139715212</ns0:v>
                </ns0:pt>
                <ns0:pt idx="1528">
                  <ns0:v>-20.0255811324</ns0:v>
                </ns0:pt>
                <ns0:pt idx="1529">
                  <ns0:v>-25.4343066162</ns0:v>
                </ns0:pt>
                <ns0:pt idx="1530">
                  <ns0:v>-14.2576158279</ns0:v>
                </ns0:pt>
                <ns0:pt idx="1531">
                  <ns0:v>2.19442752399</ns0:v>
                </ns0:pt>
                <ns0:pt idx="1532">
                  <ns0:v>9.82904161378</ns0:v>
                </ns0:pt>
                <ns0:pt idx="1533">
                  <ns0:v>16.4669941746</ns0:v>
                </ns0:pt>
                <ns0:pt idx="1534">
                  <ns0:v>30.0759407976</ns0:v>
                </ns0:pt>
                <ns0:pt idx="1535">
                  <ns0:v>30.1451007078</ns0:v>
                </ns0:pt>
                <ns0:pt idx="1536">
                  <ns0:v>0.362229233171</ns0:v>
                </ns0:pt>
                <ns0:pt idx="1537">
                  <ns0:v>-36.7286266228</ns0:v>
                </ns0:pt>
                <ns0:pt idx="1538">
                  <ns0:v>-47.2988647269</ns0:v>
                </ns0:pt>
                <ns0:pt idx="1539">
                  <ns0:v>-21.8801449558</ns0:v>
                </ns0:pt>
                <ns0:pt idx="1540">
                  <ns0:v>27.7515643453</ns0:v>
                </ns0:pt>
                <ns0:pt idx="1541">
                  <ns0:v>80.0578115598</ns0:v>
                </ns0:pt>
                <ns0:pt idx="1542">
                  <ns0:v>108.274522579</ns0:v>
                </ns0:pt>
                <ns0:pt idx="1543">
                  <ns0:v>94.0134268928</ns0:v>
                </ns0:pt>
                <ns0:pt idx="1544">
                  <ns0:v>46.8134840544</ns0:v>
                </ns0:pt>
                <ns0:pt idx="1545">
                  <ns0:v>-0.378815234971</ns0:v>
                </ns0:pt>
                <ns0:pt idx="1546">
                  <ns0:v>-26.6840233896</ns0:v>
                </ns0:pt>
                <ns0:pt idx="1547">
                  <ns0:v>-39.3633395454</ns0:v>
                </ns0:pt>
                <ns0:pt idx="1548">
                  <ns0:v>-45.6883997285</ns0:v>
                </ns0:pt>
                <ns0:pt idx="1549">
                  <ns0:v>-35.008804994</ns0:v>
                </ns0:pt>
                <ns0:pt idx="1550">
                  <ns0:v>-2.65029708174</ns0:v>
                </ns0:pt>
                <ns0:pt idx="1551">
                  <ns0:v>35.1922641373</ns0:v>
                </ns0:pt>
                <ns0:pt idx="1552">
                  <ns0:v>61.1099579472</ns0:v>
                </ns0:pt>
                <ns0:pt idx="1553">
                  <ns0:v>67.0383367911</ns0:v>
                </ns0:pt>
                <ns0:pt idx="1554">
                  <ns0:v>48.1510224074</ns0:v>
                </ns0:pt>
                <ns0:pt idx="1555">
                  <ns0:v>8.45311093186</ns0:v>
                </ns0:pt>
                <ns0:pt idx="1556">
                  <ns0:v>-32.466560267</ns0:v>
                </ns0:pt>
                <ns0:pt idx="1557">
                  <ns0:v>-52.6654574902</ns0:v>
                </ns0:pt>
                <ns0:pt idx="1558">
                  <ns0:v>-47.1124457162</ns0:v>
                </ns0:pt>
                <ns0:pt idx="1559">
                  <ns0:v>-26.5117171991</ns0:v>
                </ns0:pt>
                <ns0:pt idx="1560">
                  <ns0:v>0.252353148832</ns0:v>
                </ns0:pt>
                <ns0:pt idx="1561">
                  <ns0:v>29.773442873</ns0:v>
                </ns0:pt>
                <ns0:pt idx="1562">
                  <ns0:v>49.8495474938</ns0:v>
                </ns0:pt>
                <ns0:pt idx="1563">
                  <ns0:v>44.8458828362</ns0:v>
                </ns0:pt>
                <ns0:pt idx="1564">
                  <ns0:v>21.5980582992</ns0:v>
                </ns0:pt>
                <ns0:pt idx="1565">
                  <ns0:v>5.2142213612</ns0:v>
                </ns0:pt>
                <ns0:pt idx="1566">
                  <ns0:v>6.18787811213</ns0:v>
                </ns0:pt>
                <ns0:pt idx="1567">
                  <ns0:v>11.9742719494</ns0:v>
                </ns0:pt>
                <ns0:pt idx="1568">
                  <ns0:v>8.22643127649</ns0:v>
                </ns0:pt>
                <ns0:pt idx="1569">
                  <ns0:v>-6.08221889896</ns0:v>
                </ns0:pt>
                <ns0:pt idx="1570">
                  <ns0:v>-22.8045497259</ns0:v>
                </ns0:pt>
                <ns0:pt idx="1571">
                  <ns0:v>-35.2633133132</ns0:v>
                </ns0:pt>
                <ns0:pt idx="1572">
                  <ns0:v>-42.1813133914</ns0:v>
                </ns0:pt>
                <ns0:pt idx="1573">
                  <ns0:v>-44.3688359903</ns0:v>
                </ns0:pt>
                <ns0:pt idx="1574">
                  <ns0:v>-41.4397978155</ns0:v>
                </ns0:pt>
                <ns0:pt idx="1575">
                  <ns0:v>-32.4543915049</ns0:v>
                </ns0:pt>
                <ns0:pt idx="1576">
                  <ns0:v>-18.9178493656</ns0:v>
                </ns0:pt>
                <ns0:pt idx="1577">
                  <ns0:v>-6.4858261133</ns0:v>
                </ns0:pt>
                <ns0:pt idx="1578">
                  <ns0:v>1.79988094226</ns0:v>
                </ns0:pt>
                <ns0:pt idx="1579">
                  <ns0:v>11.5237408968</ns0:v>
                </ns0:pt>
                <ns0:pt idx="1580">
                  <ns0:v>23.2838247987</ns0:v>
                </ns0:pt>
                <ns0:pt idx="1581">
                  <ns0:v>22.3971322864</ns0:v>
                </ns0:pt>
                <ns0:pt idx="1582">
                  <ns0:v>-2.84034689916</ns0:v>
                </ns0:pt>
                <ns0:pt idx="1583">
                  <ns0:v>-43.051461802</ns0:v>
                </ns0:pt>
                <ns0:pt idx="1584">
                  <ns0:v>-73.5348528071</ns0:v>
                </ns0:pt>
                <ns0:pt idx="1585">
                  <ns0:v>-70.1835511204</ns0:v>
                </ns0:pt>
                <ns0:pt idx="1586">
                  <ns0:v>-32.9395841641</ns0:v>
                </ns0:pt>
                <ns0:pt idx="1587">
                  <ns0:v>7.26857946613</ns0:v>
                </ns0:pt>
                <ns0:pt idx="1588">
                  <ns0:v>23.4426805131</ns0:v>
                </ns0:pt>
                <ns0:pt idx="1589">
                  <ns0:v>19.8750656908</ns0:v>
                </ns0:pt>
                <ns0:pt idx="1590">
                  <ns0:v>10.9033118364</ns0:v>
                </ns0:pt>
                <ns0:pt idx="1591">
                  <ns0:v>5.88132339633</ns0:v>
                </ns0:pt>
                <ns0:pt idx="1592">
                  <ns0:v>16.4642663693</ns0:v>
                </ns0:pt>
                <ns0:pt idx="1593">
                  <ns0:v>40.9904936844</ns0:v>
                </ns0:pt>
                <ns0:pt idx="1594">
                  <ns0:v>52.117769726</ns0:v>
                </ns0:pt>
                <ns0:pt idx="1595">
                  <ns0:v>26.7842876936</ns0:v>
                </ns0:pt>
                <ns0:pt idx="1596">
                  <ns0:v>-27.2808250792</ns0:v>
                </ns0:pt>
                <ns0:pt idx="1597">
                  <ns0:v>-80.8116887458</ns0:v>
                </ns0:pt>
                <ns0:pt idx="1598">
                  <ns0:v>-100.642284441</ns0:v>
                </ns0:pt>
                <ns0:pt idx="1599">
                  <ns0:v>-69.3406291936</ns0:v>
                </ns0:pt>
                <ns0:pt idx="1600">
                  <ns0:v>2.81022447233</ns0:v>
                </ns0:pt>
                <ns0:pt idx="1601">
                  <ns0:v>89.2101699774</ns0:v>
                </ns0:pt>
                <ns0:pt idx="1602">
                  <ns0:v>150.204873047</ns0:v>
                </ns0:pt>
                <ns0:pt idx="1603">
                  <ns0:v>138.364969414</ns0:v>
                </ns0:pt>
                <ns0:pt idx="1604">
                  <ns0:v>49.8146436185</ns0:v>
                </ns0:pt>
                <ns0:pt idx="1605">
                  <ns0:v>-52.2364561166</ns0:v>
                </ns0:pt>
                <ns0:pt idx="1606">
                  <ns0:v>-102.833920773</ns0:v>
                </ns0:pt>
                <ns0:pt idx="1607">
                  <ns0:v>-83.5908560963</ns0:v>
                </ns0:pt>
                <ns0:pt idx="1608">
                  <ns0:v>-8.87333208141</ns0:v>
                </ns0:pt>
                <ns0:pt idx="1609">
                  <ns0:v>83.9694655909</ns0:v>
                </ns0:pt>
                <ns0:pt idx="1610">
                  <ns0:v>146.026207808</ns0:v>
                </ns0:pt>
                <ns0:pt idx="1611">
                  <ns0:v>144.843506518</ns0:v>
                </ns0:pt>
                <ns0:pt idx="1612">
                  <ns0:v>81.091198545</ns0:v>
                </ns0:pt>
                <ns0:pt idx="1613">
                  <ns0:v>-17.7077206861</ns0:v>
                </ns0:pt>
                <ns0:pt idx="1614">
                  <ns0:v>-108.332113222</ns0:v>
                </ns0:pt>
                <ns0:pt idx="1615">
                  <ns0:v>-141.795671293</ns0:v>
                </ns0:pt>
                <ns0:pt idx="1616">
                  <ns0:v>-92.8659856291</ns0:v>
                </ns0:pt>
                <ns0:pt idx="1617">
                  <ns0:v>11.1776158141</ns0:v>
                </ns0:pt>
                <ns0:pt idx="1618">
                  <ns0:v>106.02725954</ns0:v>
                </ns0:pt>
                <ns0:pt idx="1619">
                  <ns0:v>132.162643818</ns0:v>
                </ns0:pt>
                <ns0:pt idx="1620">
                  <ns0:v>71.7044298996</ns0:v>
                </ns0:pt>
                <ns0:pt idx="1621">
                  <ns0:v>-31.0314752089</ns0:v>
                </ns0:pt>
                <ns0:pt idx="1622">
                  <ns0:v>-104.857530098</ns0:v>
                </ns0:pt>
                <ns0:pt idx="1623">
                  <ns0:v>-112.322972448</ns0:v>
                </ns0:pt>
                <ns0:pt idx="1624">
                  <ns0:v>-63.1128670008</ns0:v>
                </ns0:pt>
                <ns0:pt idx="1625">
                  <ns0:v>9.34527463307</ns0:v>
                </ns0:pt>
                <ns0:pt idx="1626">
                  <ns0:v>70.0471141195</ns0:v>
                </ns0:pt>
                <ns0:pt idx="1627">
                  <ns0:v>91.5128083245</ns0:v>
                </ns0:pt>
                <ns0:pt idx="1628">
                  <ns0:v>66.1245628338</ns0:v>
                </ns0:pt>
                <ns0:pt idx="1629">
                  <ns0:v>11.7953702501</ns0:v>
                </ns0:pt>
                <ns0:pt idx="1630">
                  <ns0:v>-47.664084447</ns0:v>
                </ns0:pt>
                <ns0:pt idx="1631">
                  <ns0:v>-87.9392114541</ns0:v>
                </ns0:pt>
                <ns0:pt idx="1632">
                  <ns0:v>-82.7459519715</ns0:v>
                </ns0:pt>
                <ns0:pt idx="1633">
                  <ns0:v>-34.4730351284</ns0:v>
                </ns0:pt>
                <ns0:pt idx="1634">
                  <ns0:v>17.6127857552</ns0:v>
                </ns0:pt>
                <ns0:pt idx="1635">
                  <ns0:v>46.8519295643</ns0:v>
                </ns0:pt>
                <ns0:pt idx="1636">
                  <ns0:v>58.9552318623</ns0:v>
                </ns0:pt>
                <ns0:pt idx="1637">
                  <ns0:v>58.8510520457</ns0:v>
                </ns0:pt>
                <ns0:pt idx="1638">
                  <ns0:v>44.1134053313</ns0:v>
                </ns0:pt>
                <ns0:pt idx="1639">
                  <ns0:v>21.6370221888</ns0:v>
                </ns0:pt>
                <ns0:pt idx="1640">
                  <ns0:v>-0.0984878462856</ns0:v>
                </ns0:pt>
                <ns0:pt idx="1641">
                  <ns0:v>-19.0955590602</ns0:v>
                </ns0:pt>
                <ns0:pt idx="1642">
                  <ns0:v>-28.1749494912</ns0:v>
                </ns0:pt>
                <ns0:pt idx="1643">
                  <ns0:v>-17.1991117682</ns0:v>
                </ns0:pt>
                <ns0:pt idx="1644">
                  <ns0:v>10.3232906081</ns0:v>
                </ns0:pt>
                <ns0:pt idx="1645">
                  <ns0:v>36.5799064402</ns0:v>
                </ns0:pt>
                <ns0:pt idx="1646">
                  <ns0:v>44.7142374902</ns0:v>
                </ns0:pt>
                <ns0:pt idx="1647">
                  <ns0:v>32.1717230812</ns0:v>
                </ns0:pt>
                <ns0:pt idx="1648">
                  <ns0:v>8.29561750857</ns0:v>
                </ns0:pt>
                <ns0:pt idx="1649">
                  <ns0:v>-14.8610984381</ns0:v>
                </ns0:pt>
                <ns0:pt idx="1650">
                  <ns0:v>-21.6031201562</ns0:v>
                </ns0:pt>
                <ns0:pt idx="1651">
                  <ns0:v>-0.833443904517</ns0:v>
                </ns0:pt>
                <ns0:pt idx="1652">
                  <ns0:v>32.0643599298</ns0:v>
                </ns0:pt>
                <ns0:pt idx="1653">
                  <ns0:v>47.3614495412</ns0:v>
                </ns0:pt>
                <ns0:pt idx="1654">
                  <ns0:v>36.663544991</ns0:v>
                </ns0:pt>
                <ns0:pt idx="1655">
                  <ns0:v>8.11127577688</ns0:v>
                </ns0:pt>
                <ns0:pt idx="1656">
                  <ns0:v>-31.4580281114</ns0:v>
                </ns0:pt>
                <ns0:pt idx="1657">
                  <ns0:v>-60.6901165846</ns0:v>
                </ns0:pt>
                <ns0:pt idx="1658">
                  <ns0:v>-50.2000017185</ns0:v>
                </ns0:pt>
                <ns0:pt idx="1659">
                  <ns0:v>-2.16901778643</ns0:v>
                </ns0:pt>
                <ns0:pt idx="1660">
                  <ns0:v>52.2807714037</ns0:v>
                </ns0:pt>
                <ns0:pt idx="1661">
                  <ns0:v>87.3916859186</ns0:v>
                </ns0:pt>
                <ns0:pt idx="1662">
                  <ns0:v>87.7401703005</ns0:v>
                </ns0:pt>
                <ns0:pt idx="1663">
                  <ns0:v>47.7637546287</ns0:v>
                </ns0:pt>
                <ns0:pt idx="1664">
                  <ns0:v>-14.3162974847</ns0:v>
                </ns0:pt>
                <ns0:pt idx="1665">
                  <ns0:v>-66.2865325867</ns0:v>
                </ns0:pt>
                <ns0:pt idx="1666">
                  <ns0:v>-86.1014270177</ns0:v>
                </ns0:pt>
                <ns0:pt idx="1667">
                  <ns0:v>-68.9043758759</ns0:v>
                </ns0:pt>
                <ns0:pt idx="1668">
                  <ns0:v>-24.2886735039</ns0:v>
                </ns0:pt>
                <ns0:pt idx="1669">
                  <ns0:v>33.2706380956</ns0:v>
                </ns0:pt>
                <ns0:pt idx="1670">
                  <ns0:v>90.1802002191</ns0:v>
                </ns0:pt>
                <ns0:pt idx="1671">
                  <ns0:v>120.786854397</ns0:v>
                </ns0:pt>
                <ns0:pt idx="1672">
                  <ns0:v>93.6405604006</ns0:v>
                </ns0:pt>
                <ns0:pt idx="1673">
                  <ns0:v>10.3625612281</ns0:v>
                </ns0:pt>
                <ns0:pt idx="1674">
                  <ns0:v>-86.4815470654</ns0:v>
                </ns0:pt>
                <ns0:pt idx="1675">
                  <ns0:v>-148.047172053</ns0:v>
                </ns0:pt>
                <ns0:pt idx="1676">
                  <ns0:v>-139.573208828</ns0:v>
                </ns0:pt>
                <ns0:pt idx="1677">
                  <ns0:v>-55.0785601349</ns0:v>
                </ns0:pt>
                <ns0:pt idx="1678">
                  <ns0:v>63.4590603056</ns0:v>
                </ns0:pt>
                <ns0:pt idx="1679">
                  <ns0:v>147.546585934</ns0:v>
                </ns0:pt>
                <ns0:pt idx="1680">
                  <ns0:v>146.265737371</ns0:v>
                </ns0:pt>
                <ns0:pt idx="1681">
                  <ns0:v>58.5499706676</ns0:v>
                </ns0:pt>
                <ns0:pt idx="1682">
                  <ns0:v>-60.4660309765</ns0:v>
                </ns0:pt>
                <ns0:pt idx="1683">
                  <ns0:v>-143.405939146</ns0:v>
                </ns0:pt>
                <ns0:pt idx="1684">
                  <ns0:v>-154.353948205</ns0:v>
                </ns0:pt>
                <ns0:pt idx="1685">
                  <ns0:v>-91.7023757534</ns0:v>
                </ns0:pt>
                <ns0:pt idx="1686">
                  <ns0:v>12.5411569525</ns0:v>
                </ns0:pt>
                <ns0:pt idx="1687">
                  <ns0:v>100.353474964</ns0:v>
                </ns0:pt>
                <ns0:pt idx="1688">
                  <ns0:v>123.739233088</ns0:v>
                </ns0:pt>
                <ns0:pt idx="1689">
                  <ns0:v>83.8981580309</ns0:v>
                </ns0:pt>
                <ns0:pt idx="1690">
                  <ns0:v>13.2796809672</ns0:v>
                </ns0:pt>
                <ns0:pt idx="1691">
                  <ns0:v>-62.7015480154</ns0:v>
                </ns0:pt>
                <ns0:pt idx="1692">
                  <ns0:v>-108.056979836</ns0:v>
                </ns0:pt>
                <ns0:pt idx="1693">
                  <ns0:v>-82.5731676899</ns0:v>
                </ns0:pt>
                <ns0:pt idx="1694">
                  <ns0:v>-1.68577455723</ns0:v>
                </ns0:pt>
                <ns0:pt idx="1695">
                  <ns0:v>79.8242167729</ns0:v>
                </ns0:pt>
                <ns0:pt idx="1696">
                  <ns0:v>132.573423473</ns0:v>
                </ns0:pt>
                <ns0:pt idx="1697">
                  <ns0:v>140.548265472</ns0:v>
                </ns0:pt>
                <ns0:pt idx="1698">
                  <ns0:v>86.8227644622</ns0:v>
                </ns0:pt>
                <ns0:pt idx="1699">
                  <ns0:v>-5.92661957601</ns0:v>
                </ns0:pt>
                <ns0:pt idx="1700">
                  <ns0:v>-85.6868188728</ns0:v>
                </ns0:pt>
                <ns0:pt idx="1701">
                  <ns0:v>-122.448121144</ns0:v>
                </ns0:pt>
                <ns0:pt idx="1702">
                  <ns0:v>-107.902368389</ns0:v>
                </ns0:pt>
                <ns0:pt idx="1703">
                  <ns0:v>-43.0316280037</ns0:v>
                </ns0:pt>
                <ns0:pt idx="1704">
                  <ns0:v>44.2550669549</ns0:v>
                </ns0:pt>
                <ns0:pt idx="1705">
                  <ns0:v>105.746634553</ns0:v>
                </ns0:pt>
                <ns0:pt idx="1706">
                  <ns0:v>110.368150767</ns0:v>
                </ns0:pt>
                <ns0:pt idx="1707">
                  <ns0:v>63.5106742714</ns0:v>
                </ns0:pt>
                <ns0:pt idx="1708">
                  <ns0:v>-5.3953131476</ns0:v>
                </ns0:pt>
                <ns0:pt idx="1709">
                  <ns0:v>-62.8371985833</ns0:v>
                </ns0:pt>
                <ns0:pt idx="1710">
                  <ns0:v>-81.4309333221</ns0:v>
                </ns0:pt>
                <ns0:pt idx="1711">
                  <ns0:v>-53.8728680336</ns0:v>
                </ns0:pt>
                <ns0:pt idx="1712">
                  <ns0:v>-7.06864122012</ns0:v>
                </ns0:pt>
                <ns0:pt idx="1713">
                  <ns0:v>24.8419554715</ns0:v>
                </ns0:pt>
                <ns0:pt idx="1714">
                  <ns0:v>38.3628661797</ns0:v>
                </ns0:pt>
                <ns0:pt idx="1715">
                  <ns0:v>43.326618286</ns0:v>
                </ns0:pt>
                <ns0:pt idx="1716">
                  <ns0:v>34.4138501329</ns0:v>
                </ns0:pt>
                <ns0:pt idx="1717">
                  <ns0:v>9.86807426253</ns0:v>
                </ns0:pt>
                <ns0:pt idx="1718">
                  <ns0:v>-15.4164931387</ns0:v>
                </ns0:pt>
                <ns0:pt idx="1719">
                  <ns0:v>-30.3425609377</ns0:v>
                </ns0:pt>
                <ns0:pt idx="1720">
                  <ns0:v>-27.8884536526</ns0:v>
                </ns0:pt>
                <ns0:pt idx="1721">
                  <ns0:v>-1.02760208253</ns0:v>
                </ns0:pt>
                <ns0:pt idx="1722">
                  <ns0:v>32.4529147942</ns0:v>
                </ns0:pt>
                <ns0:pt idx="1723">
                  <ns0:v>43.8192868937</ns0:v>
                </ns0:pt>
                <ns0:pt idx="1724">
                  <ns0:v>38.9994138945</ns0:v>
                </ns0:pt>
                <ns0:pt idx="1725">
                  <ns0:v>38.7840053717</ns0:v>
                </ns0:pt>
                <ns0:pt idx="1726">
                  <ns0:v>31.2709032447</ns0:v>
                </ns0:pt>
                <ns0:pt idx="1727">
                  <ns0:v>-2.85683083656</ns0:v>
                </ns0:pt>
                <ns0:pt idx="1728">
                  <ns0:v>-45.6516055131</ns0:v>
                </ns0:pt>
                <ns0:pt idx="1729">
                  <ns0:v>-61.490167167</ns0:v>
                </ns0:pt>
                <ns0:pt idx="1730">
                  <ns0:v>-35.6818649041</ns0:v>
                </ns0:pt>
                <ns0:pt idx="1731">
                  <ns0:v>18.0272397292</ns0:v>
                </ns0:pt>
                <ns0:pt idx="1732">
                  <ns0:v>72.7409207168</ns0:v>
                </ns0:pt>
                <ns0:pt idx="1733">
                  <ns0:v>109.283953976</ns0:v>
                </ns0:pt>
                <ns0:pt idx="1734">
                  <ns0:v>119.641212153</ns0:v>
                </ns0:pt>
                <ns0:pt idx="1735">
                  <ns0:v>94.649795189</ns0:v>
                </ns0:pt>
                <ns0:pt idx="1736">
                  <ns0:v>33.3190069508</ns0:v>
                </ns0:pt>
                <ns0:pt idx="1737">
                  <ns0:v>-33.8030903312</ns0:v>
                </ns0:pt>
                <ns0:pt idx="1738">
                  <ns0:v>-63.8591274968</ns0:v>
                </ns0:pt>
                <ns0:pt idx="1739">
                  <ns0:v>-46.85753666</ns0:v>
                </ns0:pt>
                <ns0:pt idx="1740">
                  <ns0:v>-3.1882124485</ns0:v>
                </ns0:pt>
                <ns0:pt idx="1741">
                  <ns0:v>48.5291586455</ns0:v>
                </ns0:pt>
                <ns0:pt idx="1742">
                  <ns0:v>89.1694957034</ns0:v>
                </ns0:pt>
                <ns0:pt idx="1743">
                  <ns0:v>90.2317964581</ns0:v>
                </ns0:pt>
                <ns0:pt idx="1744">
                  <ns0:v>44.6439178061</ns0:v>
                </ns0:pt>
                <ns0:pt idx="1745">
                  <ns0:v>-18.7516401799</ns0:v>
                </ns0:pt>
                <ns0:pt idx="1746">
                  <ns0:v>-67.6050203513</ns0:v>
                </ns0:pt>
                <ns0:pt idx="1747">
                  <ns0:v>-81.1925361367</ns0:v>
                </ns0:pt>
                <ns0:pt idx="1748">
                  <ns0:v>-49.528667234</ns0:v>
                </ns0:pt>
                <ns0:pt idx="1749">
                  <ns0:v>8.40150233778</ns0:v>
                </ns0:pt>
                <ns0:pt idx="1750">
                  <ns0:v>54.5490538002</ns0:v>
                </ns0:pt>
                <ns0:pt idx="1751">
                  <ns0:v>70.5113755195</ns0:v>
                </ns0:pt>
                <ns0:pt idx="1752">
                  <ns0:v>55.8142462222</ns0:v>
                </ns0:pt>
                <ns0:pt idx="1753">
                  <ns0:v>13.2522363878</ns0:v>
                </ns0:pt>
                <ns0:pt idx="1754">
                  <ns0:v>-33.9572048857</ns0:v>
                </ns0:pt>
                <ns0:pt idx="1755">
                  <ns0:v>-48.8749888159</ns0:v>
                </ns0:pt>
                <ns0:pt idx="1756">
                  <ns0:v>-21.5378907996</ns0:v>
                </ns0:pt>
                <ns0:pt idx="1757">
                  <ns0:v>26.0872362039</ns0:v>
                </ns0:pt>
                <ns0:pt idx="1758">
                  <ns0:v>61.5296247259</ns0:v>
                </ns0:pt>
                <ns0:pt idx="1759">
                  <ns0:v>52.1012288474</ns0:v>
                </ns0:pt>
                <ns0:pt idx="1760">
                  <ns0:v>-6.31841095619</ns0:v>
                </ns0:pt>
                <ns0:pt idx="1761">
                  <ns0:v>-67.0723543177</ns0:v>
                </ns0:pt>
                <ns0:pt idx="1762">
                  <ns0:v>-78.7630113304</ns0:v>
                </ns0:pt>
                <ns0:pt idx="1763">
                  <ns0:v>-38.8174105119</ns0:v>
                </ns0:pt>
                <ns0:pt idx="1764">
                  <ns0:v>22.1316670856</ns0:v>
                </ns0:pt>
                <ns0:pt idx="1765">
                  <ns0:v>75.8665247151</ns0:v>
                </ns0:pt>
                <ns0:pt idx="1766">
                  <ns0:v>101.559570488</ns0:v>
                </ns0:pt>
                <ns0:pt idx="1767">
                  <ns0:v>87.3830002383</ns0:v>
                </ns0:pt>
                <ns0:pt idx="1768">
                  <ns0:v>40.9019726951</ns0:v>
                </ns0:pt>
                <ns0:pt idx="1769">
                  <ns0:v>-15.7957547711</ns0:v>
                </ns0:pt>
                <ns0:pt idx="1770">
                  <ns0:v>-59.4995122872</ns0:v>
                </ns0:pt>
                <ns0:pt idx="1771">
                  <ns0:v>-73.6350402942</ns0:v>
                </ns0:pt>
                <ns0:pt idx="1772">
                  <ns0:v>-56.0538026443</ns0:v>
                </ns0:pt>
                <ns0:pt idx="1773">
                  <ns0:v>-18.9570598213</ns0:v>
                </ns0:pt>
                <ns0:pt idx="1774">
                  <ns0:v>24.3553339108</ns0:v>
                </ns0:pt>
                <ns0:pt idx="1775">
                  <ns0:v>62.5501601919</ns0:v>
                </ns0:pt>
                <ns0:pt idx="1776">
                  <ns0:v>77.3550318904</ns0:v>
                </ns0:pt>
                <ns0:pt idx="1777">
                  <ns0:v>55.6186140194</ns0:v>
                </ns0:pt>
                <ns0:pt idx="1778">
                  <ns0:v>10.7630506437</ns0:v>
                </ns0:pt>
                <ns0:pt idx="1779">
                  <ns0:v>-30.4226261602</ns0:v>
                </ns0:pt>
                <ns0:pt idx="1780">
                  <ns0:v>-54.9467514859</ns0:v>
                </ns0:pt>
                <ns0:pt idx="1781">
                  <ns0:v>-57.5933339607</ns0:v>
                </ns0:pt>
                <ns0:pt idx="1782">
                  <ns0:v>-31.4384919113</ns0:v>
                </ns0:pt>
                <ns0:pt idx="1783">
                  <ns0:v>14.6509693305</ns0:v>
                </ns0:pt>
                <ns0:pt idx="1784">
                  <ns0:v>54.2492256653</ns0:v>
                </ns0:pt>
                <ns0:pt idx="1785">
                  <ns0:v>68.922104999</ns0:v>
                </ns0:pt>
                <ns0:pt idx="1786">
                  <ns0:v>56.468431202</ns0:v>
                </ns0:pt>
                <ns0:pt idx="1787">
                  <ns0:v>22.1678231299</ns0:v>
                </ns0:pt>
                <ns0:pt idx="1788">
                  <ns0:v>-22.265414421</ns0:v>
                </ns0:pt>
                <ns0:pt idx="1789">
                  <ns0:v>-62.0876258289</ns0:v>
                </ns0:pt>
                <ns0:pt idx="1790">
                  <ns0:v>-85.1107878253</ns0:v>
                </ns0:pt>
                <ns0:pt idx="1791">
                  <ns0:v>-75.3809474343</ns0:v>
                </ns0:pt>
                <ns0:pt idx="1792">
                  <ns0:v>-21.5509023988</ns0:v>
                </ns0:pt>
                <ns0:pt idx="1793">
                  <ns0:v>51.8663147438</ns0:v>
                </ns0:pt>
                <ns0:pt idx="1794">
                  <ns0:v>92.0025095442</ns0:v>
                </ns0:pt>
                <ns0:pt idx="1795">
                  <ns0:v>72.7742828825</ns0:v>
                </ns0:pt>
                <ns0:pt idx="1796">
                  <ns0:v>20.6622754975</ns0:v>
                </ns0:pt>
                <ns0:pt idx="1797">
                  <ns0:v>-22.3979353721</ns0:v>
                </ns0:pt>
                <ns0:pt idx="1798">
                  <ns0:v>-37.5222691725</ns0:v>
                </ns0:pt>
                <ns0:pt idx="1799">
                  <ns0:v>-27.187073021</ns0:v>
                </ns0:pt>
                <ns0:pt idx="1800">
                  <ns0:v>-1.74631647201</ns0:v>
                </ns0:pt>
                <ns0:pt idx="1801">
                  <ns0:v>28.6143308141</ns0:v>
                </ns0:pt>
                <ns0:pt idx="1802">
                  <ns0:v>53.705914315</ns0:v>
                </ns0:pt>
                <ns0:pt idx="1803">
                  <ns0:v>54.0669703448</ns0:v>
                </ns0:pt>
                <ns0:pt idx="1804">
                  <ns0:v>14.6290437492</ns0:v>
                </ns0:pt>
                <ns0:pt idx="1805">
                  <ns0:v>-43.5984028846</ns0:v>
                </ns0:pt>
                <ns0:pt idx="1806">
                  <ns0:v>-76.2189380391</ns0:v>
                </ns0:pt>
                <ns0:pt idx="1807">
                  <ns0:v>-64.8395344647</ns0:v>
                </ns0:pt>
                <ns0:pt idx="1808">
                  <ns0:v>-26.2054858663</ns0:v>
                </ns0:pt>
                <ns0:pt idx="1809">
                  <ns0:v>16.9285315295</ns0:v>
                </ns0:pt>
                <ns0:pt idx="1810">
                  <ns0:v>48.4167755372</ns0:v>
                </ns0:pt>
                <ns0:pt idx="1811">
                  <ns0:v>56.9381831294</ns0:v>
                </ns0:pt>
                <ns0:pt idx="1812">
                  <ns0:v>37.8738837083</ns0:v>
                </ns0:pt>
                <ns0:pt idx="1813">
                  <ns0:v>-2.72634741316</ns0:v>
                </ns0:pt>
                <ns0:pt idx="1814">
                  <ns0:v>-39.7168546277</ns0:v>
                </ns0:pt>
                <ns0:pt idx="1815">
                  <ns0:v>-41.3262108845</ns0:v>
                </ns0:pt>
                <ns0:pt idx="1816">
                  <ns0:v>-10.8694055063</ns0:v>
                </ns0:pt>
                <ns0:pt idx="1817">
                  <ns0:v>13.3258430827</ns0:v>
                </ns0:pt>
                <ns0:pt idx="1818">
                  <ns0:v>10.1400860887</ns0:v>
                </ns0:pt>
                <ns0:pt idx="1819">
                  <ns0:v>-8.57787767464</ns0:v>
                </ns0:pt>
                <ns0:pt idx="1820">
                  <ns0:v>-25.2935318784</ns0:v>
                </ns0:pt>
                <ns0:pt idx="1821">
                  <ns0:v>-29.8769141478</ns0:v>
                </ns0:pt>
                <ns0:pt idx="1822">
                  <ns0:v>-24.979085436</ns0:v>
                </ns0:pt>
                <ns0:pt idx="1823">
                  <ns0:v>-20.8202894493</ns0:v>
                </ns0:pt>
                <ns0:pt idx="1824">
                  <ns0:v>-15.4825862823</ns0:v>
                </ns0:pt>
                <ns0:pt idx="1825">
                  <ns0:v>-4.59580350657</ns0:v>
                </ns0:pt>
                <ns0:pt idx="1826">
                  <ns0:v>-1.95237159852</ns0:v>
                </ns0:pt>
                <ns0:pt idx="1827">
                  <ns0:v>-15.7376231876</ns0:v>
                </ns0:pt>
                <ns0:pt idx="1828">
                  <ns0:v>-30.8787310032</ns0:v>
                </ns0:pt>
                <ns0:pt idx="1829">
                  <ns0:v>-36.4956152145</ns0:v>
                </ns0:pt>
                <ns0:pt idx="1830">
                  <ns0:v>-34.0683793366</ns0:v>
                </ns0:pt>
                <ns0:pt idx="1831">
                  <ns0:v>-23.1819892402</ns0:v>
                </ns0:pt>
                <ns0:pt idx="1832">
                  <ns0:v>-4.60841544304</ns0:v>
                </ns0:pt>
                <ns0:pt idx="1833">
                  <ns0:v>18.7419274096</ns0:v>
                </ns0:pt>
                <ns0:pt idx="1834">
                  <ns0:v>45.8136450996</ns0:v>
                </ns0:pt>
                <ns0:pt idx="1835">
                  <ns0:v>67.6653189231</ns0:v>
                </ns0:pt>
                <ns0:pt idx="1836">
                  <ns0:v>71.2393756204</ns0:v>
                </ns0:pt>
                <ns0:pt idx="1837">
                  <ns0:v>54.1373023841</ns0:v>
                </ns0:pt>
                <ns0:pt idx="1838">
                  <ns0:v>23.1208897315</ns0:v>
                </ns0:pt>
                <ns0:pt idx="1839">
                  <ns0:v>-8.15448178513</ns0:v>
                </ns0:pt>
                <ns0:pt idx="1840">
                  <ns0:v>-27.2616783354</ns0:v>
                </ns0:pt>
                <ns0:pt idx="1841">
                  <ns0:v>-36.7886136296</ns0:v>
                </ns0:pt>
                <ns0:pt idx="1842">
                  <ns0:v>-31.8741752799</ns0:v>
                </ns0:pt>
                <ns0:pt idx="1843">
                  <ns0:v>7.83568149034</ns0:v>
                </ns0:pt>
                <ns0:pt idx="1844">
                  <ns0:v>62.8405054698</ns0:v>
                </ns0:pt>
                <ns0:pt idx="1845">
                  <ns0:v>76.2005809514</ns0:v>
                </ns0:pt>
                <ns0:pt idx="1846">
                  <ns0:v>38.3578462229</ns0:v>
                </ns0:pt>
                <ns0:pt idx="1847">
                  <ns0:v>-10.2513819425</ns0:v>
                </ns0:pt>
                <ns0:pt idx="1848">
                  <ns0:v>-49.184304105</ns0:v>
                </ns0:pt>
                <ns0:pt idx="1849">
                  <ns0:v>-73.5940055717</ns0:v>
                </ns0:pt>
                <ns0:pt idx="1850">
                  <ns0:v>-67.349484942</ns0:v>
                </ns0:pt>
                <ns0:pt idx="1851">
                  <ns0:v>-32.9979467354</ns0:v>
                </ns0:pt>
                <ns0:pt idx="1852">
                  <ns0:v>6.47134371245</ns0:v>
                </ns0:pt>
                <ns0:pt idx="1853">
                  <ns0:v>41.2738411049</ns0:v>
                </ns0:pt>
                <ns0:pt idx="1854">
                  <ns0:v>65.209558732</ns0:v>
                </ns0:pt>
                <ns0:pt idx="1855">
                  <ns0:v>59.3133017027</ns0:v>
                </ns0:pt>
                <ns0:pt idx="1856">
                  <ns0:v>15.5915448615</ns0:v>
                </ns0:pt>
                <ns0:pt idx="1857">
                  <ns0:v>-42.028961865</ns0:v>
                </ns0:pt>
                <ns0:pt idx="1858">
                  <ns0:v>-73.4376214273</ns0:v>
                </ns0:pt>
                <ns0:pt idx="1859">
                  <ns0:v>-57.5773496017</ns0:v>
                </ns0:pt>
                <ns0:pt idx="1860">
                  <ns0:v>-10.4798004529</ns0:v>
                </ns0:pt>
                <ns0:pt idx="1861">
                  <ns0:v>37.5748828323</ns0:v>
                </ns0:pt>
                <ns0:pt idx="1862">
                  <ns0:v>70.9302456587</ns0:v>
                </ns0:pt>
                <ns0:pt idx="1863">
                  <ns0:v>83.6927555794</ns0:v>
                </ns0:pt>
                <ns0:pt idx="1864">
                  <ns0:v>71.3614022027</ns0:v>
                </ns0:pt>
                <ns0:pt idx="1865">
                  <ns0:v>38.5404544714</ns0:v>
                </ns0:pt>
                <ns0:pt idx="1866">
                  <ns0:v>-0.712292390142</ns0:v>
                </ns0:pt>
                <ns0:pt idx="1867">
                  <ns0:v>-30.5755277599</ns0:v>
                </ns0:pt>
                <ns0:pt idx="1868">
                  <ns0:v>-43.8842524944</ns0:v>
                </ns0:pt>
                <ns0:pt idx="1869">
                  <ns0:v>-44.1246060931</ns0:v>
                </ns0:pt>
                <ns0:pt idx="1870">
                  <ns0:v>-31.2728612696</ns0:v>
                </ns0:pt>
                <ns0:pt idx="1871">
                  <ns0:v>-2.82329784731</ns0:v>
                </ns0:pt>
                <ns0:pt idx="1872">
                  <ns0:v>28.6888394359</ns0:v>
                </ns0:pt>
                <ns0:pt idx="1873">
                  <ns0:v>46.2749063434</ns0:v>
                </ns0:pt>
                <ns0:pt idx="1874">
                  <ns0:v>46.0202046391</ns0:v>
                </ns0:pt>
                <ns0:pt idx="1875">
                  <ns0:v>22.9494988975</ns0:v>
                </ns0:pt>
                <ns0:pt idx="1876">
                  <ns0:v>-24.5545679124</ns0:v>
                </ns0:pt>
                <ns0:pt idx="1877">
                  <ns0:v>-68.233063953</ns0:v>
                </ns0:pt>
                <ns0:pt idx="1878">
                  <ns0:v>-75.6833384598</ns0:v>
                </ns0:pt>
                <ns0:pt idx="1879">
                  <ns0:v>-50.1219831558</ns0:v>
                </ns0:pt>
                <ns0:pt idx="1880">
                  <ns0:v>-10.4187288777</ns0:v>
                </ns0:pt>
                <ns0:pt idx="1881">
                  <ns0:v>32.8288502016</ns0:v>
                </ns0:pt>
                <ns0:pt idx="1882">
                  <ns0:v>62.9250319808</ns0:v>
                </ns0:pt>
                <ns0:pt idx="1883">
                  <ns0:v>60.870246817</ns0:v>
                </ns0:pt>
                <ns0:pt idx="1884">
                  <ns0:v>30.873733608</ns0:v>
                </ns0:pt>
                <ns0:pt idx="1885">
                  <ns0:v>-7.20153819794</ns0:v>
                </ns0:pt>
                <ns0:pt idx="1886">
                  <ns0:v>-41.9480833504</ns0:v>
                </ns0:pt>
                <ns0:pt idx="1887">
                  <ns0:v>-65.8996370745</ns0:v>
                </ns0:pt>
                <ns0:pt idx="1888">
                  <ns0:v>-62.5288942688</ns0:v>
                </ns0:pt>
                <ns0:pt idx="1889">
                  <ns0:v>-21.2042922415</ns0:v>
                </ns0:pt>
                <ns0:pt idx="1890">
                  <ns0:v>38.7331321784</ns0:v>
                </ns0:pt>
                <ns0:pt idx="1891">
                  <ns0:v>81.9722028472</ns0:v>
                </ns0:pt>
                <ns0:pt idx="1892">
                  <ns0:v>95.2046645266</ns0:v>
                </ns0:pt>
                <ns0:pt idx="1893">
                  <ns0:v>83.9730539603</ns0:v>
                </ns0:pt>
                <ns0:pt idx="1894">
                  <ns0:v>44.9263487958</ns0:v>
                </ns0:pt>
                <ns0:pt idx="1895">
                  <ns0:v>-20.7213122311</ns0:v>
                </ns0:pt>
                <ns0:pt idx="1896">
                  <ns0:v>-79.2644182621</ns0:v>
                </ns0:pt>
                <ns0:pt idx="1897">
                  <ns0:v>-92.5982927385</ns0:v>
                </ns0:pt>
                <ns0:pt idx="1898">
                  <ns0:v>-61.8610487751</ns0:v>
                </ns0:pt>
                <ns0:pt idx="1899">
                  <ns0:v>-11.8453119714</ns0:v>
                </ns0:pt>
                <ns0:pt idx="1900">
                  <ns0:v>40.7719695116</ns0:v>
                </ns0:pt>
                <ns0:pt idx="1901">
                  <ns0:v>75.0427103179</ns0:v>
                </ns0:pt>
                <ns0:pt idx="1902">
                  <ns0:v>63.186498406</ns0:v>
                </ns0:pt>
                <ns0:pt idx="1903">
                  <ns0:v>14.9474008696</ns0:v>
                </ns0:pt>
                <ns0:pt idx="1904">
                  <ns0:v>-25.0260554718</ns0:v>
                </ns0:pt>
                <ns0:pt idx="1905">
                  <ns0:v>-39.1268805092</ns0:v>
                </ns0:pt>
                <ns0:pt idx="1906">
                  <ns0:v>-41.110307618</ns0:v>
                </ns0:pt>
                <ns0:pt idx="1907">
                  <ns0:v>-32.8588410191</ns0:v>
                </ns0:pt>
                <ns0:pt idx="1908">
                  <ns0:v>-11.2719533996</ns0:v>
                </ns0:pt>
                <ns0:pt idx="1909">
                  <ns0:v>13.2085721641</ns0:v>
                </ns0:pt>
                <ns0:pt idx="1910">
                  <ns0:v>34.7325145209</ns0:v>
                </ns0:pt>
                <ns0:pt idx="1911">
                  <ns0:v>48.0008512988</ns0:v>
                </ns0:pt>
                <ns0:pt idx="1912">
                  <ns0:v>33.3220640481</ns0:v>
                </ns0:pt>
                <ns0:pt idx="1913">
                  <ns0:v>-13.1725036804</ns0:v>
                </ns0:pt>
                <ns0:pt idx="1914">
                  <ns0:v>-63.361016708</ns0:v>
                </ns0:pt>
                <ns0:pt idx="1915">
                  <ns0:v>-87.8291435962</ns0:v>
                </ns0:pt>
                <ns0:pt idx="1916">
                  <ns0:v>-68.7742335625</ns0:v>
                </ns0:pt>
                <ns0:pt idx="1917">
                  <ns0:v>-5.79189510829</ns0:v>
                </ns0:pt>
                <ns0:pt idx="1918">
                  <ns0:v>66.0304927644</ns0:v>
                </ns0:pt>
                <ns0:pt idx="1919">
                  <ns0:v>102.355955347</ns0:v>
                </ns0:pt>
                <ns0:pt idx="1920">
                  <ns0:v>93.188658462</ns0:v>
                </ns0:pt>
                <ns0:pt idx="1921">
                  <ns0:v>52.9981584188</ns0:v>
                </ns0:pt>
                <ns0:pt idx="1922">
                  <ns0:v>-3.06309009187</ns0:v>
                </ns0:pt>
                <ns0:pt idx="1923">
                  <ns0:v>-54.7084590508</ns0:v>
                </ns0:pt>
                <ns0:pt idx="1924">
                  <ns0:v>-78.5604527153</ns0:v>
                </ns0:pt>
                <ns0:pt idx="1925">
                  <ns0:v>-61.7756498821</ns0:v>
                </ns0:pt>
                <ns0:pt idx="1926">
                  <ns0:v>-7.9367171863</ns0:v>
                </ns0:pt>
                <ns0:pt idx="1927">
                  <ns0:v>56.5044744383</ns0:v>
                </ns0:pt>
                <ns0:pt idx="1928">
                  <ns0:v>93.3030425697</ns0:v>
                </ns0:pt>
                <ns0:pt idx="1929">
                  <ns0:v>82.5041211249</ns0:v>
                </ns0:pt>
                <ns0:pt idx="1930">
                  <ns0:v>32.9369412334</ns0:v>
                </ns0:pt>
                <ns0:pt idx="1931">
                  <ns0:v>-27.9880862317</ns0:v>
                </ns0:pt>
                <ns0:pt idx="1932">
                  <ns0:v>-66.6449849</ns0:v>
                </ns0:pt>
                <ns0:pt idx="1933">
                  <ns0:v>-65.3317765507</ns0:v>
                </ns0:pt>
                <ns0:pt idx="1934">
                  <ns0:v>-33.140370619</ns0:v>
                </ns0:pt>
                <ns0:pt idx="1935">
                  <ns0:v>11.8276338806</ns0:v>
                </ns0:pt>
                <ns0:pt idx="1936">
                  <ns0:v>50.4254566011</ns0:v>
                </ns0:pt>
                <ns0:pt idx="1937">
                  <ns0:v>61.94733724</ns0:v>
                </ns0:pt>
                <ns0:pt idx="1938">
                  <ns0:v>43.5405382801</ns0:v>
                </ns0:pt>
                <ns0:pt idx="1939">
                  <ns0:v>9.8799776572</ns0:v>
                </ns0:pt>
                <ns0:pt idx="1940">
                  <ns0:v>-29.6525024708</ns0:v>
                </ns0:pt>
                <ns0:pt idx="1941">
                  <ns0:v>-57.8768215855</ns0:v>
                </ns0:pt>
                <ns0:pt idx="1942">
                  <ns0:v>-43.413117863</ns0:v>
                </ns0:pt>
                <ns0:pt idx="1943">
                  <ns0:v>11.3465662346</ns0:v>
                </ns0:pt>
                <ns0:pt idx="1944">
                  <ns0:v>59.5835402943</ns0:v>
                </ns0:pt>
                <ns0:pt idx="1945">
                  <ns0:v>71.5367112352</ns0:v>
                </ns0:pt>
                <ns0:pt idx="1946">
                  <ns0:v>57.4672983963</ns0:v>
                </ns0:pt>
                <ns0:pt idx="1947">
                  <ns0:v>29.9651751414</ns0:v>
                </ns0:pt>
                <ns0:pt idx="1948">
                  <ns0:v>-8.11991848264</ns0:v>
                </ns0:pt>
                <ns0:pt idx="1949">
                  <ns0:v>-43.5501919606</ns0:v>
                </ns0:pt>
                <ns0:pt idx="1950">
                  <ns0:v>-52.5450338562</ns0:v>
                </ns0:pt>
                <ns0:pt idx="1951">
                  <ns0:v>-22.9221644403</ns0:v>
                </ns0:pt>
                <ns0:pt idx="1952">
                  <ns0:v>29.9655098052</ns0:v>
                </ns0:pt>
                <ns0:pt idx="1953">
                  <ns0:v>70.7831445399</ns0:v>
                </ns0:pt>
                <ns0:pt idx="1954">
                  <ns0:v>75.2187939654</ns0:v>
                </ns0:pt>
                <ns0:pt idx="1955">
                  <ns0:v>47.1955014255</ns0:v>
                </ns0:pt>
                <ns0:pt idx="1956">
                  <ns0:v>-1.25693863533</ns0:v>
                </ns0:pt>
                <ns0:pt idx="1957">
                  <ns0:v>-62.5338857551</ns0:v>
                </ns0:pt>
                <ns0:pt idx="1958">
                  <ns0:v>-113.124413255</ns0:v>
                </ns0:pt>
                <ns0:pt idx="1959">
                  <ns0:v>-114.979912311</ns0:v>
                </ns0:pt>
                <ns0:pt idx="1960">
                  <ns0:v>-55.9976108215</ns0:v>
                </ns0:pt>
                <ns0:pt idx="1961">
                  <ns0:v>33.8944992057</ns0:v>
                </ns0:pt>
                <ns0:pt idx="1962">
                  <ns0:v>106.393410732</ns0:v>
                </ns0:pt>
                <ns0:pt idx="1963">
                  <ns0:v>120.35509245</ns0:v>
                </ns0:pt>
                <ns0:pt idx="1964">
                  <ns0:v>70.2795786775</ns0:v>
                </ns0:pt>
                <ns0:pt idx="1965">
                  <ns0:v>-2.79234816167</ns0:v>
                </ns0:pt>
                <ns0:pt idx="1966">
                  <ns0:v>-58.0649300306</ns0:v>
                </ns0:pt>
                <ns0:pt idx="1967">
                  <ns0:v>-84.2707822544</ns0:v>
                </ns0:pt>
                <ns0:pt idx="1968">
                  <ns0:v>-71.0824478488</ns0:v>
                </ns0:pt>
                <ns0:pt idx="1969">
                  <ns0:v>-15.1657719459</ns0:v>
                </ns0:pt>
                <ns0:pt idx="1970">
                  <ns0:v>45.62328318</ns0:v>
                </ns0:pt>
                <ns0:pt idx="1971">
                  <ns0:v>64.0162927025</ns0:v>
                </ns0:pt>
                <ns0:pt idx="1972">
                  <ns0:v>40.7114974303</ns0:v>
                </ns0:pt>
                <ns0:pt idx="1973">
                  <ns0:v>8.47866194804</ns0:v>
                </ns0:pt>
                <ns0:pt idx="1974">
                  <ns0:v>-17.1445803721</ns0:v>
                </ns0:pt>
                <ns0:pt idx="1975">
                  <ns0:v>-37.3668299295</ns0:v>
                </ns0:pt>
                <ns0:pt idx="1976">
                  <ns0:v>-47.5745669869</ns0:v>
                </ns0:pt>
                <ns0:pt idx="1977">
                  <ns0:v>-47.1763444753</ns0:v>
                </ns0:pt>
                <ns0:pt idx="1978">
                  <ns0:v>-50.2483372685</ns0:v>
                </ns0:pt>
                <ns0:pt idx="1979">
                  <ns0:v>-58.4452031749</ns0:v>
                </ns0:pt>
                <ns0:pt idx="1980">
                  <ns0:v>-50.6102087391</ns0:v>
                </ns0:pt>
                <ns0:pt idx="1981">
                  <ns0:v>-20.8051780094</ns0:v>
                </ns0:pt>
                <ns0:pt idx="1982">
                  <ns0:v>12.0267921397</ns0:v>
                </ns0:pt>
                <ns0:pt idx="1983">
                  <ns0:v>39.3329581973</ns0:v>
                </ns0:pt>
                <ns0:pt idx="1984">
                  <ns0:v>59.0372056891</ns0:v>
                </ns0:pt>
                <ns0:pt idx="1985">
                  <ns0:v>55.8056362845</ns0:v>
                </ns0:pt>
                <ns0:pt idx="1986">
                  <ns0:v>30.0879972888</ns0:v>
                </ns0:pt>
                <ns0:pt idx="1987">
                  <ns0:v>2.79914833646</ns0:v>
                </ns0:pt>
                <ns0:pt idx="1988">
                  <ns0:v>-22.5291772951</ns0:v>
                </ns0:pt>
                <ns0:pt idx="1989">
                  <ns0:v>-41.8760865871</ns0:v>
                </ns0:pt>
                <ns0:pt idx="1990">
                  <ns0:v>-29.6778482838</ns0:v>
                </ns0:pt>
                <ns0:pt idx="1991">
                  <ns0:v>7.70947080493</ns0:v>
                </ns0:pt>
                <ns0:pt idx="1992">
                  <ns0:v>26.4898399641</ns0:v>
                </ns0:pt>
                <ns0:pt idx="1993">
                  <ns0:v>14.4096031455</ns0:v>
                </ns0:pt>
                <ns0:pt idx="1994">
                  <ns0:v>-7.08667331328</ns0:v>
                </ns0:pt>
                <ns0:pt idx="1995">
                  <ns0:v>-25.4086245278</ns0:v>
                </ns0:pt>
                <ns0:pt idx="1996">
                  <ns0:v>-29.045404095</ns0:v>
                </ns0:pt>
                <ns0:pt idx="1997">
                  <ns0:v>-8.27959286096</ns0:v>
                </ns0:pt>
                <ns0:pt idx="1998">
                  <ns0:v>23.0768645222</ns0:v>
                </ns0:pt>
              </ns0:numCache>
            </ns0:numRef>
          </ns0:yVal>
          <ns0:smooth val="0"/>
        </ns0:ser>
        <ns0:ser>
          <ns0:idx val="1"/>
          <ns0:order val="1"/>
          <ns0:tx>
            <ns0:v>Neural ODE</ns0:v>
          </ns0:tx>
          <ns0:spPr>
            <ns1:ln w="13335">
              <ns1:solidFill>
                <ns1:srgbClr val="946E24"/>
              </ns1:solidFill>
              <ns1:prstDash val="solid"/>
            </ns1:ln>
          </ns0:spPr>
          <ns0:marker>
            <ns0:symbol val="none"/>
          </ns0:marker>
          <ns0:xVal>
            <ns0:numRef>
              <ns0:f>'Chart Data'!$C$2:$C$2000</ns0:f>
              <ns0:numCache>
                <ns0:formatCode>General</ns0:formatCode>
                <ns0:ptCount val="1999"/>
                <ns0:pt idx="0">
                  <ns0:v>0</ns0:v>
                </ns0:pt>
                <ns0:pt idx="1">
                  <ns0:v>0.00163840419431</ns0:v>
                </ns0:pt>
                <ns0:pt idx="2">
                  <ns0:v>0.00327680838863</ns0:v>
                </ns0:pt>
                <ns0:pt idx="3">
                  <ns0:v>0.00491521258294</ns0:v>
                </ns0:pt>
                <ns0:pt idx="4">
                  <ns0:v>0.00655361677726</ns0:v>
                </ns0:pt>
                <ns0:pt idx="5">
                  <ns0:v>0.00819202097157</ns0:v>
                </ns0:pt>
                <ns0:pt idx="6">
                  <ns0:v>0.00983042516589</ns0:v>
                </ns0:pt>
                <ns0:pt idx="7">
                  <ns0:v>0.0114688293602</ns0:v>
                </ns0:pt>
                <ns0:pt idx="8">
                  <ns0:v>0.0131072335545</ns0:v>
                </ns0:pt>
                <ns0:pt idx="9">
                  <ns0:v>0.0147456377488</ns0:v>
                </ns0:pt>
                <ns0:pt idx="10">
                  <ns0:v>0.0163840419431</ns0:v>
                </ns0:pt>
                <ns0:pt idx="11">
                  <ns0:v>0.0180224461375</ns0:v>
                </ns0:pt>
                <ns0:pt idx="12">
                  <ns0:v>0.0196608503318</ns0:v>
                </ns0:pt>
                <ns0:pt idx="13">
                  <ns0:v>0.0212992545261</ns0:v>
                </ns0:pt>
                <ns0:pt idx="14">
                  <ns0:v>0.0229376587204</ns0:v>
                </ns0:pt>
                <ns0:pt idx="15">
                  <ns0:v>0.0245760629147</ns0:v>
                </ns0:pt>
                <ns0:pt idx="16">
                  <ns0:v>0.026214467109</ns0:v>
                </ns0:pt>
                <ns0:pt idx="17">
                  <ns0:v>0.0278528713034</ns0:v>
                </ns0:pt>
                <ns0:pt idx="18">
                  <ns0:v>0.0294912754977</ns0:v>
                </ns0:pt>
                <ns0:pt idx="19">
                  <ns0:v>0.031129679692</ns0:v>
                </ns0:pt>
                <ns0:pt idx="20">
                  <ns0:v>0.0327680838863</ns0:v>
                </ns0:pt>
                <ns0:pt idx="21">
                  <ns0:v>0.0344064880806</ns0:v>
                </ns0:pt>
                <ns0:pt idx="22">
                  <ns0:v>0.0360448922749</ns0:v>
                </ns0:pt>
                <ns0:pt idx="23">
                  <ns0:v>0.0376832964692</ns0:v>
                </ns0:pt>
                <ns0:pt idx="24">
                  <ns0:v>0.0393217006636</ns0:v>
                </ns0:pt>
                <ns0:pt idx="25">
                  <ns0:v>0.0409601048579</ns0:v>
                </ns0:pt>
                <ns0:pt idx="26">
                  <ns0:v>0.0425985090522</ns0:v>
                </ns0:pt>
                <ns0:pt idx="27">
                  <ns0:v>0.0442369132465</ns0:v>
                </ns0:pt>
                <ns0:pt idx="28">
                  <ns0:v>0.0458753174408</ns0:v>
                </ns0:pt>
                <ns0:pt idx="29">
                  <ns0:v>0.0475137216351</ns0:v>
                </ns0:pt>
                <ns0:pt idx="30">
                  <ns0:v>0.0491521258294</ns0:v>
                </ns0:pt>
                <ns0:pt idx="31">
                  <ns0:v>0.0507905300238</ns0:v>
                </ns0:pt>
                <ns0:pt idx="32">
                  <ns0:v>0.0524289342181</ns0:v>
                </ns0:pt>
                <ns0:pt idx="33">
                  <ns0:v>0.0540673384124</ns0:v>
                </ns0:pt>
                <ns0:pt idx="34">
                  <ns0:v>0.0557057426067</ns0:v>
                </ns0:pt>
                <ns0:pt idx="35">
                  <ns0:v>0.057344146801</ns0:v>
                </ns0:pt>
                <ns0:pt idx="36">
                  <ns0:v>0.0589825509953</ns0:v>
                </ns0:pt>
                <ns0:pt idx="37">
                  <ns0:v>0.0606209551896</ns0:v>
                </ns0:pt>
                <ns0:pt idx="38">
                  <ns0:v>0.062259359384</ns0:v>
                </ns0:pt>
                <ns0:pt idx="39">
                  <ns0:v>0.0638977635783</ns0:v>
                </ns0:pt>
                <ns0:pt idx="40">
                  <ns0:v>0.0655361677726</ns0:v>
                </ns0:pt>
                <ns0:pt idx="41">
                  <ns0:v>0.0671745719669</ns0:v>
                </ns0:pt>
                <ns0:pt idx="42">
                  <ns0:v>0.0688129761612</ns0:v>
                </ns0:pt>
                <ns0:pt idx="43">
                  <ns0:v>0.0704513803555</ns0:v>
                </ns0:pt>
                <ns0:pt idx="44">
                  <ns0:v>0.0720897845498</ns0:v>
                </ns0:pt>
                <ns0:pt idx="45">
                  <ns0:v>0.0737281887442</ns0:v>
                </ns0:pt>
                <ns0:pt idx="46">
                  <ns0:v>0.0753665929385</ns0:v>
                </ns0:pt>
                <ns0:pt idx="47">
                  <ns0:v>0.0770049971328</ns0:v>
                </ns0:pt>
                <ns0:pt idx="48">
                  <ns0:v>0.0786434013271</ns0:v>
                </ns0:pt>
                <ns0:pt idx="49">
                  <ns0:v>0.0802818055214</ns0:v>
                </ns0:pt>
                <ns0:pt idx="50">
                  <ns0:v>0.0819202097157</ns0:v>
                </ns0:pt>
                <ns0:pt idx="51">
                  <ns0:v>0.0835586139101</ns0:v>
                </ns0:pt>
                <ns0:pt idx="52">
                  <ns0:v>0.0851970181044</ns0:v>
                </ns0:pt>
                <ns0:pt idx="53">
                  <ns0:v>0.0868354222987</ns0:v>
                </ns0:pt>
                <ns0:pt idx="54">
                  <ns0:v>0.088473826493</ns0:v>
                </ns0:pt>
                <ns0:pt idx="55">
                  <ns0:v>0.0901122306873</ns0:v>
                </ns0:pt>
                <ns0:pt idx="56">
                  <ns0:v>0.0917506348816</ns0:v>
                </ns0:pt>
                <ns0:pt idx="57">
                  <ns0:v>0.0933890390759</ns0:v>
                </ns0:pt>
                <ns0:pt idx="58">
                  <ns0:v>0.0950274432703</ns0:v>
                </ns0:pt>
                <ns0:pt idx="59">
                  <ns0:v>0.0966658474646</ns0:v>
                </ns0:pt>
                <ns0:pt idx="60">
                  <ns0:v>0.0983042516589</ns0:v>
                </ns0:pt>
                <ns0:pt idx="61">
                  <ns0:v>0.0999426558532</ns0:v>
                </ns0:pt>
                <ns0:pt idx="62">
                  <ns0:v>0.101581060048</ns0:v>
                </ns0:pt>
                <ns0:pt idx="63">
                  <ns0:v>0.103219464242</ns0:v>
                </ns0:pt>
                <ns0:pt idx="64">
                  <ns0:v>0.104857868436</ns0:v>
                </ns0:pt>
                <ns0:pt idx="65">
                  <ns0:v>0.10649627263</ns0:v>
                </ns0:pt>
                <ns0:pt idx="66">
                  <ns0:v>0.108134676825</ns0:v>
                </ns0:pt>
                <ns0:pt idx="67">
                  <ns0:v>0.109773081019</ns0:v>
                </ns0:pt>
                <ns0:pt idx="68">
                  <ns0:v>0.111411485213</ns0:v>
                </ns0:pt>
                <ns0:pt idx="69">
                  <ns0:v>0.113049889408</ns0:v>
                </ns0:pt>
                <ns0:pt idx="70">
                  <ns0:v>0.114688293602</ns0:v>
                </ns0:pt>
                <ns0:pt idx="71">
                  <ns0:v>0.116326697796</ns0:v>
                </ns0:pt>
                <ns0:pt idx="72">
                  <ns0:v>0.117965101991</ns0:v>
                </ns0:pt>
                <ns0:pt idx="73">
                  <ns0:v>0.119603506185</ns0:v>
                </ns0:pt>
                <ns0:pt idx="74">
                  <ns0:v>0.121241910379</ns0:v>
                </ns0:pt>
                <ns0:pt idx="75">
                  <ns0:v>0.122880314574</ns0:v>
                </ns0:pt>
                <ns0:pt idx="76">
                  <ns0:v>0.124518718768</ns0:v>
                </ns0:pt>
                <ns0:pt idx="77">
                  <ns0:v>0.126157122962</ns0:v>
                </ns0:pt>
                <ns0:pt idx="78">
                  <ns0:v>0.127795527157</ns0:v>
                </ns0:pt>
                <ns0:pt idx="79">
                  <ns0:v>0.129433931351</ns0:v>
                </ns0:pt>
                <ns0:pt idx="80">
                  <ns0:v>0.131072335545</ns0:v>
                </ns0:pt>
                <ns0:pt idx="81">
                  <ns0:v>0.132710739739</ns0:v>
                </ns0:pt>
                <ns0:pt idx="82">
                  <ns0:v>0.134349143934</ns0:v>
                </ns0:pt>
                <ns0:pt idx="83">
                  <ns0:v>0.135987548128</ns0:v>
                </ns0:pt>
                <ns0:pt idx="84">
                  <ns0:v>0.137625952322</ns0:v>
                </ns0:pt>
                <ns0:pt idx="85">
                  <ns0:v>0.139264356517</ns0:v>
                </ns0:pt>
                <ns0:pt idx="86">
                  <ns0:v>0.140902760711</ns0:v>
                </ns0:pt>
                <ns0:pt idx="87">
                  <ns0:v>0.142541164905</ns0:v>
                </ns0:pt>
                <ns0:pt idx="88">
                  <ns0:v>0.1441795691</ns0:v>
                </ns0:pt>
                <ns0:pt idx="89">
                  <ns0:v>0.145817973294</ns0:v>
                </ns0:pt>
                <ns0:pt idx="90">
                  <ns0:v>0.147456377488</ns0:v>
                </ns0:pt>
                <ns0:pt idx="91">
                  <ns0:v>0.149094781683</ns0:v>
                </ns0:pt>
                <ns0:pt idx="92">
                  <ns0:v>0.150733185877</ns0:v>
                </ns0:pt>
                <ns0:pt idx="93">
                  <ns0:v>0.152371590071</ns0:v>
                </ns0:pt>
                <ns0:pt idx="94">
                  <ns0:v>0.154009994266</ns0:v>
                </ns0:pt>
                <ns0:pt idx="95">
                  <ns0:v>0.15564839846</ns0:v>
                </ns0:pt>
                <ns0:pt idx="96">
                  <ns0:v>0.157286802654</ns0:v>
                </ns0:pt>
                <ns0:pt idx="97">
                  <ns0:v>0.158925206849</ns0:v>
                </ns0:pt>
                <ns0:pt idx="98">
                  <ns0:v>0.160563611043</ns0:v>
                </ns0:pt>
                <ns0:pt idx="99">
                  <ns0:v>0.162202015237</ns0:v>
                </ns0:pt>
                <ns0:pt idx="100">
                  <ns0:v>0.163840419431</ns0:v>
                </ns0:pt>
                <ns0:pt idx="101">
                  <ns0:v>0.165478823626</ns0:v>
                </ns0:pt>
                <ns0:pt idx="102">
                  <ns0:v>0.16711722782</ns0:v>
                </ns0:pt>
                <ns0:pt idx="103">
                  <ns0:v>0.168755632014</ns0:v>
                </ns0:pt>
                <ns0:pt idx="104">
                  <ns0:v>0.170394036209</ns0:v>
                </ns0:pt>
                <ns0:pt idx="105">
                  <ns0:v>0.172032440403</ns0:v>
                </ns0:pt>
                <ns0:pt idx="106">
                  <ns0:v>0.173670844597</ns0:v>
                </ns0:pt>
                <ns0:pt idx="107">
                  <ns0:v>0.175309248792</ns0:v>
                </ns0:pt>
                <ns0:pt idx="108">
                  <ns0:v>0.176947652986</ns0:v>
                </ns0:pt>
                <ns0:pt idx="109">
                  <ns0:v>0.17858605718</ns0:v>
                </ns0:pt>
                <ns0:pt idx="110">
                  <ns0:v>0.180224461375</ns0:v>
                </ns0:pt>
                <ns0:pt idx="111">
                  <ns0:v>0.181862865569</ns0:v>
                </ns0:pt>
                <ns0:pt idx="112">
                  <ns0:v>0.183501269763</ns0:v>
                </ns0:pt>
                <ns0:pt idx="113">
                  <ns0:v>0.185139673958</ns0:v>
                </ns0:pt>
                <ns0:pt idx="114">
                  <ns0:v>0.186778078152</ns0:v>
                </ns0:pt>
                <ns0:pt idx="115">
                  <ns0:v>0.188416482346</ns0:v>
                </ns0:pt>
                <ns0:pt idx="116">
                  <ns0:v>0.190054886541</ns0:v>
                </ns0:pt>
                <ns0:pt idx="117">
                  <ns0:v>0.191693290735</ns0:v>
                </ns0:pt>
                <ns0:pt idx="118">
                  <ns0:v>0.193331694929</ns0:v>
                </ns0:pt>
                <ns0:pt idx="119">
                  <ns0:v>0.194970099123</ns0:v>
                </ns0:pt>
                <ns0:pt idx="120">
                  <ns0:v>0.196608503318</ns0:v>
                </ns0:pt>
                <ns0:pt idx="121">
                  <ns0:v>0.198246907512</ns0:v>
                </ns0:pt>
                <ns0:pt idx="122">
                  <ns0:v>0.199885311706</ns0:v>
                </ns0:pt>
                <ns0:pt idx="123">
                  <ns0:v>0.201523715901</ns0:v>
                </ns0:pt>
                <ns0:pt idx="124">
                  <ns0:v>0.203162120095</ns0:v>
                </ns0:pt>
                <ns0:pt idx="125">
                  <ns0:v>0.204800524289</ns0:v>
                </ns0:pt>
                <ns0:pt idx="126">
                  <ns0:v>0.206438928484</ns0:v>
                </ns0:pt>
                <ns0:pt idx="127">
                  <ns0:v>0.208077332678</ns0:v>
                </ns0:pt>
                <ns0:pt idx="128">
                  <ns0:v>0.209715736872</ns0:v>
                </ns0:pt>
                <ns0:pt idx="129">
                  <ns0:v>0.211354141067</ns0:v>
                </ns0:pt>
                <ns0:pt idx="130">
                  <ns0:v>0.212992545261</ns0:v>
                </ns0:pt>
                <ns0:pt idx="131">
                  <ns0:v>0.214630949455</ns0:v>
                </ns0:pt>
                <ns0:pt idx="132">
                  <ns0:v>0.21626935365</ns0:v>
                </ns0:pt>
                <ns0:pt idx="133">
                  <ns0:v>0.217907757844</ns0:v>
                </ns0:pt>
                <ns0:pt idx="134">
                  <ns0:v>0.219546162038</ns0:v>
                </ns0:pt>
                <ns0:pt idx="135">
                  <ns0:v>0.221184566232</ns0:v>
                </ns0:pt>
                <ns0:pt idx="136">
                  <ns0:v>0.222822970427</ns0:v>
                </ns0:pt>
                <ns0:pt idx="137">
                  <ns0:v>0.224461374621</ns0:v>
                </ns0:pt>
                <ns0:pt idx="138">
                  <ns0:v>0.226099778815</ns0:v>
                </ns0:pt>
                <ns0:pt idx="139">
                  <ns0:v>0.22773818301</ns0:v>
                </ns0:pt>
                <ns0:pt idx="140">
                  <ns0:v>0.229376587204</ns0:v>
                </ns0:pt>
                <ns0:pt idx="141">
                  <ns0:v>0.231014991398</ns0:v>
                </ns0:pt>
                <ns0:pt idx="142">
                  <ns0:v>0.232653395593</ns0:v>
                </ns0:pt>
                <ns0:pt idx="143">
                  <ns0:v>0.234291799787</ns0:v>
                </ns0:pt>
                <ns0:pt idx="144">
                  <ns0:v>0.235930203981</ns0:v>
                </ns0:pt>
                <ns0:pt idx="145">
                  <ns0:v>0.237568608176</ns0:v>
                </ns0:pt>
                <ns0:pt idx="146">
                  <ns0:v>0.23920701237</ns0:v>
                </ns0:pt>
                <ns0:pt idx="147">
                  <ns0:v>0.240845416564</ns0:v>
                </ns0:pt>
                <ns0:pt idx="148">
                  <ns0:v>0.242483820759</ns0:v>
                </ns0:pt>
                <ns0:pt idx="149">
                  <ns0:v>0.244122224953</ns0:v>
                </ns0:pt>
                <ns0:pt idx="150">
                  <ns0:v>0.245760629147</ns0:v>
                </ns0:pt>
                <ns0:pt idx="151">
                  <ns0:v>0.247399033342</ns0:v>
                </ns0:pt>
                <ns0:pt idx="152">
                  <ns0:v>0.249037437536</ns0:v>
                </ns0:pt>
                <ns0:pt idx="153">
                  <ns0:v>0.25067584173</ns0:v>
                </ns0:pt>
                <ns0:pt idx="154">
                  <ns0:v>0.252314245924</ns0:v>
                </ns0:pt>
                <ns0:pt idx="155">
                  <ns0:v>0.253952650119</ns0:v>
                </ns0:pt>
                <ns0:pt idx="156">
                  <ns0:v>0.255591054313</ns0:v>
                </ns0:pt>
                <ns0:pt idx="157">
                  <ns0:v>0.257229458507</ns0:v>
                </ns0:pt>
                <ns0:pt idx="158">
                  <ns0:v>0.258867862702</ns0:v>
                </ns0:pt>
                <ns0:pt idx="159">
                  <ns0:v>0.260506266896</ns0:v>
                </ns0:pt>
                <ns0:pt idx="160">
                  <ns0:v>0.26214467109</ns0:v>
                </ns0:pt>
                <ns0:pt idx="161">
                  <ns0:v>0.263783075285</ns0:v>
                </ns0:pt>
                <ns0:pt idx="162">
                  <ns0:v>0.265421479479</ns0:v>
                </ns0:pt>
                <ns0:pt idx="163">
                  <ns0:v>0.267059883673</ns0:v>
                </ns0:pt>
                <ns0:pt idx="164">
                  <ns0:v>0.268698287868</ns0:v>
                </ns0:pt>
                <ns0:pt idx="165">
                  <ns0:v>0.270336692062</ns0:v>
                </ns0:pt>
                <ns0:pt idx="166">
                  <ns0:v>0.271975096256</ns0:v>
                </ns0:pt>
                <ns0:pt idx="167">
                  <ns0:v>0.273613500451</ns0:v>
                </ns0:pt>
                <ns0:pt idx="168">
                  <ns0:v>0.275251904645</ns0:v>
                </ns0:pt>
                <ns0:pt idx="169">
                  <ns0:v>0.276890308839</ns0:v>
                </ns0:pt>
                <ns0:pt idx="170">
                  <ns0:v>0.278528713034</ns0:v>
                </ns0:pt>
                <ns0:pt idx="171">
                  <ns0:v>0.280167117228</ns0:v>
                </ns0:pt>
                <ns0:pt idx="172">
                  <ns0:v>0.281805521422</ns0:v>
                </ns0:pt>
                <ns0:pt idx="173">
                  <ns0:v>0.283443925616</ns0:v>
                </ns0:pt>
                <ns0:pt idx="174">
                  <ns0:v>0.285082329811</ns0:v>
                </ns0:pt>
                <ns0:pt idx="175">
                  <ns0:v>0.286720734005</ns0:v>
                </ns0:pt>
                <ns0:pt idx="176">
                  <ns0:v>0.288359138199</ns0:v>
                </ns0:pt>
                <ns0:pt idx="177">
                  <ns0:v>0.289997542394</ns0:v>
                </ns0:pt>
                <ns0:pt idx="178">
                  <ns0:v>0.291635946588</ns0:v>
                </ns0:pt>
                <ns0:pt idx="179">
                  <ns0:v>0.293274350782</ns0:v>
                </ns0:pt>
                <ns0:pt idx="180">
                  <ns0:v>0.294912754977</ns0:v>
                </ns0:pt>
                <ns0:pt idx="181">
                  <ns0:v>0.296551159171</ns0:v>
                </ns0:pt>
                <ns0:pt idx="182">
                  <ns0:v>0.298189563365</ns0:v>
                </ns0:pt>
                <ns0:pt idx="183">
                  <ns0:v>0.29982796756</ns0:v>
                </ns0:pt>
                <ns0:pt idx="184">
                  <ns0:v>0.301466371754</ns0:v>
                </ns0:pt>
                <ns0:pt idx="185">
                  <ns0:v>0.303104775948</ns0:v>
                </ns0:pt>
                <ns0:pt idx="186">
                  <ns0:v>0.304743180143</ns0:v>
                </ns0:pt>
                <ns0:pt idx="187">
                  <ns0:v>0.306381584337</ns0:v>
                </ns0:pt>
                <ns0:pt idx="188">
                  <ns0:v>0.308019988531</ns0:v>
                </ns0:pt>
                <ns0:pt idx="189">
                  <ns0:v>0.309658392725</ns0:v>
                </ns0:pt>
                <ns0:pt idx="190">
                  <ns0:v>0.31129679692</ns0:v>
                </ns0:pt>
                <ns0:pt idx="191">
                  <ns0:v>0.312935201114</ns0:v>
                </ns0:pt>
                <ns0:pt idx="192">
                  <ns0:v>0.314573605308</ns0:v>
                </ns0:pt>
                <ns0:pt idx="193">
                  <ns0:v>0.316212009503</ns0:v>
                </ns0:pt>
                <ns0:pt idx="194">
                  <ns0:v>0.317850413697</ns0:v>
                </ns0:pt>
                <ns0:pt idx="195">
                  <ns0:v>0.319488817891</ns0:v>
                </ns0:pt>
                <ns0:pt idx="196">
                  <ns0:v>0.321127222086</ns0:v>
                </ns0:pt>
                <ns0:pt idx="197">
                  <ns0:v>0.32276562628</ns0:v>
                </ns0:pt>
                <ns0:pt idx="198">
                  <ns0:v>0.324404030474</ns0:v>
                </ns0:pt>
                <ns0:pt idx="199">
                  <ns0:v>0.326042434669</ns0:v>
                </ns0:pt>
                <ns0:pt idx="200">
                  <ns0:v>0.327680838863</ns0:v>
                </ns0:pt>
                <ns0:pt idx="201">
                  <ns0:v>0.329319243057</ns0:v>
                </ns0:pt>
                <ns0:pt idx="202">
                  <ns0:v>0.330957647252</ns0:v>
                </ns0:pt>
                <ns0:pt idx="203">
                  <ns0:v>0.332596051446</ns0:v>
                </ns0:pt>
                <ns0:pt idx="204">
                  <ns0:v>0.33423445564</ns0:v>
                </ns0:pt>
                <ns0:pt idx="205">
                  <ns0:v>0.335872859835</ns0:v>
                </ns0:pt>
                <ns0:pt idx="206">
                  <ns0:v>0.337511264029</ns0:v>
                </ns0:pt>
                <ns0:pt idx="207">
                  <ns0:v>0.339149668223</ns0:v>
                </ns0:pt>
                <ns0:pt idx="208">
                  <ns0:v>0.340788072417</ns0:v>
                </ns0:pt>
                <ns0:pt idx="209">
                  <ns0:v>0.342426476612</ns0:v>
                </ns0:pt>
                <ns0:pt idx="210">
                  <ns0:v>0.344064880806</ns0:v>
                </ns0:pt>
                <ns0:pt idx="211">
                  <ns0:v>0.345703285</ns0:v>
                </ns0:pt>
                <ns0:pt idx="212">
                  <ns0:v>0.347341689195</ns0:v>
                </ns0:pt>
                <ns0:pt idx="213">
                  <ns0:v>0.348980093389</ns0:v>
                </ns0:pt>
                <ns0:pt idx="214">
                  <ns0:v>0.350618497583</ns0:v>
                </ns0:pt>
                <ns0:pt idx="215">
                  <ns0:v>0.352256901778</ns0:v>
                </ns0:pt>
                <ns0:pt idx="216">
                  <ns0:v>0.353895305972</ns0:v>
                </ns0:pt>
                <ns0:pt idx="217">
                  <ns0:v>0.355533710166</ns0:v>
                </ns0:pt>
                <ns0:pt idx="218">
                  <ns0:v>0.357172114361</ns0:v>
                </ns0:pt>
                <ns0:pt idx="219">
                  <ns0:v>0.358810518555</ns0:v>
                </ns0:pt>
                <ns0:pt idx="220">
                  <ns0:v>0.360448922749</ns0:v>
                </ns0:pt>
                <ns0:pt idx="221">
                  <ns0:v>0.362087326944</ns0:v>
                </ns0:pt>
                <ns0:pt idx="222">
                  <ns0:v>0.363725731138</ns0:v>
                </ns0:pt>
                <ns0:pt idx="223">
                  <ns0:v>0.365364135332</ns0:v>
                </ns0:pt>
                <ns0:pt idx="224">
                  <ns0:v>0.367002539527</ns0:v>
                </ns0:pt>
                <ns0:pt idx="225">
                  <ns0:v>0.368640943721</ns0:v>
                </ns0:pt>
                <ns0:pt idx="226">
                  <ns0:v>0.370279347915</ns0:v>
                </ns0:pt>
                <ns0:pt idx="227">
                  <ns0:v>0.371917752109</ns0:v>
                </ns0:pt>
                <ns0:pt idx="228">
                  <ns0:v>0.373556156304</ns0:v>
                </ns0:pt>
                <ns0:pt idx="229">
                  <ns0:v>0.375194560498</ns0:v>
                </ns0:pt>
                <ns0:pt idx="230">
                  <ns0:v>0.376832964692</ns0:v>
                </ns0:pt>
                <ns0:pt idx="231">
                  <ns0:v>0.378471368887</ns0:v>
                </ns0:pt>
                <ns0:pt idx="232">
                  <ns0:v>0.380109773081</ns0:v>
                </ns0:pt>
                <ns0:pt idx="233">
                  <ns0:v>0.381748177275</ns0:v>
                </ns0:pt>
                <ns0:pt idx="234">
                  <ns0:v>0.38338658147</ns0:v>
                </ns0:pt>
                <ns0:pt idx="235">
                  <ns0:v>0.385024985664</ns0:v>
                </ns0:pt>
                <ns0:pt idx="236">
                  <ns0:v>0.386663389858</ns0:v>
                </ns0:pt>
                <ns0:pt idx="237">
                  <ns0:v>0.388301794053</ns0:v>
                </ns0:pt>
                <ns0:pt idx="238">
                  <ns0:v>0.389940198247</ns0:v>
                </ns0:pt>
                <ns0:pt idx="239">
                  <ns0:v>0.391578602441</ns0:v>
                </ns0:pt>
                <ns0:pt idx="240">
                  <ns0:v>0.393217006636</ns0:v>
                </ns0:pt>
                <ns0:pt idx="241">
                  <ns0:v>0.39485541083</ns0:v>
                </ns0:pt>
                <ns0:pt idx="242">
                  <ns0:v>0.396493815024</ns0:v>
                </ns0:pt>
                <ns0:pt idx="243">
                  <ns0:v>0.398132219218</ns0:v>
                </ns0:pt>
                <ns0:pt idx="244">
                  <ns0:v>0.399770623413</ns0:v>
                </ns0:pt>
                <ns0:pt idx="245">
                  <ns0:v>0.401409027607</ns0:v>
                </ns0:pt>
                <ns0:pt idx="246">
                  <ns0:v>0.403047431801</ns0:v>
                </ns0:pt>
                <ns0:pt idx="247">
                  <ns0:v>0.404685835996</ns0:v>
                </ns0:pt>
                <ns0:pt idx="248">
                  <ns0:v>0.40632424019</ns0:v>
                </ns0:pt>
                <ns0:pt idx="249">
                  <ns0:v>0.407962644384</ns0:v>
                </ns0:pt>
                <ns0:pt idx="250">
                  <ns0:v>0.409601048579</ns0:v>
                </ns0:pt>
                <ns0:pt idx="251">
                  <ns0:v>0.411239452773</ns0:v>
                </ns0:pt>
                <ns0:pt idx="252">
                  <ns0:v>0.412877856967</ns0:v>
                </ns0:pt>
                <ns0:pt idx="253">
                  <ns0:v>0.414516261162</ns0:v>
                </ns0:pt>
                <ns0:pt idx="254">
                  <ns0:v>0.416154665356</ns0:v>
                </ns0:pt>
                <ns0:pt idx="255">
                  <ns0:v>0.41779306955</ns0:v>
                </ns0:pt>
                <ns0:pt idx="256">
                  <ns0:v>0.419431473745</ns0:v>
                </ns0:pt>
                <ns0:pt idx="257">
                  <ns0:v>0.421069877939</ns0:v>
                </ns0:pt>
                <ns0:pt idx="258">
                  <ns0:v>0.422708282133</ns0:v>
                </ns0:pt>
                <ns0:pt idx="259">
                  <ns0:v>0.424346686328</ns0:v>
                </ns0:pt>
                <ns0:pt idx="260">
                  <ns0:v>0.425985090522</ns0:v>
                </ns0:pt>
                <ns0:pt idx="261">
                  <ns0:v>0.427623494716</ns0:v>
                </ns0:pt>
                <ns0:pt idx="262">
                  <ns0:v>0.42926189891</ns0:v>
                </ns0:pt>
                <ns0:pt idx="263">
                  <ns0:v>0.430900303105</ns0:v>
                </ns0:pt>
                <ns0:pt idx="264">
                  <ns0:v>0.432538707299</ns0:v>
                </ns0:pt>
                <ns0:pt idx="265">
                  <ns0:v>0.434177111493</ns0:v>
                </ns0:pt>
                <ns0:pt idx="266">
                  <ns0:v>0.435815515688</ns0:v>
                </ns0:pt>
                <ns0:pt idx="267">
                  <ns0:v>0.437453919882</ns0:v>
                </ns0:pt>
                <ns0:pt idx="268">
                  <ns0:v>0.439092324076</ns0:v>
                </ns0:pt>
                <ns0:pt idx="269">
                  <ns0:v>0.440730728271</ns0:v>
                </ns0:pt>
                <ns0:pt idx="270">
                  <ns0:v>0.442369132465</ns0:v>
                </ns0:pt>
                <ns0:pt idx="271">
                  <ns0:v>0.444007536659</ns0:v>
                </ns0:pt>
                <ns0:pt idx="272">
                  <ns0:v>0.445645940854</ns0:v>
                </ns0:pt>
                <ns0:pt idx="273">
                  <ns0:v>0.447284345048</ns0:v>
                </ns0:pt>
                <ns0:pt idx="274">
                  <ns0:v>0.448922749242</ns0:v>
                </ns0:pt>
                <ns0:pt idx="275">
                  <ns0:v>0.450561153437</ns0:v>
                </ns0:pt>
                <ns0:pt idx="276">
                  <ns0:v>0.452199557631</ns0:v>
                </ns0:pt>
                <ns0:pt idx="277">
                  <ns0:v>0.453837961825</ns0:v>
                </ns0:pt>
                <ns0:pt idx="278">
                  <ns0:v>0.455476366019</ns0:v>
                </ns0:pt>
                <ns0:pt idx="279">
                  <ns0:v>0.457114770214</ns0:v>
                </ns0:pt>
                <ns0:pt idx="280">
                  <ns0:v>0.458753174408</ns0:v>
                </ns0:pt>
                <ns0:pt idx="281">
                  <ns0:v>0.460391578602</ns0:v>
                </ns0:pt>
                <ns0:pt idx="282">
                  <ns0:v>0.462029982797</ns0:v>
                </ns0:pt>
                <ns0:pt idx="283">
                  <ns0:v>0.463668386991</ns0:v>
                </ns0:pt>
                <ns0:pt idx="284">
                  <ns0:v>0.465306791185</ns0:v>
                </ns0:pt>
                <ns0:pt idx="285">
                  <ns0:v>0.46694519538</ns0:v>
                </ns0:pt>
                <ns0:pt idx="286">
                  <ns0:v>0.468583599574</ns0:v>
                </ns0:pt>
                <ns0:pt idx="287">
                  <ns0:v>0.470222003768</ns0:v>
                </ns0:pt>
                <ns0:pt idx="288">
                  <ns0:v>0.471860407963</ns0:v>
                </ns0:pt>
                <ns0:pt idx="289">
                  <ns0:v>0.473498812157</ns0:v>
                </ns0:pt>
                <ns0:pt idx="290">
                  <ns0:v>0.475137216351</ns0:v>
                </ns0:pt>
                <ns0:pt idx="291">
                  <ns0:v>0.476775620546</ns0:v>
                </ns0:pt>
                <ns0:pt idx="292">
                  <ns0:v>0.47841402474</ns0:v>
                </ns0:pt>
                <ns0:pt idx="293">
                  <ns0:v>0.480052428934</ns0:v>
                </ns0:pt>
                <ns0:pt idx="294">
                  <ns0:v>0.481690833129</ns0:v>
                </ns0:pt>
                <ns0:pt idx="295">
                  <ns0:v>0.483329237323</ns0:v>
                </ns0:pt>
                <ns0:pt idx="296">
                  <ns0:v>0.484967641517</ns0:v>
                </ns0:pt>
                <ns0:pt idx="297">
                  <ns0:v>0.486606045711</ns0:v>
                </ns0:pt>
                <ns0:pt idx="298">
                  <ns0:v>0.488244449906</ns0:v>
                </ns0:pt>
                <ns0:pt idx="299">
                  <ns0:v>0.4898828541</ns0:v>
                </ns0:pt>
                <ns0:pt idx="300">
                  <ns0:v>0.491521258294</ns0:v>
                </ns0:pt>
                <ns0:pt idx="301">
                  <ns0:v>0.493159662489</ns0:v>
                </ns0:pt>
                <ns0:pt idx="302">
                  <ns0:v>0.494798066683</ns0:v>
                </ns0:pt>
                <ns0:pt idx="303">
                  <ns0:v>0.496436470877</ns0:v>
                </ns0:pt>
                <ns0:pt idx="304">
                  <ns0:v>0.498074875072</ns0:v>
                </ns0:pt>
                <ns0:pt idx="305">
                  <ns0:v>0.499713279266</ns0:v>
                </ns0:pt>
                <ns0:pt idx="306">
                  <ns0:v>0.50135168346</ns0:v>
                </ns0:pt>
                <ns0:pt idx="307">
                  <ns0:v>0.502990087655</ns0:v>
                </ns0:pt>
                <ns0:pt idx="308">
                  <ns0:v>0.504628491849</ns0:v>
                </ns0:pt>
                <ns0:pt idx="309">
                  <ns0:v>0.506266896043</ns0:v>
                </ns0:pt>
                <ns0:pt idx="310">
                  <ns0:v>0.507905300238</ns0:v>
                </ns0:pt>
                <ns0:pt idx="311">
                  <ns0:v>0.509543704432</ns0:v>
                </ns0:pt>
                <ns0:pt idx="312">
                  <ns0:v>0.511182108626</ns0:v>
                </ns0:pt>
                <ns0:pt idx="313">
                  <ns0:v>0.512820512821</ns0:v>
                </ns0:pt>
                <ns0:pt idx="314">
                  <ns0:v>0.514458917015</ns0:v>
                </ns0:pt>
                <ns0:pt idx="315">
                  <ns0:v>0.516097321209</ns0:v>
                </ns0:pt>
                <ns0:pt idx="316">
                  <ns0:v>0.517735725403</ns0:v>
                </ns0:pt>
                <ns0:pt idx="317">
                  <ns0:v>0.519374129598</ns0:v>
                </ns0:pt>
                <ns0:pt idx="318">
                  <ns0:v>0.521012533792</ns0:v>
                </ns0:pt>
                <ns0:pt idx="319">
                  <ns0:v>0.522650937986</ns0:v>
                </ns0:pt>
                <ns0:pt idx="320">
                  <ns0:v>0.524289342181</ns0:v>
                </ns0:pt>
                <ns0:pt idx="321">
                  <ns0:v>0.525927746375</ns0:v>
                </ns0:pt>
                <ns0:pt idx="322">
                  <ns0:v>0.527566150569</ns0:v>
                </ns0:pt>
                <ns0:pt idx="323">
                  <ns0:v>0.529204554764</ns0:v>
                </ns0:pt>
                <ns0:pt idx="324">
                  <ns0:v>0.530842958958</ns0:v>
                </ns0:pt>
                <ns0:pt idx="325">
                  <ns0:v>0.532481363152</ns0:v>
                </ns0:pt>
                <ns0:pt idx="326">
                  <ns0:v>0.534119767347</ns0:v>
                </ns0:pt>
                <ns0:pt idx="327">
                  <ns0:v>0.535758171541</ns0:v>
                </ns0:pt>
                <ns0:pt idx="328">
                  <ns0:v>0.537396575735</ns0:v>
                </ns0:pt>
                <ns0:pt idx="329">
                  <ns0:v>0.53903497993</ns0:v>
                </ns0:pt>
                <ns0:pt idx="330">
                  <ns0:v>0.540673384124</ns0:v>
                </ns0:pt>
                <ns0:pt idx="331">
                  <ns0:v>0.542311788318</ns0:v>
                </ns0:pt>
                <ns0:pt idx="332">
                  <ns0:v>0.543950192512</ns0:v>
                </ns0:pt>
                <ns0:pt idx="333">
                  <ns0:v>0.545588596707</ns0:v>
                </ns0:pt>
                <ns0:pt idx="334">
                  <ns0:v>0.547227000901</ns0:v>
                </ns0:pt>
                <ns0:pt idx="335">
                  <ns0:v>0.548865405095</ns0:v>
                </ns0:pt>
                <ns0:pt idx="336">
                  <ns0:v>0.55050380929</ns0:v>
                </ns0:pt>
                <ns0:pt idx="337">
                  <ns0:v>0.552142213484</ns0:v>
                </ns0:pt>
                <ns0:pt idx="338">
                  <ns0:v>0.553780617678</ns0:v>
                </ns0:pt>
                <ns0:pt idx="339">
                  <ns0:v>0.555419021873</ns0:v>
                </ns0:pt>
                <ns0:pt idx="340">
                  <ns0:v>0.557057426067</ns0:v>
                </ns0:pt>
                <ns0:pt idx="341">
                  <ns0:v>0.558695830261</ns0:v>
                </ns0:pt>
                <ns0:pt idx="342">
                  <ns0:v>0.560334234456</ns0:v>
                </ns0:pt>
                <ns0:pt idx="343">
                  <ns0:v>0.56197263865</ns0:v>
                </ns0:pt>
                <ns0:pt idx="344">
                  <ns0:v>0.563611042844</ns0:v>
                </ns0:pt>
                <ns0:pt idx="345">
                  <ns0:v>0.565249447039</ns0:v>
                </ns0:pt>
                <ns0:pt idx="346">
                  <ns0:v>0.566887851233</ns0:v>
                </ns0:pt>
                <ns0:pt idx="347">
                  <ns0:v>0.568526255427</ns0:v>
                </ns0:pt>
                <ns0:pt idx="348">
                  <ns0:v>0.570164659622</ns0:v>
                </ns0:pt>
                <ns0:pt idx="349">
                  <ns0:v>0.571803063816</ns0:v>
                </ns0:pt>
                <ns0:pt idx="350">
                  <ns0:v>0.57344146801</ns0:v>
                </ns0:pt>
                <ns0:pt idx="351">
                  <ns0:v>0.575079872204</ns0:v>
                </ns0:pt>
                <ns0:pt idx="352">
                  <ns0:v>0.576718276399</ns0:v>
                </ns0:pt>
                <ns0:pt idx="353">
                  <ns0:v>0.578356680593</ns0:v>
                </ns0:pt>
                <ns0:pt idx="354">
                  <ns0:v>0.579995084787</ns0:v>
                </ns0:pt>
                <ns0:pt idx="355">
                  <ns0:v>0.581633488982</ns0:v>
                </ns0:pt>
                <ns0:pt idx="356">
                  <ns0:v>0.583271893176</ns0:v>
                </ns0:pt>
                <ns0:pt idx="357">
                  <ns0:v>0.58491029737</ns0:v>
                </ns0:pt>
                <ns0:pt idx="358">
                  <ns0:v>0.586548701565</ns0:v>
                </ns0:pt>
                <ns0:pt idx="359">
                  <ns0:v>0.588187105759</ns0:v>
                </ns0:pt>
                <ns0:pt idx="360">
                  <ns0:v>0.589825509953</ns0:v>
                </ns0:pt>
                <ns0:pt idx="361">
                  <ns0:v>0.591463914148</ns0:v>
                </ns0:pt>
                <ns0:pt idx="362">
                  <ns0:v>0.593102318342</ns0:v>
                </ns0:pt>
                <ns0:pt idx="363">
                  <ns0:v>0.594740722536</ns0:v>
                </ns0:pt>
                <ns0:pt idx="364">
                  <ns0:v>0.596379126731</ns0:v>
                </ns0:pt>
                <ns0:pt idx="365">
                  <ns0:v>0.598017530925</ns0:v>
                </ns0:pt>
                <ns0:pt idx="366">
                  <ns0:v>0.599655935119</ns0:v>
                </ns0:pt>
                <ns0:pt idx="367">
                  <ns0:v>0.601294339314</ns0:v>
                </ns0:pt>
                <ns0:pt idx="368">
                  <ns0:v>0.602932743508</ns0:v>
                </ns0:pt>
                <ns0:pt idx="369">
                  <ns0:v>0.604571147702</ns0:v>
                </ns0:pt>
                <ns0:pt idx="370">
                  <ns0:v>0.606209551896</ns0:v>
                </ns0:pt>
                <ns0:pt idx="371">
                  <ns0:v>0.607847956091</ns0:v>
                </ns0:pt>
                <ns0:pt idx="372">
                  <ns0:v>0.609486360285</ns0:v>
                </ns0:pt>
                <ns0:pt idx="373">
                  <ns0:v>0.611124764479</ns0:v>
                </ns0:pt>
                <ns0:pt idx="374">
                  <ns0:v>0.612763168674</ns0:v>
                </ns0:pt>
                <ns0:pt idx="375">
                  <ns0:v>0.614401572868</ns0:v>
                </ns0:pt>
                <ns0:pt idx="376">
                  <ns0:v>0.616039977062</ns0:v>
                </ns0:pt>
                <ns0:pt idx="377">
                  <ns0:v>0.617678381257</ns0:v>
                </ns0:pt>
                <ns0:pt idx="378">
                  <ns0:v>0.619316785451</ns0:v>
                </ns0:pt>
                <ns0:pt idx="379">
                  <ns0:v>0.620955189645</ns0:v>
                </ns0:pt>
                <ns0:pt idx="380">
                  <ns0:v>0.62259359384</ns0:v>
                </ns0:pt>
                <ns0:pt idx="381">
                  <ns0:v>0.624231998034</ns0:v>
                </ns0:pt>
                <ns0:pt idx="382">
                  <ns0:v>0.625870402228</ns0:v>
                </ns0:pt>
                <ns0:pt idx="383">
                  <ns0:v>0.627508806423</ns0:v>
                </ns0:pt>
                <ns0:pt idx="384">
                  <ns0:v>0.629147210617</ns0:v>
                </ns0:pt>
                <ns0:pt idx="385">
                  <ns0:v>0.630785614811</ns0:v>
                </ns0:pt>
                <ns0:pt idx="386">
                  <ns0:v>0.632424019005</ns0:v>
                </ns0:pt>
                <ns0:pt idx="387">
                  <ns0:v>0.6340624232</ns0:v>
                </ns0:pt>
                <ns0:pt idx="388">
                  <ns0:v>0.635700827394</ns0:v>
                </ns0:pt>
                <ns0:pt idx="389">
                  <ns0:v>0.637339231588</ns0:v>
                </ns0:pt>
                <ns0:pt idx="390">
                  <ns0:v>0.638977635783</ns0:v>
                </ns0:pt>
                <ns0:pt idx="391">
                  <ns0:v>0.640616039977</ns0:v>
                </ns0:pt>
                <ns0:pt idx="392">
                  <ns0:v>0.642254444171</ns0:v>
                </ns0:pt>
                <ns0:pt idx="393">
                  <ns0:v>0.643892848366</ns0:v>
                </ns0:pt>
                <ns0:pt idx="394">
                  <ns0:v>0.64553125256</ns0:v>
                </ns0:pt>
                <ns0:pt idx="395">
                  <ns0:v>0.647169656754</ns0:v>
                </ns0:pt>
                <ns0:pt idx="396">
                  <ns0:v>0.648808060949</ns0:v>
                </ns0:pt>
                <ns0:pt idx="397">
                  <ns0:v>0.650446465143</ns0:v>
                </ns0:pt>
                <ns0:pt idx="398">
                  <ns0:v>0.652084869337</ns0:v>
                </ns0:pt>
                <ns0:pt idx="399">
                  <ns0:v>0.653723273532</ns0:v>
                </ns0:pt>
                <ns0:pt idx="400">
                  <ns0:v>0.655361677726</ns0:v>
                </ns0:pt>
                <ns0:pt idx="401">
                  <ns0:v>0.65700008192</ns0:v>
                </ns0:pt>
                <ns0:pt idx="402">
                  <ns0:v>0.658638486115</ns0:v>
                </ns0:pt>
                <ns0:pt idx="403">
                  <ns0:v>0.660276890309</ns0:v>
                </ns0:pt>
                <ns0:pt idx="404">
                  <ns0:v>0.661915294503</ns0:v>
                </ns0:pt>
                <ns0:pt idx="405">
                  <ns0:v>0.663553698697</ns0:v>
                </ns0:pt>
                <ns0:pt idx="406">
                  <ns0:v>0.665192102892</ns0:v>
                </ns0:pt>
                <ns0:pt idx="407">
                  <ns0:v>0.666830507086</ns0:v>
                </ns0:pt>
                <ns0:pt idx="408">
                  <ns0:v>0.66846891128</ns0:v>
                </ns0:pt>
                <ns0:pt idx="409">
                  <ns0:v>0.670107315475</ns0:v>
                </ns0:pt>
                <ns0:pt idx="410">
                  <ns0:v>0.671745719669</ns0:v>
                </ns0:pt>
                <ns0:pt idx="411">
                  <ns0:v>0.673384123863</ns0:v>
                </ns0:pt>
                <ns0:pt idx="412">
                  <ns0:v>0.675022528058</ns0:v>
                </ns0:pt>
                <ns0:pt idx="413">
                  <ns0:v>0.676660932252</ns0:v>
                </ns0:pt>
                <ns0:pt idx="414">
                  <ns0:v>0.678299336446</ns0:v>
                </ns0:pt>
                <ns0:pt idx="415">
                  <ns0:v>0.679937740641</ns0:v>
                </ns0:pt>
                <ns0:pt idx="416">
                  <ns0:v>0.681576144835</ns0:v>
                </ns0:pt>
                <ns0:pt idx="417">
                  <ns0:v>0.683214549029</ns0:v>
                </ns0:pt>
                <ns0:pt idx="418">
                  <ns0:v>0.684852953224</ns0:v>
                </ns0:pt>
                <ns0:pt idx="419">
                  <ns0:v>0.686491357418</ns0:v>
                </ns0:pt>
                <ns0:pt idx="420">
                  <ns0:v>0.688129761612</ns0:v>
                </ns0:pt>
                <ns0:pt idx="421">
                  <ns0:v>0.689768165807</ns0:v>
                </ns0:pt>
                <ns0:pt idx="422">
                  <ns0:v>0.691406570001</ns0:v>
                </ns0:pt>
                <ns0:pt idx="423">
                  <ns0:v>0.693044974195</ns0:v>
                </ns0:pt>
                <ns0:pt idx="424">
                  <ns0:v>0.694683378389</ns0:v>
                </ns0:pt>
                <ns0:pt idx="425">
                  <ns0:v>0.696321782584</ns0:v>
                </ns0:pt>
                <ns0:pt idx="426">
                  <ns0:v>0.697960186778</ns0:v>
                </ns0:pt>
                <ns0:pt idx="427">
                  <ns0:v>0.699598590972</ns0:v>
                </ns0:pt>
                <ns0:pt idx="428">
                  <ns0:v>0.701236995167</ns0:v>
                </ns0:pt>
                <ns0:pt idx="429">
                  <ns0:v>0.702875399361</ns0:v>
                </ns0:pt>
                <ns0:pt idx="430">
                  <ns0:v>0.704513803555</ns0:v>
                </ns0:pt>
                <ns0:pt idx="431">
                  <ns0:v>0.70615220775</ns0:v>
                </ns0:pt>
                <ns0:pt idx="432">
                  <ns0:v>0.707790611944</ns0:v>
                </ns0:pt>
                <ns0:pt idx="433">
                  <ns0:v>0.709429016138</ns0:v>
                </ns0:pt>
                <ns0:pt idx="434">
                  <ns0:v>0.711067420333</ns0:v>
                </ns0:pt>
                <ns0:pt idx="435">
                  <ns0:v>0.712705824527</ns0:v>
                </ns0:pt>
                <ns0:pt idx="436">
                  <ns0:v>0.714344228721</ns0:v>
                </ns0:pt>
                <ns0:pt idx="437">
                  <ns0:v>0.715982632916</ns0:v>
                </ns0:pt>
                <ns0:pt idx="438">
                  <ns0:v>0.71762103711</ns0:v>
                </ns0:pt>
                <ns0:pt idx="439">
                  <ns0:v>0.719259441304</ns0:v>
                </ns0:pt>
                <ns0:pt idx="440">
                  <ns0:v>0.720897845498</ns0:v>
                </ns0:pt>
                <ns0:pt idx="441">
                  <ns0:v>0.722536249693</ns0:v>
                </ns0:pt>
                <ns0:pt idx="442">
                  <ns0:v>0.724174653887</ns0:v>
                </ns0:pt>
                <ns0:pt idx="443">
                  <ns0:v>0.725813058081</ns0:v>
                </ns0:pt>
                <ns0:pt idx="444">
                  <ns0:v>0.727451462276</ns0:v>
                </ns0:pt>
                <ns0:pt idx="445">
                  <ns0:v>0.72908986647</ns0:v>
                </ns0:pt>
                <ns0:pt idx="446">
                  <ns0:v>0.730728270664</ns0:v>
                </ns0:pt>
                <ns0:pt idx="447">
                  <ns0:v>0.732366674859</ns0:v>
                </ns0:pt>
                <ns0:pt idx="448">
                  <ns0:v>0.734005079053</ns0:v>
                </ns0:pt>
                <ns0:pt idx="449">
                  <ns0:v>0.735643483247</ns0:v>
                </ns0:pt>
                <ns0:pt idx="450">
                  <ns0:v>0.737281887442</ns0:v>
                </ns0:pt>
                <ns0:pt idx="451">
                  <ns0:v>0.738920291636</ns0:v>
                </ns0:pt>
                <ns0:pt idx="452">
                  <ns0:v>0.74055869583</ns0:v>
                </ns0:pt>
                <ns0:pt idx="453">
                  <ns0:v>0.742197100025</ns0:v>
                </ns0:pt>
                <ns0:pt idx="454">
                  <ns0:v>0.743835504219</ns0:v>
                </ns0:pt>
                <ns0:pt idx="455">
                  <ns0:v>0.745473908413</ns0:v>
                </ns0:pt>
                <ns0:pt idx="456">
                  <ns0:v>0.747112312608</ns0:v>
                </ns0:pt>
                <ns0:pt idx="457">
                  <ns0:v>0.748750716802</ns0:v>
                </ns0:pt>
                <ns0:pt idx="458">
                  <ns0:v>0.750389120996</ns0:v>
                </ns0:pt>
                <ns0:pt idx="459">
                  <ns0:v>0.75202752519</ns0:v>
                </ns0:pt>
                <ns0:pt idx="460">
                  <ns0:v>0.753665929385</ns0:v>
                </ns0:pt>
                <ns0:pt idx="461">
                  <ns0:v>0.755304333579</ns0:v>
                </ns0:pt>
                <ns0:pt idx="462">
                  <ns0:v>0.756942737773</ns0:v>
                </ns0:pt>
                <ns0:pt idx="463">
                  <ns0:v>0.758581141968</ns0:v>
                </ns0:pt>
                <ns0:pt idx="464">
                  <ns0:v>0.760219546162</ns0:v>
                </ns0:pt>
                <ns0:pt idx="465">
                  <ns0:v>0.761857950356</ns0:v>
                </ns0:pt>
                <ns0:pt idx="466">
                  <ns0:v>0.763496354551</ns0:v>
                </ns0:pt>
                <ns0:pt idx="467">
                  <ns0:v>0.765134758745</ns0:v>
                </ns0:pt>
                <ns0:pt idx="468">
                  <ns0:v>0.766773162939</ns0:v>
                </ns0:pt>
                <ns0:pt idx="469">
                  <ns0:v>0.768411567134</ns0:v>
                </ns0:pt>
                <ns0:pt idx="470">
                  <ns0:v>0.770049971328</ns0:v>
                </ns0:pt>
                <ns0:pt idx="471">
                  <ns0:v>0.771688375522</ns0:v>
                </ns0:pt>
                <ns0:pt idx="472">
                  <ns0:v>0.773326779717</ns0:v>
                </ns0:pt>
                <ns0:pt idx="473">
                  <ns0:v>0.774965183911</ns0:v>
                </ns0:pt>
                <ns0:pt idx="474">
                  <ns0:v>0.776603588105</ns0:v>
                </ns0:pt>
                <ns0:pt idx="475">
                  <ns0:v>0.7782419923</ns0:v>
                </ns0:pt>
                <ns0:pt idx="476">
                  <ns0:v>0.779880396494</ns0:v>
                </ns0:pt>
                <ns0:pt idx="477">
                  <ns0:v>0.781518800688</ns0:v>
                </ns0:pt>
                <ns0:pt idx="478">
                  <ns0:v>0.783157204882</ns0:v>
                </ns0:pt>
                <ns0:pt idx="479">
                  <ns0:v>0.784795609077</ns0:v>
                </ns0:pt>
                <ns0:pt idx="480">
                  <ns0:v>0.786434013271</ns0:v>
                </ns0:pt>
                <ns0:pt idx="481">
                  <ns0:v>0.788072417465</ns0:v>
                </ns0:pt>
                <ns0:pt idx="482">
                  <ns0:v>0.78971082166</ns0:v>
                </ns0:pt>
                <ns0:pt idx="483">
                  <ns0:v>0.791349225854</ns0:v>
                </ns0:pt>
                <ns0:pt idx="484">
                  <ns0:v>0.792987630048</ns0:v>
                </ns0:pt>
                <ns0:pt idx="485">
                  <ns0:v>0.794626034243</ns0:v>
                </ns0:pt>
                <ns0:pt idx="486">
                  <ns0:v>0.796264438437</ns0:v>
                </ns0:pt>
                <ns0:pt idx="487">
                  <ns0:v>0.797902842631</ns0:v>
                </ns0:pt>
                <ns0:pt idx="488">
                  <ns0:v>0.799541246826</ns0:v>
                </ns0:pt>
                <ns0:pt idx="489">
                  <ns0:v>0.80117965102</ns0:v>
                </ns0:pt>
                <ns0:pt idx="490">
                  <ns0:v>0.802818055214</ns0:v>
                </ns0:pt>
                <ns0:pt idx="491">
                  <ns0:v>0.804456459409</ns0:v>
                </ns0:pt>
                <ns0:pt idx="492">
                  <ns0:v>0.806094863603</ns0:v>
                </ns0:pt>
                <ns0:pt idx="493">
                  <ns0:v>0.807733267797</ns0:v>
                </ns0:pt>
                <ns0:pt idx="494">
                  <ns0:v>0.809371671991</ns0:v>
                </ns0:pt>
                <ns0:pt idx="495">
                  <ns0:v>0.811010076186</ns0:v>
                </ns0:pt>
                <ns0:pt idx="496">
                  <ns0:v>0.81264848038</ns0:v>
                </ns0:pt>
                <ns0:pt idx="497">
                  <ns0:v>0.814286884574</ns0:v>
                </ns0:pt>
                <ns0:pt idx="498">
                  <ns0:v>0.815925288769</ns0:v>
                </ns0:pt>
                <ns0:pt idx="499">
                  <ns0:v>0.817563692963</ns0:v>
                </ns0:pt>
                <ns0:pt idx="500">
                  <ns0:v>0.819202097157</ns0:v>
                </ns0:pt>
                <ns0:pt idx="501">
                  <ns0:v>0.820840501352</ns0:v>
                </ns0:pt>
                <ns0:pt idx="502">
                  <ns0:v>0.822478905546</ns0:v>
                </ns0:pt>
                <ns0:pt idx="503">
                  <ns0:v>0.82411730974</ns0:v>
                </ns0:pt>
                <ns0:pt idx="504">
                  <ns0:v>0.825755713935</ns0:v>
                </ns0:pt>
                <ns0:pt idx="505">
                  <ns0:v>0.827394118129</ns0:v>
                </ns0:pt>
                <ns0:pt idx="506">
                  <ns0:v>0.829032522323</ns0:v>
                </ns0:pt>
                <ns0:pt idx="507">
                  <ns0:v>0.830670926518</ns0:v>
                </ns0:pt>
                <ns0:pt idx="508">
                  <ns0:v>0.832309330712</ns0:v>
                </ns0:pt>
                <ns0:pt idx="509">
                  <ns0:v>0.833947734906</ns0:v>
                </ns0:pt>
                <ns0:pt idx="510">
                  <ns0:v>0.835586139101</ns0:v>
                </ns0:pt>
                <ns0:pt idx="511">
                  <ns0:v>0.837224543295</ns0:v>
                </ns0:pt>
                <ns0:pt idx="512">
                  <ns0:v>0.838862947489</ns0:v>
                </ns0:pt>
                <ns0:pt idx="513">
                  <ns0:v>0.840501351683</ns0:v>
                </ns0:pt>
                <ns0:pt idx="514">
                  <ns0:v>0.842139755878</ns0:v>
                </ns0:pt>
                <ns0:pt idx="515">
                  <ns0:v>0.843778160072</ns0:v>
                </ns0:pt>
                <ns0:pt idx="516">
                  <ns0:v>0.845416564266</ns0:v>
                </ns0:pt>
                <ns0:pt idx="517">
                  <ns0:v>0.847054968461</ns0:v>
                </ns0:pt>
                <ns0:pt idx="518">
                  <ns0:v>0.848693372655</ns0:v>
                </ns0:pt>
                <ns0:pt idx="519">
                  <ns0:v>0.850331776849</ns0:v>
                </ns0:pt>
                <ns0:pt idx="520">
                  <ns0:v>0.851970181044</ns0:v>
                </ns0:pt>
                <ns0:pt idx="521">
                  <ns0:v>0.853608585238</ns0:v>
                </ns0:pt>
                <ns0:pt idx="522">
                  <ns0:v>0.855246989432</ns0:v>
                </ns0:pt>
                <ns0:pt idx="523">
                  <ns0:v>0.856885393627</ns0:v>
                </ns0:pt>
                <ns0:pt idx="524">
                  <ns0:v>0.858523797821</ns0:v>
                </ns0:pt>
                <ns0:pt idx="525">
                  <ns0:v>0.860162202015</ns0:v>
                </ns0:pt>
                <ns0:pt idx="526">
                  <ns0:v>0.86180060621</ns0:v>
                </ns0:pt>
                <ns0:pt idx="527">
                  <ns0:v>0.863439010404</ns0:v>
                </ns0:pt>
                <ns0:pt idx="528">
                  <ns0:v>0.865077414598</ns0:v>
                </ns0:pt>
                <ns0:pt idx="529">
                  <ns0:v>0.866715818792</ns0:v>
                </ns0:pt>
                <ns0:pt idx="530">
                  <ns0:v>0.868354222987</ns0:v>
                </ns0:pt>
                <ns0:pt idx="531">
                  <ns0:v>0.869992627181</ns0:v>
                </ns0:pt>
                <ns0:pt idx="532">
                  <ns0:v>0.871631031375</ns0:v>
                </ns0:pt>
                <ns0:pt idx="533">
                  <ns0:v>0.87326943557</ns0:v>
                </ns0:pt>
                <ns0:pt idx="534">
                  <ns0:v>0.874907839764</ns0:v>
                </ns0:pt>
                <ns0:pt idx="535">
                  <ns0:v>0.876546243958</ns0:v>
                </ns0:pt>
                <ns0:pt idx="536">
                  <ns0:v>0.878184648153</ns0:v>
                </ns0:pt>
                <ns0:pt idx="537">
                  <ns0:v>0.879823052347</ns0:v>
                </ns0:pt>
                <ns0:pt idx="538">
                  <ns0:v>0.881461456541</ns0:v>
                </ns0:pt>
                <ns0:pt idx="539">
                  <ns0:v>0.883099860736</ns0:v>
                </ns0:pt>
                <ns0:pt idx="540">
                  <ns0:v>0.88473826493</ns0:v>
                </ns0:pt>
                <ns0:pt idx="541">
                  <ns0:v>0.886376669124</ns0:v>
                </ns0:pt>
                <ns0:pt idx="542">
                  <ns0:v>0.888015073319</ns0:v>
                </ns0:pt>
                <ns0:pt idx="543">
                  <ns0:v>0.889653477513</ns0:v>
                </ns0:pt>
                <ns0:pt idx="544">
                  <ns0:v>0.891291881707</ns0:v>
                </ns0:pt>
                <ns0:pt idx="545">
                  <ns0:v>0.892930285902</ns0:v>
                </ns0:pt>
                <ns0:pt idx="546">
                  <ns0:v>0.894568690096</ns0:v>
                </ns0:pt>
                <ns0:pt idx="547">
                  <ns0:v>0.89620709429</ns0:v>
                </ns0:pt>
                <ns0:pt idx="548">
                  <ns0:v>0.897845498484</ns0:v>
                </ns0:pt>
                <ns0:pt idx="549">
                  <ns0:v>0.899483902679</ns0:v>
                </ns0:pt>
                <ns0:pt idx="550">
                  <ns0:v>0.901122306873</ns0:v>
                </ns0:pt>
                <ns0:pt idx="551">
                  <ns0:v>0.902760711067</ns0:v>
                </ns0:pt>
                <ns0:pt idx="552">
                  <ns0:v>0.904399115262</ns0:v>
                </ns0:pt>
                <ns0:pt idx="553">
                  <ns0:v>0.906037519456</ns0:v>
                </ns0:pt>
                <ns0:pt idx="554">
                  <ns0:v>0.90767592365</ns0:v>
                </ns0:pt>
                <ns0:pt idx="555">
                  <ns0:v>0.909314327845</ns0:v>
                </ns0:pt>
                <ns0:pt idx="556">
                  <ns0:v>0.910952732039</ns0:v>
                </ns0:pt>
                <ns0:pt idx="557">
                  <ns0:v>0.912591136233</ns0:v>
                </ns0:pt>
                <ns0:pt idx="558">
                  <ns0:v>0.914229540428</ns0:v>
                </ns0:pt>
                <ns0:pt idx="559">
                  <ns0:v>0.915867944622</ns0:v>
                </ns0:pt>
                <ns0:pt idx="560">
                  <ns0:v>0.917506348816</ns0:v>
                </ns0:pt>
                <ns0:pt idx="561">
                  <ns0:v>0.919144753011</ns0:v>
                </ns0:pt>
                <ns0:pt idx="562">
                  <ns0:v>0.920783157205</ns0:v>
                </ns0:pt>
                <ns0:pt idx="563">
                  <ns0:v>0.922421561399</ns0:v>
                </ns0:pt>
                <ns0:pt idx="564">
                  <ns0:v>0.924059965594</ns0:v>
                </ns0:pt>
                <ns0:pt idx="565">
                  <ns0:v>0.925698369788</ns0:v>
                </ns0:pt>
                <ns0:pt idx="566">
                  <ns0:v>0.927336773982</ns0:v>
                </ns0:pt>
                <ns0:pt idx="567">
                  <ns0:v>0.928975178176</ns0:v>
                </ns0:pt>
                <ns0:pt idx="568">
                  <ns0:v>0.930613582371</ns0:v>
                </ns0:pt>
                <ns0:pt idx="569">
                  <ns0:v>0.932251986565</ns0:v>
                </ns0:pt>
                <ns0:pt idx="570">
                  <ns0:v>0.933890390759</ns0:v>
                </ns0:pt>
                <ns0:pt idx="571">
                  <ns0:v>0.935528794954</ns0:v>
                </ns0:pt>
                <ns0:pt idx="572">
                  <ns0:v>0.937167199148</ns0:v>
                </ns0:pt>
                <ns0:pt idx="573">
                  <ns0:v>0.938805603342</ns0:v>
                </ns0:pt>
                <ns0:pt idx="574">
                  <ns0:v>0.940444007537</ns0:v>
                </ns0:pt>
                <ns0:pt idx="575">
                  <ns0:v>0.942082411731</ns0:v>
                </ns0:pt>
                <ns0:pt idx="576">
                  <ns0:v>0.943720815925</ns0:v>
                </ns0:pt>
                <ns0:pt idx="577">
                  <ns0:v>0.94535922012</ns0:v>
                </ns0:pt>
                <ns0:pt idx="578">
                  <ns0:v>0.946997624314</ns0:v>
                </ns0:pt>
                <ns0:pt idx="579">
                  <ns0:v>0.948636028508</ns0:v>
                </ns0:pt>
                <ns0:pt idx="580">
                  <ns0:v>0.950274432703</ns0:v>
                </ns0:pt>
                <ns0:pt idx="581">
                  <ns0:v>0.951912836897</ns0:v>
                </ns0:pt>
                <ns0:pt idx="582">
                  <ns0:v>0.953551241091</ns0:v>
                </ns0:pt>
                <ns0:pt idx="583">
                  <ns0:v>0.955189645285</ns0:v>
                </ns0:pt>
                <ns0:pt idx="584">
                  <ns0:v>0.95682804948</ns0:v>
                </ns0:pt>
                <ns0:pt idx="585">
                  <ns0:v>0.958466453674</ns0:v>
                </ns0:pt>
                <ns0:pt idx="586">
                  <ns0:v>0.960104857868</ns0:v>
                </ns0:pt>
                <ns0:pt idx="587">
                  <ns0:v>0.961743262063</ns0:v>
                </ns0:pt>
                <ns0:pt idx="588">
                  <ns0:v>0.963381666257</ns0:v>
                </ns0:pt>
                <ns0:pt idx="589">
                  <ns0:v>0.965020070451</ns0:v>
                </ns0:pt>
                <ns0:pt idx="590">
                  <ns0:v>0.966658474646</ns0:v>
                </ns0:pt>
                <ns0:pt idx="591">
                  <ns0:v>0.96829687884</ns0:v>
                </ns0:pt>
                <ns0:pt idx="592">
                  <ns0:v>0.969935283034</ns0:v>
                </ns0:pt>
                <ns0:pt idx="593">
                  <ns0:v>0.971573687229</ns0:v>
                </ns0:pt>
                <ns0:pt idx="594">
                  <ns0:v>0.973212091423</ns0:v>
                </ns0:pt>
                <ns0:pt idx="595">
                  <ns0:v>0.974850495617</ns0:v>
                </ns0:pt>
                <ns0:pt idx="596">
                  <ns0:v>0.976488899812</ns0:v>
                </ns0:pt>
                <ns0:pt idx="597">
                  <ns0:v>0.978127304006</ns0:v>
                </ns0:pt>
                <ns0:pt idx="598">
                  <ns0:v>0.9797657082</ns0:v>
                </ns0:pt>
                <ns0:pt idx="599">
                  <ns0:v>0.981404112395</ns0:v>
                </ns0:pt>
                <ns0:pt idx="600">
                  <ns0:v>0.983042516589</ns0:v>
                </ns0:pt>
                <ns0:pt idx="601">
                  <ns0:v>0.984680920783</ns0:v>
                </ns0:pt>
                <ns0:pt idx="602">
                  <ns0:v>0.986319324977</ns0:v>
                </ns0:pt>
                <ns0:pt idx="603">
                  <ns0:v>0.987957729172</ns0:v>
                </ns0:pt>
                <ns0:pt idx="604">
                  <ns0:v>0.989596133366</ns0:v>
                </ns0:pt>
                <ns0:pt idx="605">
                  <ns0:v>0.99123453756</ns0:v>
                </ns0:pt>
                <ns0:pt idx="606">
                  <ns0:v>0.992872941755</ns0:v>
                </ns0:pt>
                <ns0:pt idx="607">
                  <ns0:v>0.994511345949</ns0:v>
                </ns0:pt>
                <ns0:pt idx="608">
                  <ns0:v>0.996149750143</ns0:v>
                </ns0:pt>
                <ns0:pt idx="609">
                  <ns0:v>0.997788154338</ns0:v>
                </ns0:pt>
                <ns0:pt idx="610">
                  <ns0:v>0.999426558532</ns0:v>
                </ns0:pt>
                <ns0:pt idx="611">
                  <ns0:v>1.00106496273</ns0:v>
                </ns0:pt>
                <ns0:pt idx="612">
                  <ns0:v>1.00270336692</ns0:v>
                </ns0:pt>
                <ns0:pt idx="613">
                  <ns0:v>1.00434177111</ns0:v>
                </ns0:pt>
                <ns0:pt idx="614">
                  <ns0:v>1.00598017531</ns0:v>
                </ns0:pt>
                <ns0:pt idx="615">
                  <ns0:v>1.0076185795</ns0:v>
                </ns0:pt>
                <ns0:pt idx="616">
                  <ns0:v>1.0092569837</ns0:v>
                </ns0:pt>
                <ns0:pt idx="617">
                  <ns0:v>1.01089538789</ns0:v>
                </ns0:pt>
                <ns0:pt idx="618">
                  <ns0:v>1.01253379209</ns0:v>
                </ns0:pt>
                <ns0:pt idx="619">
                  <ns0:v>1.01417219628</ns0:v>
                </ns0:pt>
                <ns0:pt idx="620">
                  <ns0:v>1.01581060048</ns0:v>
                </ns0:pt>
                <ns0:pt idx="621">
                  <ns0:v>1.01744900467</ns0:v>
                </ns0:pt>
                <ns0:pt idx="622">
                  <ns0:v>1.01908740886</ns0:v>
                </ns0:pt>
                <ns0:pt idx="623">
                  <ns0:v>1.02072581306</ns0:v>
                </ns0:pt>
                <ns0:pt idx="624">
                  <ns0:v>1.02236421725</ns0:v>
                </ns0:pt>
                <ns0:pt idx="625">
                  <ns0:v>1.02400262145</ns0:v>
                </ns0:pt>
                <ns0:pt idx="626">
                  <ns0:v>1.02564102564</ns0:v>
                </ns0:pt>
                <ns0:pt idx="627">
                  <ns0:v>1.02727942984</ns0:v>
                </ns0:pt>
                <ns0:pt idx="628">
                  <ns0:v>1.02891783403</ns0:v>
                </ns0:pt>
                <ns0:pt idx="629">
                  <ns0:v>1.03055623822</ns0:v>
                </ns0:pt>
                <ns0:pt idx="630">
                  <ns0:v>1.03219464242</ns0:v>
                </ns0:pt>
                <ns0:pt idx="631">
                  <ns0:v>1.03383304661</ns0:v>
                </ns0:pt>
                <ns0:pt idx="632">
                  <ns0:v>1.03547145081</ns0:v>
                </ns0:pt>
                <ns0:pt idx="633">
                  <ns0:v>1.037109855</ns0:v>
                </ns0:pt>
                <ns0:pt idx="634">
                  <ns0:v>1.0387482592</ns0:v>
                </ns0:pt>
                <ns0:pt idx="635">
                  <ns0:v>1.04038666339</ns0:v>
                </ns0:pt>
                <ns0:pt idx="636">
                  <ns0:v>1.04202506758</ns0:v>
                </ns0:pt>
                <ns0:pt idx="637">
                  <ns0:v>1.04366347178</ns0:v>
                </ns0:pt>
                <ns0:pt idx="638">
                  <ns0:v>1.04530187597</ns0:v>
                </ns0:pt>
                <ns0:pt idx="639">
                  <ns0:v>1.04694028017</ns0:v>
                </ns0:pt>
                <ns0:pt idx="640">
                  <ns0:v>1.04857868436</ns0:v>
                </ns0:pt>
                <ns0:pt idx="641">
                  <ns0:v>1.05021708856</ns0:v>
                </ns0:pt>
                <ns0:pt idx="642">
                  <ns0:v>1.05185549275</ns0:v>
                </ns0:pt>
                <ns0:pt idx="643">
                  <ns0:v>1.05349389694</ns0:v>
                </ns0:pt>
                <ns0:pt idx="644">
                  <ns0:v>1.05513230114</ns0:v>
                </ns0:pt>
                <ns0:pt idx="645">
                  <ns0:v>1.05677070533</ns0:v>
                </ns0:pt>
                <ns0:pt idx="646">
                  <ns0:v>1.05840910953</ns0:v>
                </ns0:pt>
                <ns0:pt idx="647">
                  <ns0:v>1.06004751372</ns0:v>
                </ns0:pt>
                <ns0:pt idx="648">
                  <ns0:v>1.06168591792</ns0:v>
                </ns0:pt>
                <ns0:pt idx="649">
                  <ns0:v>1.06332432211</ns0:v>
                </ns0:pt>
                <ns0:pt idx="650">
                  <ns0:v>1.0649627263</ns0:v>
                </ns0:pt>
                <ns0:pt idx="651">
                  <ns0:v>1.0666011305</ns0:v>
                </ns0:pt>
                <ns0:pt idx="652">
                  <ns0:v>1.06823953469</ns0:v>
                </ns0:pt>
                <ns0:pt idx="653">
                  <ns0:v>1.06987793889</ns0:v>
                </ns0:pt>
                <ns0:pt idx="654">
                  <ns0:v>1.07151634308</ns0:v>
                </ns0:pt>
                <ns0:pt idx="655">
                  <ns0:v>1.07315474728</ns0:v>
                </ns0:pt>
                <ns0:pt idx="656">
                  <ns0:v>1.07479315147</ns0:v>
                </ns0:pt>
                <ns0:pt idx="657">
                  <ns0:v>1.07643155566</ns0:v>
                </ns0:pt>
                <ns0:pt idx="658">
                  <ns0:v>1.07806995986</ns0:v>
                </ns0:pt>
                <ns0:pt idx="659">
                  <ns0:v>1.07970836405</ns0:v>
                </ns0:pt>
                <ns0:pt idx="660">
                  <ns0:v>1.08134676825</ns0:v>
                </ns0:pt>
                <ns0:pt idx="661">
                  <ns0:v>1.08298517244</ns0:v>
                </ns0:pt>
                <ns0:pt idx="662">
                  <ns0:v>1.08462357664</ns0:v>
                </ns0:pt>
                <ns0:pt idx="663">
                  <ns0:v>1.08626198083</ns0:v>
                </ns0:pt>
                <ns0:pt idx="664">
                  <ns0:v>1.08790038502</ns0:v>
                </ns0:pt>
                <ns0:pt idx="665">
                  <ns0:v>1.08953878922</ns0:v>
                </ns0:pt>
                <ns0:pt idx="666">
                  <ns0:v>1.09117719341</ns0:v>
                </ns0:pt>
                <ns0:pt idx="667">
                  <ns0:v>1.09281559761</ns0:v>
                </ns0:pt>
                <ns0:pt idx="668">
                  <ns0:v>1.0944540018</ns0:v>
                </ns0:pt>
                <ns0:pt idx="669">
                  <ns0:v>1.096092406</ns0:v>
                </ns0:pt>
                <ns0:pt idx="670">
                  <ns0:v>1.09773081019</ns0:v>
                </ns0:pt>
                <ns0:pt idx="671">
                  <ns0:v>1.09936921439</ns0:v>
                </ns0:pt>
                <ns0:pt idx="672">
                  <ns0:v>1.10100761858</ns0:v>
                </ns0:pt>
                <ns0:pt idx="673">
                  <ns0:v>1.10264602277</ns0:v>
                </ns0:pt>
                <ns0:pt idx="674">
                  <ns0:v>1.10428442697</ns0:v>
                </ns0:pt>
                <ns0:pt idx="675">
                  <ns0:v>1.10592283116</ns0:v>
                </ns0:pt>
                <ns0:pt idx="676">
                  <ns0:v>1.10756123536</ns0:v>
                </ns0:pt>
                <ns0:pt idx="677">
                  <ns0:v>1.10919963955</ns0:v>
                </ns0:pt>
                <ns0:pt idx="678">
                  <ns0:v>1.11083804375</ns0:v>
                </ns0:pt>
                <ns0:pt idx="679">
                  <ns0:v>1.11247644794</ns0:v>
                </ns0:pt>
                <ns0:pt idx="680">
                  <ns0:v>1.11411485213</ns0:v>
                </ns0:pt>
                <ns0:pt idx="681">
                  <ns0:v>1.11575325633</ns0:v>
                </ns0:pt>
                <ns0:pt idx="682">
                  <ns0:v>1.11739166052</ns0:v>
                </ns0:pt>
                <ns0:pt idx="683">
                  <ns0:v>1.11903006472</ns0:v>
                </ns0:pt>
                <ns0:pt idx="684">
                  <ns0:v>1.12066846891</ns0:v>
                </ns0:pt>
                <ns0:pt idx="685">
                  <ns0:v>1.12230687311</ns0:v>
                </ns0:pt>
                <ns0:pt idx="686">
                  <ns0:v>1.1239452773</ns0:v>
                </ns0:pt>
                <ns0:pt idx="687">
                  <ns0:v>1.12558368149</ns0:v>
                </ns0:pt>
                <ns0:pt idx="688">
                  <ns0:v>1.12722208569</ns0:v>
                </ns0:pt>
                <ns0:pt idx="689">
                  <ns0:v>1.12886048988</ns0:v>
                </ns0:pt>
                <ns0:pt idx="690">
                  <ns0:v>1.13049889408</ns0:v>
                </ns0:pt>
                <ns0:pt idx="691">
                  <ns0:v>1.13213729827</ns0:v>
                </ns0:pt>
                <ns0:pt idx="692">
                  <ns0:v>1.13377570247</ns0:v>
                </ns0:pt>
                <ns0:pt idx="693">
                  <ns0:v>1.13541410666</ns0:v>
                </ns0:pt>
                <ns0:pt idx="694">
                  <ns0:v>1.13705251085</ns0:v>
                </ns0:pt>
                <ns0:pt idx="695">
                  <ns0:v>1.13869091505</ns0:v>
                </ns0:pt>
                <ns0:pt idx="696">
                  <ns0:v>1.14032931924</ns0:v>
                </ns0:pt>
                <ns0:pt idx="697">
                  <ns0:v>1.14196772344</ns0:v>
                </ns0:pt>
                <ns0:pt idx="698">
                  <ns0:v>1.14360612763</ns0:v>
                </ns0:pt>
                <ns0:pt idx="699">
                  <ns0:v>1.14524453183</ns0:v>
                </ns0:pt>
                <ns0:pt idx="700">
                  <ns0:v>1.14688293602</ns0:v>
                </ns0:pt>
                <ns0:pt idx="701">
                  <ns0:v>1.14852134021</ns0:v>
                </ns0:pt>
                <ns0:pt idx="702">
                  <ns0:v>1.15015974441</ns0:v>
                </ns0:pt>
                <ns0:pt idx="703">
                  <ns0:v>1.1517981486</ns0:v>
                </ns0:pt>
                <ns0:pt idx="704">
                  <ns0:v>1.1534365528</ns0:v>
                </ns0:pt>
                <ns0:pt idx="705">
                  <ns0:v>1.15507495699</ns0:v>
                </ns0:pt>
                <ns0:pt idx="706">
                  <ns0:v>1.15671336119</ns0:v>
                </ns0:pt>
                <ns0:pt idx="707">
                  <ns0:v>1.15835176538</ns0:v>
                </ns0:pt>
                <ns0:pt idx="708">
                  <ns0:v>1.15999016957</ns0:v>
                </ns0:pt>
                <ns0:pt idx="709">
                  <ns0:v>1.16162857377</ns0:v>
                </ns0:pt>
                <ns0:pt idx="710">
                  <ns0:v>1.16326697796</ns0:v>
                </ns0:pt>
                <ns0:pt idx="711">
                  <ns0:v>1.16490538216</ns0:v>
                </ns0:pt>
                <ns0:pt idx="712">
                  <ns0:v>1.16654378635</ns0:v>
                </ns0:pt>
                <ns0:pt idx="713">
                  <ns0:v>1.16818219055</ns0:v>
                </ns0:pt>
                <ns0:pt idx="714">
                  <ns0:v>1.16982059474</ns0:v>
                </ns0:pt>
                <ns0:pt idx="715">
                  <ns0:v>1.17145899894</ns0:v>
                </ns0:pt>
                <ns0:pt idx="716">
                  <ns0:v>1.17309740313</ns0:v>
                </ns0:pt>
                <ns0:pt idx="717">
                  <ns0:v>1.17473580732</ns0:v>
                </ns0:pt>
                <ns0:pt idx="718">
                  <ns0:v>1.17637421152</ns0:v>
                </ns0:pt>
                <ns0:pt idx="719">
                  <ns0:v>1.17801261571</ns0:v>
                </ns0:pt>
                <ns0:pt idx="720">
                  <ns0:v>1.17965101991</ns0:v>
                </ns0:pt>
                <ns0:pt idx="721">
                  <ns0:v>1.1812894241</ns0:v>
                </ns0:pt>
                <ns0:pt idx="722">
                  <ns0:v>1.1829278283</ns0:v>
                </ns0:pt>
                <ns0:pt idx="723">
                  <ns0:v>1.18456623249</ns0:v>
                </ns0:pt>
                <ns0:pt idx="724">
                  <ns0:v>1.18620463668</ns0:v>
                </ns0:pt>
                <ns0:pt idx="725">
                  <ns0:v>1.18784304088</ns0:v>
                </ns0:pt>
                <ns0:pt idx="726">
                  <ns0:v>1.18948144507</ns0:v>
                </ns0:pt>
                <ns0:pt idx="727">
                  <ns0:v>1.19111984927</ns0:v>
                </ns0:pt>
                <ns0:pt idx="728">
                  <ns0:v>1.19275825346</ns0:v>
                </ns0:pt>
                <ns0:pt idx="729">
                  <ns0:v>1.19439665766</ns0:v>
                </ns0:pt>
                <ns0:pt idx="730">
                  <ns0:v>1.19603506185</ns0:v>
                </ns0:pt>
                <ns0:pt idx="731">
                  <ns0:v>1.19767346604</ns0:v>
                </ns0:pt>
                <ns0:pt idx="732">
                  <ns0:v>1.19931187024</ns0:v>
                </ns0:pt>
                <ns0:pt idx="733">
                  <ns0:v>1.20095027443</ns0:v>
                </ns0:pt>
                <ns0:pt idx="734">
                  <ns0:v>1.20258867863</ns0:v>
                </ns0:pt>
                <ns0:pt idx="735">
                  <ns0:v>1.20422708282</ns0:v>
                </ns0:pt>
                <ns0:pt idx="736">
                  <ns0:v>1.20586548702</ns0:v>
                </ns0:pt>
                <ns0:pt idx="737">
                  <ns0:v>1.20750389121</ns0:v>
                </ns0:pt>
                <ns0:pt idx="738">
                  <ns0:v>1.2091422954</ns0:v>
                </ns0:pt>
                <ns0:pt idx="739">
                  <ns0:v>1.2107806996</ns0:v>
                </ns0:pt>
                <ns0:pt idx="740">
                  <ns0:v>1.21241910379</ns0:v>
                </ns0:pt>
                <ns0:pt idx="741">
                  <ns0:v>1.21405750799</ns0:v>
                </ns0:pt>
                <ns0:pt idx="742">
                  <ns0:v>1.21569591218</ns0:v>
                </ns0:pt>
                <ns0:pt idx="743">
                  <ns0:v>1.21733431638</ns0:v>
                </ns0:pt>
                <ns0:pt idx="744">
                  <ns0:v>1.21897272057</ns0:v>
                </ns0:pt>
                <ns0:pt idx="745">
                  <ns0:v>1.22061112476</ns0:v>
                </ns0:pt>
                <ns0:pt idx="746">
                  <ns0:v>1.22224952896</ns0:v>
                </ns0:pt>
                <ns0:pt idx="747">
                  <ns0:v>1.22388793315</ns0:v>
                </ns0:pt>
                <ns0:pt idx="748">
                  <ns0:v>1.22552633735</ns0:v>
                </ns0:pt>
                <ns0:pt idx="749">
                  <ns0:v>1.22716474154</ns0:v>
                </ns0:pt>
                <ns0:pt idx="750">
                  <ns0:v>1.22880314574</ns0:v>
                </ns0:pt>
                <ns0:pt idx="751">
                  <ns0:v>1.23044154993</ns0:v>
                </ns0:pt>
                <ns0:pt idx="752">
                  <ns0:v>1.23207995412</ns0:v>
                </ns0:pt>
                <ns0:pt idx="753">
                  <ns0:v>1.23371835832</ns0:v>
                </ns0:pt>
                <ns0:pt idx="754">
                  <ns0:v>1.23535676251</ns0:v>
                </ns0:pt>
                <ns0:pt idx="755">
                  <ns0:v>1.23699516671</ns0:v>
                </ns0:pt>
                <ns0:pt idx="756">
                  <ns0:v>1.2386335709</ns0:v>
                </ns0:pt>
                <ns0:pt idx="757">
                  <ns0:v>1.2402719751</ns0:v>
                </ns0:pt>
                <ns0:pt idx="758">
                  <ns0:v>1.24191037929</ns0:v>
                </ns0:pt>
                <ns0:pt idx="759">
                  <ns0:v>1.24354878348</ns0:v>
                </ns0:pt>
                <ns0:pt idx="760">
                  <ns0:v>1.24518718768</ns0:v>
                </ns0:pt>
                <ns0:pt idx="761">
                  <ns0:v>1.24682559187</ns0:v>
                </ns0:pt>
                <ns0:pt idx="762">
                  <ns0:v>1.24846399607</ns0:v>
                </ns0:pt>
                <ns0:pt idx="763">
                  <ns0:v>1.25010240026</ns0:v>
                </ns0:pt>
                <ns0:pt idx="764">
                  <ns0:v>1.25174080446</ns0:v>
                </ns0:pt>
                <ns0:pt idx="765">
                  <ns0:v>1.25337920865</ns0:v>
                </ns0:pt>
                <ns0:pt idx="766">
                  <ns0:v>1.25501761285</ns0:v>
                </ns0:pt>
                <ns0:pt idx="767">
                  <ns0:v>1.25665601704</ns0:v>
                </ns0:pt>
                <ns0:pt idx="768">
                  <ns0:v>1.25829442123</ns0:v>
                </ns0:pt>
                <ns0:pt idx="769">
                  <ns0:v>1.25993282543</ns0:v>
                </ns0:pt>
                <ns0:pt idx="770">
                  <ns0:v>1.26157122962</ns0:v>
                </ns0:pt>
                <ns0:pt idx="771">
                  <ns0:v>1.26320963382</ns0:v>
                </ns0:pt>
                <ns0:pt idx="772">
                  <ns0:v>1.26484803801</ns0:v>
                </ns0:pt>
                <ns0:pt idx="773">
                  <ns0:v>1.26648644221</ns0:v>
                </ns0:pt>
                <ns0:pt idx="774">
                  <ns0:v>1.2681248464</ns0:v>
                </ns0:pt>
                <ns0:pt idx="775">
                  <ns0:v>1.26976325059</ns0:v>
                </ns0:pt>
                <ns0:pt idx="776">
                  <ns0:v>1.27140165479</ns0:v>
                </ns0:pt>
                <ns0:pt idx="777">
                  <ns0:v>1.27304005898</ns0:v>
                </ns0:pt>
                <ns0:pt idx="778">
                  <ns0:v>1.27467846318</ns0:v>
                </ns0:pt>
                <ns0:pt idx="779">
                  <ns0:v>1.27631686737</ns0:v>
                </ns0:pt>
                <ns0:pt idx="780">
                  <ns0:v>1.27795527157</ns0:v>
                </ns0:pt>
                <ns0:pt idx="781">
                  <ns0:v>1.27959367576</ns0:v>
                </ns0:pt>
                <ns0:pt idx="782">
                  <ns0:v>1.28123207995</ns0:v>
                </ns0:pt>
                <ns0:pt idx="783">
                  <ns0:v>1.28287048415</ns0:v>
                </ns0:pt>
                <ns0:pt idx="784">
                  <ns0:v>1.28450888834</ns0:v>
                </ns0:pt>
                <ns0:pt idx="785">
                  <ns0:v>1.28614729254</ns0:v>
                </ns0:pt>
                <ns0:pt idx="786">
                  <ns0:v>1.28778569673</ns0:v>
                </ns0:pt>
                <ns0:pt idx="787">
                  <ns0:v>1.28942410093</ns0:v>
                </ns0:pt>
                <ns0:pt idx="788">
                  <ns0:v>1.29106250512</ns0:v>
                </ns0:pt>
                <ns0:pt idx="789">
                  <ns0:v>1.29270090931</ns0:v>
                </ns0:pt>
                <ns0:pt idx="790">
                  <ns0:v>1.29433931351</ns0:v>
                </ns0:pt>
                <ns0:pt idx="791">
                  <ns0:v>1.2959777177</ns0:v>
                </ns0:pt>
                <ns0:pt idx="792">
                  <ns0:v>1.2976161219</ns0:v>
                </ns0:pt>
                <ns0:pt idx="793">
                  <ns0:v>1.29925452609</ns0:v>
                </ns0:pt>
                <ns0:pt idx="794">
                  <ns0:v>1.30089293029</ns0:v>
                </ns0:pt>
                <ns0:pt idx="795">
                  <ns0:v>1.30253133448</ns0:v>
                </ns0:pt>
                <ns0:pt idx="796">
                  <ns0:v>1.30416973867</ns0:v>
                </ns0:pt>
                <ns0:pt idx="797">
                  <ns0:v>1.30580814287</ns0:v>
                </ns0:pt>
                <ns0:pt idx="798">
                  <ns0:v>1.30744654706</ns0:v>
                </ns0:pt>
                <ns0:pt idx="799">
                  <ns0:v>1.30908495126</ns0:v>
                </ns0:pt>
                <ns0:pt idx="800">
                  <ns0:v>1.31072335545</ns0:v>
                </ns0:pt>
                <ns0:pt idx="801">
                  <ns0:v>1.31236175965</ns0:v>
                </ns0:pt>
                <ns0:pt idx="802">
                  <ns0:v>1.31400016384</ns0:v>
                </ns0:pt>
                <ns0:pt idx="803">
                  <ns0:v>1.31563856803</ns0:v>
                </ns0:pt>
                <ns0:pt idx="804">
                  <ns0:v>1.31727697223</ns0:v>
                </ns0:pt>
                <ns0:pt idx="805">
                  <ns0:v>1.31891537642</ns0:v>
                </ns0:pt>
                <ns0:pt idx="806">
                  <ns0:v>1.32055378062</ns0:v>
                </ns0:pt>
                <ns0:pt idx="807">
                  <ns0:v>1.32219218481</ns0:v>
                </ns0:pt>
                <ns0:pt idx="808">
                  <ns0:v>1.32383058901</ns0:v>
                </ns0:pt>
                <ns0:pt idx="809">
                  <ns0:v>1.3254689932</ns0:v>
                </ns0:pt>
                <ns0:pt idx="810">
                  <ns0:v>1.32710739739</ns0:v>
                </ns0:pt>
                <ns0:pt idx="811">
                  <ns0:v>1.32874580159</ns0:v>
                </ns0:pt>
                <ns0:pt idx="812">
                  <ns0:v>1.33038420578</ns0:v>
                </ns0:pt>
                <ns0:pt idx="813">
                  <ns0:v>1.33202260998</ns0:v>
                </ns0:pt>
                <ns0:pt idx="814">
                  <ns0:v>1.33366101417</ns0:v>
                </ns0:pt>
                <ns0:pt idx="815">
                  <ns0:v>1.33529941837</ns0:v>
                </ns0:pt>
                <ns0:pt idx="816">
                  <ns0:v>1.33693782256</ns0:v>
                </ns0:pt>
                <ns0:pt idx="817">
                  <ns0:v>1.33857622676</ns0:v>
                </ns0:pt>
                <ns0:pt idx="818">
                  <ns0:v>1.34021463095</ns0:v>
                </ns0:pt>
                <ns0:pt idx="819">
                  <ns0:v>1.34185303514</ns0:v>
                </ns0:pt>
                <ns0:pt idx="820">
                  <ns0:v>1.34349143934</ns0:v>
                </ns0:pt>
                <ns0:pt idx="821">
                  <ns0:v>1.34512984353</ns0:v>
                </ns0:pt>
                <ns0:pt idx="822">
                  <ns0:v>1.34676824773</ns0:v>
                </ns0:pt>
                <ns0:pt idx="823">
                  <ns0:v>1.34840665192</ns0:v>
                </ns0:pt>
                <ns0:pt idx="824">
                  <ns0:v>1.35004505612</ns0:v>
                </ns0:pt>
                <ns0:pt idx="825">
                  <ns0:v>1.35168346031</ns0:v>
                </ns0:pt>
                <ns0:pt idx="826">
                  <ns0:v>1.3533218645</ns0:v>
                </ns0:pt>
                <ns0:pt idx="827">
                  <ns0:v>1.3549602687</ns0:v>
                </ns0:pt>
                <ns0:pt idx="828">
                  <ns0:v>1.35659867289</ns0:v>
                </ns0:pt>
                <ns0:pt idx="829">
                  <ns0:v>1.35823707709</ns0:v>
                </ns0:pt>
                <ns0:pt idx="830">
                  <ns0:v>1.35987548128</ns0:v>
                </ns0:pt>
                <ns0:pt idx="831">
                  <ns0:v>1.36151388548</ns0:v>
                </ns0:pt>
                <ns0:pt idx="832">
                  <ns0:v>1.36315228967</ns0:v>
                </ns0:pt>
                <ns0:pt idx="833">
                  <ns0:v>1.36479069386</ns0:v>
                </ns0:pt>
                <ns0:pt idx="834">
                  <ns0:v>1.36642909806</ns0:v>
                </ns0:pt>
                <ns0:pt idx="835">
                  <ns0:v>1.36806750225</ns0:v>
                </ns0:pt>
                <ns0:pt idx="836">
                  <ns0:v>1.36970590645</ns0:v>
                </ns0:pt>
                <ns0:pt idx="837">
                  <ns0:v>1.37134431064</ns0:v>
                </ns0:pt>
                <ns0:pt idx="838">
                  <ns0:v>1.37298271484</ns0:v>
                </ns0:pt>
                <ns0:pt idx="839">
                  <ns0:v>1.37462111903</ns0:v>
                </ns0:pt>
                <ns0:pt idx="840">
                  <ns0:v>1.37625952322</ns0:v>
                </ns0:pt>
                <ns0:pt idx="841">
                  <ns0:v>1.37789792742</ns0:v>
                </ns0:pt>
                <ns0:pt idx="842">
                  <ns0:v>1.37953633161</ns0:v>
                </ns0:pt>
                <ns0:pt idx="843">
                  <ns0:v>1.38117473581</ns0:v>
                </ns0:pt>
                <ns0:pt idx="844">
                  <ns0:v>1.38281314</ns0:v>
                </ns0:pt>
                <ns0:pt idx="845">
                  <ns0:v>1.3844515442</ns0:v>
                </ns0:pt>
                <ns0:pt idx="846">
                  <ns0:v>1.38608994839</ns0:v>
                </ns0:pt>
                <ns0:pt idx="847">
                  <ns0:v>1.38772835258</ns0:v>
                </ns0:pt>
                <ns0:pt idx="848">
                  <ns0:v>1.38936675678</ns0:v>
                </ns0:pt>
                <ns0:pt idx="849">
                  <ns0:v>1.39100516097</ns0:v>
                </ns0:pt>
                <ns0:pt idx="850">
                  <ns0:v>1.39264356517</ns0:v>
                </ns0:pt>
                <ns0:pt idx="851">
                  <ns0:v>1.39428196936</ns0:v>
                </ns0:pt>
                <ns0:pt idx="852">
                  <ns0:v>1.39592037356</ns0:v>
                </ns0:pt>
                <ns0:pt idx="853">
                  <ns0:v>1.39755877775</ns0:v>
                </ns0:pt>
                <ns0:pt idx="854">
                  <ns0:v>1.39919718194</ns0:v>
                </ns0:pt>
                <ns0:pt idx="855">
                  <ns0:v>1.40083558614</ns0:v>
                </ns0:pt>
                <ns0:pt idx="856">
                  <ns0:v>1.40247399033</ns0:v>
                </ns0:pt>
                <ns0:pt idx="857">
                  <ns0:v>1.40411239453</ns0:v>
                </ns0:pt>
                <ns0:pt idx="858">
                  <ns0:v>1.40575079872</ns0:v>
                </ns0:pt>
                <ns0:pt idx="859">
                  <ns0:v>1.40738920292</ns0:v>
                </ns0:pt>
                <ns0:pt idx="860">
                  <ns0:v>1.40902760711</ns0:v>
                </ns0:pt>
                <ns0:pt idx="861">
                  <ns0:v>1.4106660113</ns0:v>
                </ns0:pt>
                <ns0:pt idx="862">
                  <ns0:v>1.4123044155</ns0:v>
                </ns0:pt>
                <ns0:pt idx="863">
                  <ns0:v>1.41394281969</ns0:v>
                </ns0:pt>
                <ns0:pt idx="864">
                  <ns0:v>1.41558122389</ns0:v>
                </ns0:pt>
                <ns0:pt idx="865">
                  <ns0:v>1.41721962808</ns0:v>
                </ns0:pt>
                <ns0:pt idx="866">
                  <ns0:v>1.41885803228</ns0:v>
                </ns0:pt>
                <ns0:pt idx="867">
                  <ns0:v>1.42049643647</ns0:v>
                </ns0:pt>
                <ns0:pt idx="868">
                  <ns0:v>1.42213484067</ns0:v>
                </ns0:pt>
                <ns0:pt idx="869">
                  <ns0:v>1.42377324486</ns0:v>
                </ns0:pt>
                <ns0:pt idx="870">
                  <ns0:v>1.42541164905</ns0:v>
                </ns0:pt>
                <ns0:pt idx="871">
                  <ns0:v>1.42705005325</ns0:v>
                </ns0:pt>
                <ns0:pt idx="872">
                  <ns0:v>1.42868845744</ns0:v>
                </ns0:pt>
                <ns0:pt idx="873">
                  <ns0:v>1.43032686164</ns0:v>
                </ns0:pt>
                <ns0:pt idx="874">
                  <ns0:v>1.43196526583</ns0:v>
                </ns0:pt>
                <ns0:pt idx="875">
                  <ns0:v>1.43360367003</ns0:v>
                </ns0:pt>
                <ns0:pt idx="876">
                  <ns0:v>1.43524207422</ns0:v>
                </ns0:pt>
                <ns0:pt idx="877">
                  <ns0:v>1.43688047841</ns0:v>
                </ns0:pt>
                <ns0:pt idx="878">
                  <ns0:v>1.43851888261</ns0:v>
                </ns0:pt>
                <ns0:pt idx="879">
                  <ns0:v>1.4401572868</ns0:v>
                </ns0:pt>
                <ns0:pt idx="880">
                  <ns0:v>1.441795691</ns0:v>
                </ns0:pt>
                <ns0:pt idx="881">
                  <ns0:v>1.44343409519</ns0:v>
                </ns0:pt>
                <ns0:pt idx="882">
                  <ns0:v>1.44507249939</ns0:v>
                </ns0:pt>
                <ns0:pt idx="883">
                  <ns0:v>1.44671090358</ns0:v>
                </ns0:pt>
                <ns0:pt idx="884">
                  <ns0:v>1.44834930777</ns0:v>
                </ns0:pt>
                <ns0:pt idx="885">
                  <ns0:v>1.44998771197</ns0:v>
                </ns0:pt>
                <ns0:pt idx="886">
                  <ns0:v>1.45162611616</ns0:v>
                </ns0:pt>
                <ns0:pt idx="887">
                  <ns0:v>1.45326452036</ns0:v>
                </ns0:pt>
                <ns0:pt idx="888">
                  <ns0:v>1.45490292455</ns0:v>
                </ns0:pt>
                <ns0:pt idx="889">
                  <ns0:v>1.45654132875</ns0:v>
                </ns0:pt>
                <ns0:pt idx="890">
                  <ns0:v>1.45817973294</ns0:v>
                </ns0:pt>
                <ns0:pt idx="891">
                  <ns0:v>1.45981813713</ns0:v>
                </ns0:pt>
                <ns0:pt idx="892">
                  <ns0:v>1.46145654133</ns0:v>
                </ns0:pt>
                <ns0:pt idx="893">
                  <ns0:v>1.46309494552</ns0:v>
                </ns0:pt>
                <ns0:pt idx="894">
                  <ns0:v>1.46473334972</ns0:v>
                </ns0:pt>
                <ns0:pt idx="895">
                  <ns0:v>1.46637175391</ns0:v>
                </ns0:pt>
                <ns0:pt idx="896">
                  <ns0:v>1.46801015811</ns0:v>
                </ns0:pt>
                <ns0:pt idx="897">
                  <ns0:v>1.4696485623</ns0:v>
                </ns0:pt>
                <ns0:pt idx="898">
                  <ns0:v>1.47128696649</ns0:v>
                </ns0:pt>
                <ns0:pt idx="899">
                  <ns0:v>1.47292537069</ns0:v>
                </ns0:pt>
                <ns0:pt idx="900">
                  <ns0:v>1.47456377488</ns0:v>
                </ns0:pt>
                <ns0:pt idx="901">
                  <ns0:v>1.47620217908</ns0:v>
                </ns0:pt>
                <ns0:pt idx="902">
                  <ns0:v>1.47784058327</ns0:v>
                </ns0:pt>
                <ns0:pt idx="903">
                  <ns0:v>1.47947898747</ns0:v>
                </ns0:pt>
                <ns0:pt idx="904">
                  <ns0:v>1.48111739166</ns0:v>
                </ns0:pt>
                <ns0:pt idx="905">
                  <ns0:v>1.48275579585</ns0:v>
                </ns0:pt>
                <ns0:pt idx="906">
                  <ns0:v>1.48439420005</ns0:v>
                </ns0:pt>
                <ns0:pt idx="907">
                  <ns0:v>1.48603260424</ns0:v>
                </ns0:pt>
                <ns0:pt idx="908">
                  <ns0:v>1.48767100844</ns0:v>
                </ns0:pt>
                <ns0:pt idx="909">
                  <ns0:v>1.48930941263</ns0:v>
                </ns0:pt>
                <ns0:pt idx="910">
                  <ns0:v>1.49094781683</ns0:v>
                </ns0:pt>
                <ns0:pt idx="911">
                  <ns0:v>1.49258622102</ns0:v>
                </ns0:pt>
                <ns0:pt idx="912">
                  <ns0:v>1.49422462522</ns0:v>
                </ns0:pt>
                <ns0:pt idx="913">
                  <ns0:v>1.49586302941</ns0:v>
                </ns0:pt>
                <ns0:pt idx="914">
                  <ns0:v>1.4975014336</ns0:v>
                </ns0:pt>
                <ns0:pt idx="915">
                  <ns0:v>1.4991398378</ns0:v>
                </ns0:pt>
                <ns0:pt idx="916">
                  <ns0:v>1.50077824199</ns0:v>
                </ns0:pt>
                <ns0:pt idx="917">
                  <ns0:v>1.50241664619</ns0:v>
                </ns0:pt>
                <ns0:pt idx="918">
                  <ns0:v>1.50405505038</ns0:v>
                </ns0:pt>
                <ns0:pt idx="919">
                  <ns0:v>1.50569345458</ns0:v>
                </ns0:pt>
                <ns0:pt idx="920">
                  <ns0:v>1.50733185877</ns0:v>
                </ns0:pt>
                <ns0:pt idx="921">
                  <ns0:v>1.50897026296</ns0:v>
                </ns0:pt>
                <ns0:pt idx="922">
                  <ns0:v>1.51060866716</ns0:v>
                </ns0:pt>
                <ns0:pt idx="923">
                  <ns0:v>1.51224707135</ns0:v>
                </ns0:pt>
                <ns0:pt idx="924">
                  <ns0:v>1.51388547555</ns0:v>
                </ns0:pt>
                <ns0:pt idx="925">
                  <ns0:v>1.51552387974</ns0:v>
                </ns0:pt>
                <ns0:pt idx="926">
                  <ns0:v>1.51716228394</ns0:v>
                </ns0:pt>
                <ns0:pt idx="927">
                  <ns0:v>1.51880068813</ns0:v>
                </ns0:pt>
                <ns0:pt idx="928">
                  <ns0:v>1.52043909232</ns0:v>
                </ns0:pt>
                <ns0:pt idx="929">
                  <ns0:v>1.52207749652</ns0:v>
                </ns0:pt>
                <ns0:pt idx="930">
                  <ns0:v>1.52371590071</ns0:v>
                </ns0:pt>
                <ns0:pt idx="931">
                  <ns0:v>1.52535430491</ns0:v>
                </ns0:pt>
                <ns0:pt idx="932">
                  <ns0:v>1.5269927091</ns0:v>
                </ns0:pt>
                <ns0:pt idx="933">
                  <ns0:v>1.5286311133</ns0:v>
                </ns0:pt>
                <ns0:pt idx="934">
                  <ns0:v>1.53026951749</ns0:v>
                </ns0:pt>
                <ns0:pt idx="935">
                  <ns0:v>1.53190792168</ns0:v>
                </ns0:pt>
                <ns0:pt idx="936">
                  <ns0:v>1.53354632588</ns0:v>
                </ns0:pt>
                <ns0:pt idx="937">
                  <ns0:v>1.53518473007</ns0:v>
                </ns0:pt>
                <ns0:pt idx="938">
                  <ns0:v>1.53682313427</ns0:v>
                </ns0:pt>
                <ns0:pt idx="939">
                  <ns0:v>1.53846153846</ns0:v>
                </ns0:pt>
                <ns0:pt idx="940">
                  <ns0:v>1.54009994266</ns0:v>
                </ns0:pt>
                <ns0:pt idx="941">
                  <ns0:v>1.54173834685</ns0:v>
                </ns0:pt>
                <ns0:pt idx="942">
                  <ns0:v>1.54337675104</ns0:v>
                </ns0:pt>
                <ns0:pt idx="943">
                  <ns0:v>1.54501515524</ns0:v>
                </ns0:pt>
                <ns0:pt idx="944">
                  <ns0:v>1.54665355943</ns0:v>
                </ns0:pt>
                <ns0:pt idx="945">
                  <ns0:v>1.54829196363</ns0:v>
                </ns0:pt>
                <ns0:pt idx="946">
                  <ns0:v>1.54993036782</ns0:v>
                </ns0:pt>
                <ns0:pt idx="947">
                  <ns0:v>1.55156877202</ns0:v>
                </ns0:pt>
                <ns0:pt idx="948">
                  <ns0:v>1.55320717621</ns0:v>
                </ns0:pt>
                <ns0:pt idx="949">
                  <ns0:v>1.5548455804</ns0:v>
                </ns0:pt>
                <ns0:pt idx="950">
                  <ns0:v>1.5564839846</ns0:v>
                </ns0:pt>
                <ns0:pt idx="951">
                  <ns0:v>1.55812238879</ns0:v>
                </ns0:pt>
                <ns0:pt idx="952">
                  <ns0:v>1.55976079299</ns0:v>
                </ns0:pt>
                <ns0:pt idx="953">
                  <ns0:v>1.56139919718</ns0:v>
                </ns0:pt>
                <ns0:pt idx="954">
                  <ns0:v>1.56303760138</ns0:v>
                </ns0:pt>
                <ns0:pt idx="955">
                  <ns0:v>1.56467600557</ns0:v>
                </ns0:pt>
                <ns0:pt idx="956">
                  <ns0:v>1.56631440976</ns0:v>
                </ns0:pt>
                <ns0:pt idx="957">
                  <ns0:v>1.56795281396</ns0:v>
                </ns0:pt>
                <ns0:pt idx="958">
                  <ns0:v>1.56959121815</ns0:v>
                </ns0:pt>
                <ns0:pt idx="959">
                  <ns0:v>1.57122962235</ns0:v>
                </ns0:pt>
                <ns0:pt idx="960">
                  <ns0:v>1.57286802654</ns0:v>
                </ns0:pt>
                <ns0:pt idx="961">
                  <ns0:v>1.57450643074</ns0:v>
                </ns0:pt>
                <ns0:pt idx="962">
                  <ns0:v>1.57614483493</ns0:v>
                </ns0:pt>
                <ns0:pt idx="963">
                  <ns0:v>1.57778323913</ns0:v>
                </ns0:pt>
                <ns0:pt idx="964">
                  <ns0:v>1.57942164332</ns0:v>
                </ns0:pt>
                <ns0:pt idx="965">
                  <ns0:v>1.58106004751</ns0:v>
                </ns0:pt>
                <ns0:pt idx="966">
                  <ns0:v>1.58269845171</ns0:v>
                </ns0:pt>
                <ns0:pt idx="967">
                  <ns0:v>1.5843368559</ns0:v>
                </ns0:pt>
                <ns0:pt idx="968">
                  <ns0:v>1.5859752601</ns0:v>
                </ns0:pt>
                <ns0:pt idx="969">
                  <ns0:v>1.58761366429</ns0:v>
                </ns0:pt>
                <ns0:pt idx="970">
                  <ns0:v>1.58925206849</ns0:v>
                </ns0:pt>
                <ns0:pt idx="971">
                  <ns0:v>1.59089047268</ns0:v>
                </ns0:pt>
                <ns0:pt idx="972">
                  <ns0:v>1.59252887687</ns0:v>
                </ns0:pt>
                <ns0:pt idx="973">
                  <ns0:v>1.59416728107</ns0:v>
                </ns0:pt>
                <ns0:pt idx="974">
                  <ns0:v>1.59580568526</ns0:v>
                </ns0:pt>
                <ns0:pt idx="975">
                  <ns0:v>1.59744408946</ns0:v>
                </ns0:pt>
                <ns0:pt idx="976">
                  <ns0:v>1.59908249365</ns0:v>
                </ns0:pt>
                <ns0:pt idx="977">
                  <ns0:v>1.60072089785</ns0:v>
                </ns0:pt>
                <ns0:pt idx="978">
                  <ns0:v>1.60235930204</ns0:v>
                </ns0:pt>
                <ns0:pt idx="979">
                  <ns0:v>1.60399770623</ns0:v>
                </ns0:pt>
                <ns0:pt idx="980">
                  <ns0:v>1.60563611043</ns0:v>
                </ns0:pt>
                <ns0:pt idx="981">
                  <ns0:v>1.60727451462</ns0:v>
                </ns0:pt>
                <ns0:pt idx="982">
                  <ns0:v>1.60891291882</ns0:v>
                </ns0:pt>
                <ns0:pt idx="983">
                  <ns0:v>1.61055132301</ns0:v>
                </ns0:pt>
                <ns0:pt idx="984">
                  <ns0:v>1.61218972721</ns0:v>
                </ns0:pt>
                <ns0:pt idx="985">
                  <ns0:v>1.6138281314</ns0:v>
                </ns0:pt>
                <ns0:pt idx="986">
                  <ns0:v>1.61546653559</ns0:v>
                </ns0:pt>
                <ns0:pt idx="987">
                  <ns0:v>1.61710493979</ns0:v>
                </ns0:pt>
                <ns0:pt idx="988">
                  <ns0:v>1.61874334398</ns0:v>
                </ns0:pt>
                <ns0:pt idx="989">
                  <ns0:v>1.62038174818</ns0:v>
                </ns0:pt>
                <ns0:pt idx="990">
                  <ns0:v>1.62202015237</ns0:v>
                </ns0:pt>
                <ns0:pt idx="991">
                  <ns0:v>1.62365855657</ns0:v>
                </ns0:pt>
                <ns0:pt idx="992">
                  <ns0:v>1.62529696076</ns0:v>
                </ns0:pt>
                <ns0:pt idx="993">
                  <ns0:v>1.62693536495</ns0:v>
                </ns0:pt>
                <ns0:pt idx="994">
                  <ns0:v>1.62857376915</ns0:v>
                </ns0:pt>
                <ns0:pt idx="995">
                  <ns0:v>1.63021217334</ns0:v>
                </ns0:pt>
                <ns0:pt idx="996">
                  <ns0:v>1.63185057754</ns0:v>
                </ns0:pt>
                <ns0:pt idx="997">
                  <ns0:v>1.63348898173</ns0:v>
                </ns0:pt>
                <ns0:pt idx="998">
                  <ns0:v>1.63512738593</ns0:v>
                </ns0:pt>
                <ns0:pt idx="999">
                  <ns0:v>1.63676579012</ns0:v>
                </ns0:pt>
                <ns0:pt idx="1000">
                  <ns0:v>1.63840419431</ns0:v>
                </ns0:pt>
                <ns0:pt idx="1001">
                  <ns0:v>1.64004259851</ns0:v>
                </ns0:pt>
                <ns0:pt idx="1002">
                  <ns0:v>1.6416810027</ns0:v>
                </ns0:pt>
                <ns0:pt idx="1003">
                  <ns0:v>1.6433194069</ns0:v>
                </ns0:pt>
                <ns0:pt idx="1004">
                  <ns0:v>1.64495781109</ns0:v>
                </ns0:pt>
                <ns0:pt idx="1005">
                  <ns0:v>1.64659621529</ns0:v>
                </ns0:pt>
                <ns0:pt idx="1006">
                  <ns0:v>1.64823461948</ns0:v>
                </ns0:pt>
                <ns0:pt idx="1007">
                  <ns0:v>1.64987302367</ns0:v>
                </ns0:pt>
                <ns0:pt idx="1008">
                  <ns0:v>1.65151142787</ns0:v>
                </ns0:pt>
                <ns0:pt idx="1009">
                  <ns0:v>1.65314983206</ns0:v>
                </ns0:pt>
                <ns0:pt idx="1010">
                  <ns0:v>1.65478823626</ns0:v>
                </ns0:pt>
                <ns0:pt idx="1011">
                  <ns0:v>1.65642664045</ns0:v>
                </ns0:pt>
                <ns0:pt idx="1012">
                  <ns0:v>1.65806504465</ns0:v>
                </ns0:pt>
                <ns0:pt idx="1013">
                  <ns0:v>1.65970344884</ns0:v>
                </ns0:pt>
                <ns0:pt idx="1014">
                  <ns0:v>1.66134185304</ns0:v>
                </ns0:pt>
                <ns0:pt idx="1015">
                  <ns0:v>1.66298025723</ns0:v>
                </ns0:pt>
                <ns0:pt idx="1016">
                  <ns0:v>1.66461866142</ns0:v>
                </ns0:pt>
                <ns0:pt idx="1017">
                  <ns0:v>1.66625706562</ns0:v>
                </ns0:pt>
                <ns0:pt idx="1018">
                  <ns0:v>1.66789546981</ns0:v>
                </ns0:pt>
                <ns0:pt idx="1019">
                  <ns0:v>1.66953387401</ns0:v>
                </ns0:pt>
                <ns0:pt idx="1020">
                  <ns0:v>1.6711722782</ns0:v>
                </ns0:pt>
                <ns0:pt idx="1021">
                  <ns0:v>1.6728106824</ns0:v>
                </ns0:pt>
                <ns0:pt idx="1022">
                  <ns0:v>1.67444908659</ns0:v>
                </ns0:pt>
                <ns0:pt idx="1023">
                  <ns0:v>1.67608749078</ns0:v>
                </ns0:pt>
                <ns0:pt idx="1024">
                  <ns0:v>1.67772589498</ns0:v>
                </ns0:pt>
                <ns0:pt idx="1025">
                  <ns0:v>1.67936429917</ns0:v>
                </ns0:pt>
                <ns0:pt idx="1026">
                  <ns0:v>1.68100270337</ns0:v>
                </ns0:pt>
                <ns0:pt idx="1027">
                  <ns0:v>1.68264110756</ns0:v>
                </ns0:pt>
                <ns0:pt idx="1028">
                  <ns0:v>1.68427951176</ns0:v>
                </ns0:pt>
                <ns0:pt idx="1029">
                  <ns0:v>1.68591791595</ns0:v>
                </ns0:pt>
                <ns0:pt idx="1030">
                  <ns0:v>1.68755632014</ns0:v>
                </ns0:pt>
                <ns0:pt idx="1031">
                  <ns0:v>1.68919472434</ns0:v>
                </ns0:pt>
                <ns0:pt idx="1032">
                  <ns0:v>1.69083312853</ns0:v>
                </ns0:pt>
                <ns0:pt idx="1033">
                  <ns0:v>1.69247153273</ns0:v>
                </ns0:pt>
                <ns0:pt idx="1034">
                  <ns0:v>1.69410993692</ns0:v>
                </ns0:pt>
                <ns0:pt idx="1035">
                  <ns0:v>1.69574834112</ns0:v>
                </ns0:pt>
                <ns0:pt idx="1036">
                  <ns0:v>1.69738674531</ns0:v>
                </ns0:pt>
                <ns0:pt idx="1037">
                  <ns0:v>1.6990251495</ns0:v>
                </ns0:pt>
                <ns0:pt idx="1038">
                  <ns0:v>1.7006635537</ns0:v>
                </ns0:pt>
                <ns0:pt idx="1039">
                  <ns0:v>1.70230195789</ns0:v>
                </ns0:pt>
                <ns0:pt idx="1040">
                  <ns0:v>1.70394036209</ns0:v>
                </ns0:pt>
                <ns0:pt idx="1041">
                  <ns0:v>1.70557876628</ns0:v>
                </ns0:pt>
                <ns0:pt idx="1042">
                  <ns0:v>1.70721717048</ns0:v>
                </ns0:pt>
                <ns0:pt idx="1043">
                  <ns0:v>1.70885557467</ns0:v>
                </ns0:pt>
                <ns0:pt idx="1044">
                  <ns0:v>1.71049397886</ns0:v>
                </ns0:pt>
                <ns0:pt idx="1045">
                  <ns0:v>1.71213238306</ns0:v>
                </ns0:pt>
                <ns0:pt idx="1046">
                  <ns0:v>1.71377078725</ns0:v>
                </ns0:pt>
                <ns0:pt idx="1047">
                  <ns0:v>1.71540919145</ns0:v>
                </ns0:pt>
                <ns0:pt idx="1048">
                  <ns0:v>1.71704759564</ns0:v>
                </ns0:pt>
                <ns0:pt idx="1049">
                  <ns0:v>1.71868599984</ns0:v>
                </ns0:pt>
                <ns0:pt idx="1050">
                  <ns0:v>1.72032440403</ns0:v>
                </ns0:pt>
                <ns0:pt idx="1051">
                  <ns0:v>1.72196280822</ns0:v>
                </ns0:pt>
                <ns0:pt idx="1052">
                  <ns0:v>1.72360121242</ns0:v>
                </ns0:pt>
                <ns0:pt idx="1053">
                  <ns0:v>1.72523961661</ns0:v>
                </ns0:pt>
                <ns0:pt idx="1054">
                  <ns0:v>1.72687802081</ns0:v>
                </ns0:pt>
                <ns0:pt idx="1055">
                  <ns0:v>1.728516425</ns0:v>
                </ns0:pt>
                <ns0:pt idx="1056">
                  <ns0:v>1.7301548292</ns0:v>
                </ns0:pt>
                <ns0:pt idx="1057">
                  <ns0:v>1.73179323339</ns0:v>
                </ns0:pt>
                <ns0:pt idx="1058">
                  <ns0:v>1.73343163758</ns0:v>
                </ns0:pt>
                <ns0:pt idx="1059">
                  <ns0:v>1.73507004178</ns0:v>
                </ns0:pt>
                <ns0:pt idx="1060">
                  <ns0:v>1.73670844597</ns0:v>
                </ns0:pt>
                <ns0:pt idx="1061">
                  <ns0:v>1.73834685017</ns0:v>
                </ns0:pt>
                <ns0:pt idx="1062">
                  <ns0:v>1.73998525436</ns0:v>
                </ns0:pt>
                <ns0:pt idx="1063">
                  <ns0:v>1.74162365856</ns0:v>
                </ns0:pt>
                <ns0:pt idx="1064">
                  <ns0:v>1.74326206275</ns0:v>
                </ns0:pt>
                <ns0:pt idx="1065">
                  <ns0:v>1.74490046695</ns0:v>
                </ns0:pt>
                <ns0:pt idx="1066">
                  <ns0:v>1.74653887114</ns0:v>
                </ns0:pt>
                <ns0:pt idx="1067">
                  <ns0:v>1.74817727533</ns0:v>
                </ns0:pt>
                <ns0:pt idx="1068">
                  <ns0:v>1.74981567953</ns0:v>
                </ns0:pt>
                <ns0:pt idx="1069">
                  <ns0:v>1.75145408372</ns0:v>
                </ns0:pt>
                <ns0:pt idx="1070">
                  <ns0:v>1.75309248792</ns0:v>
                </ns0:pt>
                <ns0:pt idx="1071">
                  <ns0:v>1.75473089211</ns0:v>
                </ns0:pt>
                <ns0:pt idx="1072">
                  <ns0:v>1.75636929631</ns0:v>
                </ns0:pt>
                <ns0:pt idx="1073">
                  <ns0:v>1.7580077005</ns0:v>
                </ns0:pt>
                <ns0:pt idx="1074">
                  <ns0:v>1.75964610469</ns0:v>
                </ns0:pt>
                <ns0:pt idx="1075">
                  <ns0:v>1.76128450889</ns0:v>
                </ns0:pt>
                <ns0:pt idx="1076">
                  <ns0:v>1.76292291308</ns0:v>
                </ns0:pt>
                <ns0:pt idx="1077">
                  <ns0:v>1.76456131728</ns0:v>
                </ns0:pt>
                <ns0:pt idx="1078">
                  <ns0:v>1.76619972147</ns0:v>
                </ns0:pt>
                <ns0:pt idx="1079">
                  <ns0:v>1.76783812567</ns0:v>
                </ns0:pt>
                <ns0:pt idx="1080">
                  <ns0:v>1.76947652986</ns0:v>
                </ns0:pt>
                <ns0:pt idx="1081">
                  <ns0:v>1.77111493405</ns0:v>
                </ns0:pt>
                <ns0:pt idx="1082">
                  <ns0:v>1.77275333825</ns0:v>
                </ns0:pt>
                <ns0:pt idx="1083">
                  <ns0:v>1.77439174244</ns0:v>
                </ns0:pt>
                <ns0:pt idx="1084">
                  <ns0:v>1.77603014664</ns0:v>
                </ns0:pt>
                <ns0:pt idx="1085">
                  <ns0:v>1.77766855083</ns0:v>
                </ns0:pt>
                <ns0:pt idx="1086">
                  <ns0:v>1.77930695503</ns0:v>
                </ns0:pt>
                <ns0:pt idx="1087">
                  <ns0:v>1.78094535922</ns0:v>
                </ns0:pt>
                <ns0:pt idx="1088">
                  <ns0:v>1.78258376341</ns0:v>
                </ns0:pt>
                <ns0:pt idx="1089">
                  <ns0:v>1.78422216761</ns0:v>
                </ns0:pt>
                <ns0:pt idx="1090">
                  <ns0:v>1.7858605718</ns0:v>
                </ns0:pt>
                <ns0:pt idx="1091">
                  <ns0:v>1.787498976</ns0:v>
                </ns0:pt>
                <ns0:pt idx="1092">
                  <ns0:v>1.78913738019</ns0:v>
                </ns0:pt>
                <ns0:pt idx="1093">
                  <ns0:v>1.79077578439</ns0:v>
                </ns0:pt>
                <ns0:pt idx="1094">
                  <ns0:v>1.79241418858</ns0:v>
                </ns0:pt>
                <ns0:pt idx="1095">
                  <ns0:v>1.79405259277</ns0:v>
                </ns0:pt>
                <ns0:pt idx="1096">
                  <ns0:v>1.79569099697</ns0:v>
                </ns0:pt>
                <ns0:pt idx="1097">
                  <ns0:v>1.79732940116</ns0:v>
                </ns0:pt>
                <ns0:pt idx="1098">
                  <ns0:v>1.79896780536</ns0:v>
                </ns0:pt>
                <ns0:pt idx="1099">
                  <ns0:v>1.80060620955</ns0:v>
                </ns0:pt>
                <ns0:pt idx="1100">
                  <ns0:v>1.80224461375</ns0:v>
                </ns0:pt>
                <ns0:pt idx="1101">
                  <ns0:v>1.80388301794</ns0:v>
                </ns0:pt>
                <ns0:pt idx="1102">
                  <ns0:v>1.80552142213</ns0:v>
                </ns0:pt>
                <ns0:pt idx="1103">
                  <ns0:v>1.80715982633</ns0:v>
                </ns0:pt>
                <ns0:pt idx="1104">
                  <ns0:v>1.80879823052</ns0:v>
                </ns0:pt>
                <ns0:pt idx="1105">
                  <ns0:v>1.81043663472</ns0:v>
                </ns0:pt>
                <ns0:pt idx="1106">
                  <ns0:v>1.81207503891</ns0:v>
                </ns0:pt>
                <ns0:pt idx="1107">
                  <ns0:v>1.81371344311</ns0:v>
                </ns0:pt>
                <ns0:pt idx="1108">
                  <ns0:v>1.8153518473</ns0:v>
                </ns0:pt>
                <ns0:pt idx="1109">
                  <ns0:v>1.8169902515</ns0:v>
                </ns0:pt>
                <ns0:pt idx="1110">
                  <ns0:v>1.81862865569</ns0:v>
                </ns0:pt>
                <ns0:pt idx="1111">
                  <ns0:v>1.82026705988</ns0:v>
                </ns0:pt>
                <ns0:pt idx="1112">
                  <ns0:v>1.82190546408</ns0:v>
                </ns0:pt>
                <ns0:pt idx="1113">
                  <ns0:v>1.82354386827</ns0:v>
                </ns0:pt>
                <ns0:pt idx="1114">
                  <ns0:v>1.82518227247</ns0:v>
                </ns0:pt>
                <ns0:pt idx="1115">
                  <ns0:v>1.82682067666</ns0:v>
                </ns0:pt>
                <ns0:pt idx="1116">
                  <ns0:v>1.82845908086</ns0:v>
                </ns0:pt>
                <ns0:pt idx="1117">
                  <ns0:v>1.83009748505</ns0:v>
                </ns0:pt>
                <ns0:pt idx="1118">
                  <ns0:v>1.83173588924</ns0:v>
                </ns0:pt>
                <ns0:pt idx="1119">
                  <ns0:v>1.83337429344</ns0:v>
                </ns0:pt>
                <ns0:pt idx="1120">
                  <ns0:v>1.83501269763</ns0:v>
                </ns0:pt>
                <ns0:pt idx="1121">
                  <ns0:v>1.83665110183</ns0:v>
                </ns0:pt>
                <ns0:pt idx="1122">
                  <ns0:v>1.83828950602</ns0:v>
                </ns0:pt>
                <ns0:pt idx="1123">
                  <ns0:v>1.83992791022</ns0:v>
                </ns0:pt>
                <ns0:pt idx="1124">
                  <ns0:v>1.84156631441</ns0:v>
                </ns0:pt>
                <ns0:pt idx="1125">
                  <ns0:v>1.8432047186</ns0:v>
                </ns0:pt>
                <ns0:pt idx="1126">
                  <ns0:v>1.8448431228</ns0:v>
                </ns0:pt>
                <ns0:pt idx="1127">
                  <ns0:v>1.84648152699</ns0:v>
                </ns0:pt>
                <ns0:pt idx="1128">
                  <ns0:v>1.84811993119</ns0:v>
                </ns0:pt>
                <ns0:pt idx="1129">
                  <ns0:v>1.84975833538</ns0:v>
                </ns0:pt>
                <ns0:pt idx="1130">
                  <ns0:v>1.85139673958</ns0:v>
                </ns0:pt>
                <ns0:pt idx="1131">
                  <ns0:v>1.85303514377</ns0:v>
                </ns0:pt>
                <ns0:pt idx="1132">
                  <ns0:v>1.85467354796</ns0:v>
                </ns0:pt>
                <ns0:pt idx="1133">
                  <ns0:v>1.85631195216</ns0:v>
                </ns0:pt>
                <ns0:pt idx="1134">
                  <ns0:v>1.85795035635</ns0:v>
                </ns0:pt>
                <ns0:pt idx="1135">
                  <ns0:v>1.85958876055</ns0:v>
                </ns0:pt>
                <ns0:pt idx="1136">
                  <ns0:v>1.86122716474</ns0:v>
                </ns0:pt>
                <ns0:pt idx="1137">
                  <ns0:v>1.86286556894</ns0:v>
                </ns0:pt>
                <ns0:pt idx="1138">
                  <ns0:v>1.86450397313</ns0:v>
                </ns0:pt>
                <ns0:pt idx="1139">
                  <ns0:v>1.86614237732</ns0:v>
                </ns0:pt>
                <ns0:pt idx="1140">
                  <ns0:v>1.86778078152</ns0:v>
                </ns0:pt>
                <ns0:pt idx="1141">
                  <ns0:v>1.86941918571</ns0:v>
                </ns0:pt>
                <ns0:pt idx="1142">
                  <ns0:v>1.87105758991</ns0:v>
                </ns0:pt>
                <ns0:pt idx="1143">
                  <ns0:v>1.8726959941</ns0:v>
                </ns0:pt>
                <ns0:pt idx="1144">
                  <ns0:v>1.8743343983</ns0:v>
                </ns0:pt>
                <ns0:pt idx="1145">
                  <ns0:v>1.87597280249</ns0:v>
                </ns0:pt>
                <ns0:pt idx="1146">
                  <ns0:v>1.87761120668</ns0:v>
                </ns0:pt>
                <ns0:pt idx="1147">
                  <ns0:v>1.87924961088</ns0:v>
                </ns0:pt>
                <ns0:pt idx="1148">
                  <ns0:v>1.88088801507</ns0:v>
                </ns0:pt>
                <ns0:pt idx="1149">
                  <ns0:v>1.88252641927</ns0:v>
                </ns0:pt>
                <ns0:pt idx="1150">
                  <ns0:v>1.88416482346</ns0:v>
                </ns0:pt>
                <ns0:pt idx="1151">
                  <ns0:v>1.88580322766</ns0:v>
                </ns0:pt>
                <ns0:pt idx="1152">
                  <ns0:v>1.88744163185</ns0:v>
                </ns0:pt>
                <ns0:pt idx="1153">
                  <ns0:v>1.88908003604</ns0:v>
                </ns0:pt>
                <ns0:pt idx="1154">
                  <ns0:v>1.89071844024</ns0:v>
                </ns0:pt>
                <ns0:pt idx="1155">
                  <ns0:v>1.89235684443</ns0:v>
                </ns0:pt>
                <ns0:pt idx="1156">
                  <ns0:v>1.89399524863</ns0:v>
                </ns0:pt>
                <ns0:pt idx="1157">
                  <ns0:v>1.89563365282</ns0:v>
                </ns0:pt>
                <ns0:pt idx="1158">
                  <ns0:v>1.89727205702</ns0:v>
                </ns0:pt>
                <ns0:pt idx="1159">
                  <ns0:v>1.89891046121</ns0:v>
                </ns0:pt>
                <ns0:pt idx="1160">
                  <ns0:v>1.90054886541</ns0:v>
                </ns0:pt>
                <ns0:pt idx="1161">
                  <ns0:v>1.9021872696</ns0:v>
                </ns0:pt>
                <ns0:pt idx="1162">
                  <ns0:v>1.90382567379</ns0:v>
                </ns0:pt>
                <ns0:pt idx="1163">
                  <ns0:v>1.90546407799</ns0:v>
                </ns0:pt>
                <ns0:pt idx="1164">
                  <ns0:v>1.90710248218</ns0:v>
                </ns0:pt>
                <ns0:pt idx="1165">
                  <ns0:v>1.90874088638</ns0:v>
                </ns0:pt>
                <ns0:pt idx="1166">
                  <ns0:v>1.91037929057</ns0:v>
                </ns0:pt>
                <ns0:pt idx="1167">
                  <ns0:v>1.91201769477</ns0:v>
                </ns0:pt>
                <ns0:pt idx="1168">
                  <ns0:v>1.91365609896</ns0:v>
                </ns0:pt>
                <ns0:pt idx="1169">
                  <ns0:v>1.91529450315</ns0:v>
                </ns0:pt>
                <ns0:pt idx="1170">
                  <ns0:v>1.91693290735</ns0:v>
                </ns0:pt>
                <ns0:pt idx="1171">
                  <ns0:v>1.91857131154</ns0:v>
                </ns0:pt>
                <ns0:pt idx="1172">
                  <ns0:v>1.92020971574</ns0:v>
                </ns0:pt>
                <ns0:pt idx="1173">
                  <ns0:v>1.92184811993</ns0:v>
                </ns0:pt>
                <ns0:pt idx="1174">
                  <ns0:v>1.92348652413</ns0:v>
                </ns0:pt>
                <ns0:pt idx="1175">
                  <ns0:v>1.92512492832</ns0:v>
                </ns0:pt>
                <ns0:pt idx="1176">
                  <ns0:v>1.92676333251</ns0:v>
                </ns0:pt>
                <ns0:pt idx="1177">
                  <ns0:v>1.92840173671</ns0:v>
                </ns0:pt>
                <ns0:pt idx="1178">
                  <ns0:v>1.9300401409</ns0:v>
                </ns0:pt>
                <ns0:pt idx="1179">
                  <ns0:v>1.9316785451</ns0:v>
                </ns0:pt>
                <ns0:pt idx="1180">
                  <ns0:v>1.93331694929</ns0:v>
                </ns0:pt>
                <ns0:pt idx="1181">
                  <ns0:v>1.93495535349</ns0:v>
                </ns0:pt>
                <ns0:pt idx="1182">
                  <ns0:v>1.93659375768</ns0:v>
                </ns0:pt>
                <ns0:pt idx="1183">
                  <ns0:v>1.93823216187</ns0:v>
                </ns0:pt>
                <ns0:pt idx="1184">
                  <ns0:v>1.93987056607</ns0:v>
                </ns0:pt>
                <ns0:pt idx="1185">
                  <ns0:v>1.94150897026</ns0:v>
                </ns0:pt>
                <ns0:pt idx="1186">
                  <ns0:v>1.94314737446</ns0:v>
                </ns0:pt>
                <ns0:pt idx="1187">
                  <ns0:v>1.94478577865</ns0:v>
                </ns0:pt>
                <ns0:pt idx="1188">
                  <ns0:v>1.94642418285</ns0:v>
                </ns0:pt>
                <ns0:pt idx="1189">
                  <ns0:v>1.94806258704</ns0:v>
                </ns0:pt>
                <ns0:pt idx="1190">
                  <ns0:v>1.94970099123</ns0:v>
                </ns0:pt>
                <ns0:pt idx="1191">
                  <ns0:v>1.95133939543</ns0:v>
                </ns0:pt>
                <ns0:pt idx="1192">
                  <ns0:v>1.95297779962</ns0:v>
                </ns0:pt>
                <ns0:pt idx="1193">
                  <ns0:v>1.95461620382</ns0:v>
                </ns0:pt>
                <ns0:pt idx="1194">
                  <ns0:v>1.95625460801</ns0:v>
                </ns0:pt>
                <ns0:pt idx="1195">
                  <ns0:v>1.95789301221</ns0:v>
                </ns0:pt>
                <ns0:pt idx="1196">
                  <ns0:v>1.9595314164</ns0:v>
                </ns0:pt>
                <ns0:pt idx="1197">
                  <ns0:v>1.96116982059</ns0:v>
                </ns0:pt>
                <ns0:pt idx="1198">
                  <ns0:v>1.96280822479</ns0:v>
                </ns0:pt>
                <ns0:pt idx="1199">
                  <ns0:v>1.96444662898</ns0:v>
                </ns0:pt>
                <ns0:pt idx="1200">
                  <ns0:v>1.96608503318</ns0:v>
                </ns0:pt>
                <ns0:pt idx="1201">
                  <ns0:v>1.96772343737</ns0:v>
                </ns0:pt>
                <ns0:pt idx="1202">
                  <ns0:v>1.96936184157</ns0:v>
                </ns0:pt>
                <ns0:pt idx="1203">
                  <ns0:v>1.97100024576</ns0:v>
                </ns0:pt>
                <ns0:pt idx="1204">
                  <ns0:v>1.97263864995</ns0:v>
                </ns0:pt>
                <ns0:pt idx="1205">
                  <ns0:v>1.97427705415</ns0:v>
                </ns0:pt>
                <ns0:pt idx="1206">
                  <ns0:v>1.97591545834</ns0:v>
                </ns0:pt>
                <ns0:pt idx="1207">
                  <ns0:v>1.97755386254</ns0:v>
                </ns0:pt>
                <ns0:pt idx="1208">
                  <ns0:v>1.97919226673</ns0:v>
                </ns0:pt>
                <ns0:pt idx="1209">
                  <ns0:v>1.98083067093</ns0:v>
                </ns0:pt>
                <ns0:pt idx="1210">
                  <ns0:v>1.98246907512</ns0:v>
                </ns0:pt>
                <ns0:pt idx="1211">
                  <ns0:v>1.98410747932</ns0:v>
                </ns0:pt>
                <ns0:pt idx="1212">
                  <ns0:v>1.98574588351</ns0:v>
                </ns0:pt>
                <ns0:pt idx="1213">
                  <ns0:v>1.9873842877</ns0:v>
                </ns0:pt>
                <ns0:pt idx="1214">
                  <ns0:v>1.9890226919</ns0:v>
                </ns0:pt>
                <ns0:pt idx="1215">
                  <ns0:v>1.99066109609</ns0:v>
                </ns0:pt>
                <ns0:pt idx="1216">
                  <ns0:v>1.99229950029</ns0:v>
                </ns0:pt>
                <ns0:pt idx="1217">
                  <ns0:v>1.99393790448</ns0:v>
                </ns0:pt>
                <ns0:pt idx="1218">
                  <ns0:v>1.99557630868</ns0:v>
                </ns0:pt>
                <ns0:pt idx="1219">
                  <ns0:v>1.99721471287</ns0:v>
                </ns0:pt>
                <ns0:pt idx="1220">
                  <ns0:v>1.99885311706</ns0:v>
                </ns0:pt>
                <ns0:pt idx="1221">
                  <ns0:v>2.00049152126</ns0:v>
                </ns0:pt>
                <ns0:pt idx="1222">
                  <ns0:v>2.00212992545</ns0:v>
                </ns0:pt>
                <ns0:pt idx="1223">
                  <ns0:v>2.00376832965</ns0:v>
                </ns0:pt>
                <ns0:pt idx="1224">
                  <ns0:v>2.00540673384</ns0:v>
                </ns0:pt>
                <ns0:pt idx="1225">
                  <ns0:v>2.00704513804</ns0:v>
                </ns0:pt>
                <ns0:pt idx="1226">
                  <ns0:v>2.00868354223</ns0:v>
                </ns0:pt>
                <ns0:pt idx="1227">
                  <ns0:v>2.01032194642</ns0:v>
                </ns0:pt>
                <ns0:pt idx="1228">
                  <ns0:v>2.01196035062</ns0:v>
                </ns0:pt>
                <ns0:pt idx="1229">
                  <ns0:v>2.01359875481</ns0:v>
                </ns0:pt>
                <ns0:pt idx="1230">
                  <ns0:v>2.01523715901</ns0:v>
                </ns0:pt>
                <ns0:pt idx="1231">
                  <ns0:v>2.0168755632</ns0:v>
                </ns0:pt>
                <ns0:pt idx="1232">
                  <ns0:v>2.0185139674</ns0:v>
                </ns0:pt>
                <ns0:pt idx="1233">
                  <ns0:v>2.02015237159</ns0:v>
                </ns0:pt>
                <ns0:pt idx="1234">
                  <ns0:v>2.02179077578</ns0:v>
                </ns0:pt>
                <ns0:pt idx="1235">
                  <ns0:v>2.02342917998</ns0:v>
                </ns0:pt>
                <ns0:pt idx="1236">
                  <ns0:v>2.02506758417</ns0:v>
                </ns0:pt>
                <ns0:pt idx="1237">
                  <ns0:v>2.02670598837</ns0:v>
                </ns0:pt>
                <ns0:pt idx="1238">
                  <ns0:v>2.02834439256</ns0:v>
                </ns0:pt>
                <ns0:pt idx="1239">
                  <ns0:v>2.02998279676</ns0:v>
                </ns0:pt>
                <ns0:pt idx="1240">
                  <ns0:v>2.03162120095</ns0:v>
                </ns0:pt>
                <ns0:pt idx="1241">
                  <ns0:v>2.03325960514</ns0:v>
                </ns0:pt>
                <ns0:pt idx="1242">
                  <ns0:v>2.03489800934</ns0:v>
                </ns0:pt>
                <ns0:pt idx="1243">
                  <ns0:v>2.03653641353</ns0:v>
                </ns0:pt>
                <ns0:pt idx="1244">
                  <ns0:v>2.03817481773</ns0:v>
                </ns0:pt>
                <ns0:pt idx="1245">
                  <ns0:v>2.03981322192</ns0:v>
                </ns0:pt>
                <ns0:pt idx="1246">
                  <ns0:v>2.04145162612</ns0:v>
                </ns0:pt>
                <ns0:pt idx="1247">
                  <ns0:v>2.04309003031</ns0:v>
                </ns0:pt>
                <ns0:pt idx="1248">
                  <ns0:v>2.0447284345</ns0:v>
                </ns0:pt>
                <ns0:pt idx="1249">
                  <ns0:v>2.0463668387</ns0:v>
                </ns0:pt>
                <ns0:pt idx="1250">
                  <ns0:v>2.04800524289</ns0:v>
                </ns0:pt>
                <ns0:pt idx="1251">
                  <ns0:v>2.04964364709</ns0:v>
                </ns0:pt>
                <ns0:pt idx="1252">
                  <ns0:v>2.05128205128</ns0:v>
                </ns0:pt>
                <ns0:pt idx="1253">
                  <ns0:v>2.05292045548</ns0:v>
                </ns0:pt>
                <ns0:pt idx="1254">
                  <ns0:v>2.05455885967</ns0:v>
                </ns0:pt>
                <ns0:pt idx="1255">
                  <ns0:v>2.05619726386</ns0:v>
                </ns0:pt>
                <ns0:pt idx="1256">
                  <ns0:v>2.05783566806</ns0:v>
                </ns0:pt>
                <ns0:pt idx="1257">
                  <ns0:v>2.05947407225</ns0:v>
                </ns0:pt>
                <ns0:pt idx="1258">
                  <ns0:v>2.06111247645</ns0:v>
                </ns0:pt>
                <ns0:pt idx="1259">
                  <ns0:v>2.06275088064</ns0:v>
                </ns0:pt>
                <ns0:pt idx="1260">
                  <ns0:v>2.06438928484</ns0:v>
                </ns0:pt>
                <ns0:pt idx="1261">
                  <ns0:v>2.06602768903</ns0:v>
                </ns0:pt>
                <ns0:pt idx="1262">
                  <ns0:v>2.06766609323</ns0:v>
                </ns0:pt>
                <ns0:pt idx="1263">
                  <ns0:v>2.06930449742</ns0:v>
                </ns0:pt>
                <ns0:pt idx="1264">
                  <ns0:v>2.07094290161</ns0:v>
                </ns0:pt>
                <ns0:pt idx="1265">
                  <ns0:v>2.07258130581</ns0:v>
                </ns0:pt>
                <ns0:pt idx="1266">
                  <ns0:v>2.07421971</ns0:v>
                </ns0:pt>
                <ns0:pt idx="1267">
                  <ns0:v>2.0758581142</ns0:v>
                </ns0:pt>
                <ns0:pt idx="1268">
                  <ns0:v>2.07749651839</ns0:v>
                </ns0:pt>
                <ns0:pt idx="1269">
                  <ns0:v>2.07913492259</ns0:v>
                </ns0:pt>
                <ns0:pt idx="1270">
                  <ns0:v>2.08077332678</ns0:v>
                </ns0:pt>
                <ns0:pt idx="1271">
                  <ns0:v>2.08241173097</ns0:v>
                </ns0:pt>
                <ns0:pt idx="1272">
                  <ns0:v>2.08405013517</ns0:v>
                </ns0:pt>
                <ns0:pt idx="1273">
                  <ns0:v>2.08568853936</ns0:v>
                </ns0:pt>
                <ns0:pt idx="1274">
                  <ns0:v>2.08732694356</ns0:v>
                </ns0:pt>
                <ns0:pt idx="1275">
                  <ns0:v>2.08896534775</ns0:v>
                </ns0:pt>
                <ns0:pt idx="1276">
                  <ns0:v>2.09060375195</ns0:v>
                </ns0:pt>
                <ns0:pt idx="1277">
                  <ns0:v>2.09224215614</ns0:v>
                </ns0:pt>
                <ns0:pt idx="1278">
                  <ns0:v>2.09388056033</ns0:v>
                </ns0:pt>
                <ns0:pt idx="1279">
                  <ns0:v>2.09551896453</ns0:v>
                </ns0:pt>
                <ns0:pt idx="1280">
                  <ns0:v>2.09715736872</ns0:v>
                </ns0:pt>
                <ns0:pt idx="1281">
                  <ns0:v>2.09879577292</ns0:v>
                </ns0:pt>
                <ns0:pt idx="1282">
                  <ns0:v>2.10043417711</ns0:v>
                </ns0:pt>
                <ns0:pt idx="1283">
                  <ns0:v>2.10207258131</ns0:v>
                </ns0:pt>
                <ns0:pt idx="1284">
                  <ns0:v>2.1037109855</ns0:v>
                </ns0:pt>
                <ns0:pt idx="1285">
                  <ns0:v>2.10534938969</ns0:v>
                </ns0:pt>
                <ns0:pt idx="1286">
                  <ns0:v>2.10698779389</ns0:v>
                </ns0:pt>
                <ns0:pt idx="1287">
                  <ns0:v>2.10862619808</ns0:v>
                </ns0:pt>
                <ns0:pt idx="1288">
                  <ns0:v>2.11026460228</ns0:v>
                </ns0:pt>
                <ns0:pt idx="1289">
                  <ns0:v>2.11190300647</ns0:v>
                </ns0:pt>
                <ns0:pt idx="1290">
                  <ns0:v>2.11354141067</ns0:v>
                </ns0:pt>
                <ns0:pt idx="1291">
                  <ns0:v>2.11517981486</ns0:v>
                </ns0:pt>
                <ns0:pt idx="1292">
                  <ns0:v>2.11681821905</ns0:v>
                </ns0:pt>
                <ns0:pt idx="1293">
                  <ns0:v>2.11845662325</ns0:v>
                </ns0:pt>
                <ns0:pt idx="1294">
                  <ns0:v>2.12009502744</ns0:v>
                </ns0:pt>
                <ns0:pt idx="1295">
                  <ns0:v>2.12173343164</ns0:v>
                </ns0:pt>
                <ns0:pt idx="1296">
                  <ns0:v>2.12337183583</ns0:v>
                </ns0:pt>
                <ns0:pt idx="1297">
                  <ns0:v>2.12501024003</ns0:v>
                </ns0:pt>
                <ns0:pt idx="1298">
                  <ns0:v>2.12664864422</ns0:v>
                </ns0:pt>
                <ns0:pt idx="1299">
                  <ns0:v>2.12828704841</ns0:v>
                </ns0:pt>
                <ns0:pt idx="1300">
                  <ns0:v>2.12992545261</ns0:v>
                </ns0:pt>
                <ns0:pt idx="1301">
                  <ns0:v>2.1315638568</ns0:v>
                </ns0:pt>
                <ns0:pt idx="1302">
                  <ns0:v>2.133202261</ns0:v>
                </ns0:pt>
                <ns0:pt idx="1303">
                  <ns0:v>2.13484066519</ns0:v>
                </ns0:pt>
                <ns0:pt idx="1304">
                  <ns0:v>2.13647906939</ns0:v>
                </ns0:pt>
                <ns0:pt idx="1305">
                  <ns0:v>2.13811747358</ns0:v>
                </ns0:pt>
                <ns0:pt idx="1306">
                  <ns0:v>2.13975587778</ns0:v>
                </ns0:pt>
                <ns0:pt idx="1307">
                  <ns0:v>2.14139428197</ns0:v>
                </ns0:pt>
                <ns0:pt idx="1308">
                  <ns0:v>2.14303268616</ns0:v>
                </ns0:pt>
                <ns0:pt idx="1309">
                  <ns0:v>2.14467109036</ns0:v>
                </ns0:pt>
                <ns0:pt idx="1310">
                  <ns0:v>2.14630949455</ns0:v>
                </ns0:pt>
                <ns0:pt idx="1311">
                  <ns0:v>2.14794789875</ns0:v>
                </ns0:pt>
                <ns0:pt idx="1312">
                  <ns0:v>2.14958630294</ns0:v>
                </ns0:pt>
                <ns0:pt idx="1313">
                  <ns0:v>2.15122470714</ns0:v>
                </ns0:pt>
                <ns0:pt idx="1314">
                  <ns0:v>2.15286311133</ns0:v>
                </ns0:pt>
                <ns0:pt idx="1315">
                  <ns0:v>2.15450151552</ns0:v>
                </ns0:pt>
                <ns0:pt idx="1316">
                  <ns0:v>2.15613991972</ns0:v>
                </ns0:pt>
                <ns0:pt idx="1317">
                  <ns0:v>2.15777832391</ns0:v>
                </ns0:pt>
                <ns0:pt idx="1318">
                  <ns0:v>2.15941672811</ns0:v>
                </ns0:pt>
                <ns0:pt idx="1319">
                  <ns0:v>2.1610551323</ns0:v>
                </ns0:pt>
                <ns0:pt idx="1320">
                  <ns0:v>2.1626935365</ns0:v>
                </ns0:pt>
                <ns0:pt idx="1321">
                  <ns0:v>2.16433194069</ns0:v>
                </ns0:pt>
                <ns0:pt idx="1322">
                  <ns0:v>2.16597034488</ns0:v>
                </ns0:pt>
                <ns0:pt idx="1323">
                  <ns0:v>2.16760874908</ns0:v>
                </ns0:pt>
                <ns0:pt idx="1324">
                  <ns0:v>2.16924715327</ns0:v>
                </ns0:pt>
                <ns0:pt idx="1325">
                  <ns0:v>2.17088555747</ns0:v>
                </ns0:pt>
                <ns0:pt idx="1326">
                  <ns0:v>2.17252396166</ns0:v>
                </ns0:pt>
                <ns0:pt idx="1327">
                  <ns0:v>2.17416236586</ns0:v>
                </ns0:pt>
                <ns0:pt idx="1328">
                  <ns0:v>2.17580077005</ns0:v>
                </ns0:pt>
                <ns0:pt idx="1329">
                  <ns0:v>2.17743917424</ns0:v>
                </ns0:pt>
                <ns0:pt idx="1330">
                  <ns0:v>2.17907757844</ns0:v>
                </ns0:pt>
                <ns0:pt idx="1331">
                  <ns0:v>2.18071598263</ns0:v>
                </ns0:pt>
                <ns0:pt idx="1332">
                  <ns0:v>2.18235438683</ns0:v>
                </ns0:pt>
                <ns0:pt idx="1333">
                  <ns0:v>2.18399279102</ns0:v>
                </ns0:pt>
                <ns0:pt idx="1334">
                  <ns0:v>2.18563119522</ns0:v>
                </ns0:pt>
                <ns0:pt idx="1335">
                  <ns0:v>2.18726959941</ns0:v>
                </ns0:pt>
                <ns0:pt idx="1336">
                  <ns0:v>2.1889080036</ns0:v>
                </ns0:pt>
                <ns0:pt idx="1337">
                  <ns0:v>2.1905464078</ns0:v>
                </ns0:pt>
                <ns0:pt idx="1338">
                  <ns0:v>2.19218481199</ns0:v>
                </ns0:pt>
                <ns0:pt idx="1339">
                  <ns0:v>2.19382321619</ns0:v>
                </ns0:pt>
                <ns0:pt idx="1340">
                  <ns0:v>2.19546162038</ns0:v>
                </ns0:pt>
                <ns0:pt idx="1341">
                  <ns0:v>2.19710002458</ns0:v>
                </ns0:pt>
                <ns0:pt idx="1342">
                  <ns0:v>2.19873842877</ns0:v>
                </ns0:pt>
                <ns0:pt idx="1343">
                  <ns0:v>2.20037683296</ns0:v>
                </ns0:pt>
                <ns0:pt idx="1344">
                  <ns0:v>2.20201523716</ns0:v>
                </ns0:pt>
                <ns0:pt idx="1345">
                  <ns0:v>2.20365364135</ns0:v>
                </ns0:pt>
                <ns0:pt idx="1346">
                  <ns0:v>2.20529204555</ns0:v>
                </ns0:pt>
                <ns0:pt idx="1347">
                  <ns0:v>2.20693044974</ns0:v>
                </ns0:pt>
                <ns0:pt idx="1348">
                  <ns0:v>2.20856885394</ns0:v>
                </ns0:pt>
                <ns0:pt idx="1349">
                  <ns0:v>2.21020725813</ns0:v>
                </ns0:pt>
                <ns0:pt idx="1350">
                  <ns0:v>2.21184566232</ns0:v>
                </ns0:pt>
                <ns0:pt idx="1351">
                  <ns0:v>2.21348406652</ns0:v>
                </ns0:pt>
                <ns0:pt idx="1352">
                  <ns0:v>2.21512247071</ns0:v>
                </ns0:pt>
                <ns0:pt idx="1353">
                  <ns0:v>2.21676087491</ns0:v>
                </ns0:pt>
                <ns0:pt idx="1354">
                  <ns0:v>2.2183992791</ns0:v>
                </ns0:pt>
                <ns0:pt idx="1355">
                  <ns0:v>2.2200376833</ns0:v>
                </ns0:pt>
                <ns0:pt idx="1356">
                  <ns0:v>2.22167608749</ns0:v>
                </ns0:pt>
                <ns0:pt idx="1357">
                  <ns0:v>2.22331449169</ns0:v>
                </ns0:pt>
                <ns0:pt idx="1358">
                  <ns0:v>2.22495289588</ns0:v>
                </ns0:pt>
                <ns0:pt idx="1359">
                  <ns0:v>2.22659130007</ns0:v>
                </ns0:pt>
                <ns0:pt idx="1360">
                  <ns0:v>2.22822970427</ns0:v>
                </ns0:pt>
                <ns0:pt idx="1361">
                  <ns0:v>2.22986810846</ns0:v>
                </ns0:pt>
                <ns0:pt idx="1362">
                  <ns0:v>2.23150651266</ns0:v>
                </ns0:pt>
                <ns0:pt idx="1363">
                  <ns0:v>2.23314491685</ns0:v>
                </ns0:pt>
                <ns0:pt idx="1364">
                  <ns0:v>2.23478332105</ns0:v>
                </ns0:pt>
                <ns0:pt idx="1365">
                  <ns0:v>2.23642172524</ns0:v>
                </ns0:pt>
                <ns0:pt idx="1366">
                  <ns0:v>2.23806012943</ns0:v>
                </ns0:pt>
                <ns0:pt idx="1367">
                  <ns0:v>2.23969853363</ns0:v>
                </ns0:pt>
                <ns0:pt idx="1368">
                  <ns0:v>2.24133693782</ns0:v>
                </ns0:pt>
                <ns0:pt idx="1369">
                  <ns0:v>2.24297534202</ns0:v>
                </ns0:pt>
                <ns0:pt idx="1370">
                  <ns0:v>2.24461374621</ns0:v>
                </ns0:pt>
                <ns0:pt idx="1371">
                  <ns0:v>2.24625215041</ns0:v>
                </ns0:pt>
                <ns0:pt idx="1372">
                  <ns0:v>2.2478905546</ns0:v>
                </ns0:pt>
                <ns0:pt idx="1373">
                  <ns0:v>2.24952895879</ns0:v>
                </ns0:pt>
                <ns0:pt idx="1374">
                  <ns0:v>2.25116736299</ns0:v>
                </ns0:pt>
                <ns0:pt idx="1375">
                  <ns0:v>2.25280576718</ns0:v>
                </ns0:pt>
                <ns0:pt idx="1376">
                  <ns0:v>2.25444417138</ns0:v>
                </ns0:pt>
                <ns0:pt idx="1377">
                  <ns0:v>2.25608257557</ns0:v>
                </ns0:pt>
                <ns0:pt idx="1378">
                  <ns0:v>2.25772097977</ns0:v>
                </ns0:pt>
                <ns0:pt idx="1379">
                  <ns0:v>2.25935938396</ns0:v>
                </ns0:pt>
                <ns0:pt idx="1380">
                  <ns0:v>2.26099778815</ns0:v>
                </ns0:pt>
                <ns0:pt idx="1381">
                  <ns0:v>2.26263619235</ns0:v>
                </ns0:pt>
                <ns0:pt idx="1382">
                  <ns0:v>2.26427459654</ns0:v>
                </ns0:pt>
                <ns0:pt idx="1383">
                  <ns0:v>2.26591300074</ns0:v>
                </ns0:pt>
                <ns0:pt idx="1384">
                  <ns0:v>2.26755140493</ns0:v>
                </ns0:pt>
                <ns0:pt idx="1385">
                  <ns0:v>2.26918980913</ns0:v>
                </ns0:pt>
                <ns0:pt idx="1386">
                  <ns0:v>2.27082821332</ns0:v>
                </ns0:pt>
                <ns0:pt idx="1387">
                  <ns0:v>2.27246661751</ns0:v>
                </ns0:pt>
                <ns0:pt idx="1388">
                  <ns0:v>2.27410502171</ns0:v>
                </ns0:pt>
                <ns0:pt idx="1389">
                  <ns0:v>2.2757434259</ns0:v>
                </ns0:pt>
                <ns0:pt idx="1390">
                  <ns0:v>2.2773818301</ns0:v>
                </ns0:pt>
                <ns0:pt idx="1391">
                  <ns0:v>2.27902023429</ns0:v>
                </ns0:pt>
                <ns0:pt idx="1392">
                  <ns0:v>2.28065863849</ns0:v>
                </ns0:pt>
                <ns0:pt idx="1393">
                  <ns0:v>2.28229704268</ns0:v>
                </ns0:pt>
                <ns0:pt idx="1394">
                  <ns0:v>2.28393544687</ns0:v>
                </ns0:pt>
                <ns0:pt idx="1395">
                  <ns0:v>2.28557385107</ns0:v>
                </ns0:pt>
                <ns0:pt idx="1396">
                  <ns0:v>2.28721225526</ns0:v>
                </ns0:pt>
                <ns0:pt idx="1397">
                  <ns0:v>2.28885065946</ns0:v>
                </ns0:pt>
                <ns0:pt idx="1398">
                  <ns0:v>2.29048906365</ns0:v>
                </ns0:pt>
                <ns0:pt idx="1399">
                  <ns0:v>2.29212746785</ns0:v>
                </ns0:pt>
                <ns0:pt idx="1400">
                  <ns0:v>2.29376587204</ns0:v>
                </ns0:pt>
                <ns0:pt idx="1401">
                  <ns0:v>2.29540427623</ns0:v>
                </ns0:pt>
                <ns0:pt idx="1402">
                  <ns0:v>2.29704268043</ns0:v>
                </ns0:pt>
                <ns0:pt idx="1403">
                  <ns0:v>2.29868108462</ns0:v>
                </ns0:pt>
                <ns0:pt idx="1404">
                  <ns0:v>2.30031948882</ns0:v>
                </ns0:pt>
                <ns0:pt idx="1405">
                  <ns0:v>2.30195789301</ns0:v>
                </ns0:pt>
                <ns0:pt idx="1406">
                  <ns0:v>2.30359629721</ns0:v>
                </ns0:pt>
                <ns0:pt idx="1407">
                  <ns0:v>2.3052347014</ns0:v>
                </ns0:pt>
                <ns0:pt idx="1408">
                  <ns0:v>2.3068731056</ns0:v>
                </ns0:pt>
                <ns0:pt idx="1409">
                  <ns0:v>2.30851150979</ns0:v>
                </ns0:pt>
                <ns0:pt idx="1410">
                  <ns0:v>2.31014991398</ns0:v>
                </ns0:pt>
                <ns0:pt idx="1411">
                  <ns0:v>2.31178831818</ns0:v>
                </ns0:pt>
                <ns0:pt idx="1412">
                  <ns0:v>2.31342672237</ns0:v>
                </ns0:pt>
                <ns0:pt idx="1413">
                  <ns0:v>2.31506512657</ns0:v>
                </ns0:pt>
                <ns0:pt idx="1414">
                  <ns0:v>2.31670353076</ns0:v>
                </ns0:pt>
                <ns0:pt idx="1415">
                  <ns0:v>2.31834193496</ns0:v>
                </ns0:pt>
                <ns0:pt idx="1416">
                  <ns0:v>2.31998033915</ns0:v>
                </ns0:pt>
                <ns0:pt idx="1417">
                  <ns0:v>2.32161874334</ns0:v>
                </ns0:pt>
                <ns0:pt idx="1418">
                  <ns0:v>2.32325714754</ns0:v>
                </ns0:pt>
                <ns0:pt idx="1419">
                  <ns0:v>2.32489555173</ns0:v>
                </ns0:pt>
                <ns0:pt idx="1420">
                  <ns0:v>2.32653395593</ns0:v>
                </ns0:pt>
                <ns0:pt idx="1421">
                  <ns0:v>2.32817236012</ns0:v>
                </ns0:pt>
                <ns0:pt idx="1422">
                  <ns0:v>2.32981076432</ns0:v>
                </ns0:pt>
                <ns0:pt idx="1423">
                  <ns0:v>2.33144916851</ns0:v>
                </ns0:pt>
                <ns0:pt idx="1424">
                  <ns0:v>2.3330875727</ns0:v>
                </ns0:pt>
                <ns0:pt idx="1425">
                  <ns0:v>2.3347259769</ns0:v>
                </ns0:pt>
                <ns0:pt idx="1426">
                  <ns0:v>2.33636438109</ns0:v>
                </ns0:pt>
                <ns0:pt idx="1427">
                  <ns0:v>2.33800278529</ns0:v>
                </ns0:pt>
                <ns0:pt idx="1428">
                  <ns0:v>2.33964118948</ns0:v>
                </ns0:pt>
                <ns0:pt idx="1429">
                  <ns0:v>2.34127959368</ns0:v>
                </ns0:pt>
                <ns0:pt idx="1430">
                  <ns0:v>2.34291799787</ns0:v>
                </ns0:pt>
                <ns0:pt idx="1431">
                  <ns0:v>2.34455640206</ns0:v>
                </ns0:pt>
                <ns0:pt idx="1432">
                  <ns0:v>2.34619480626</ns0:v>
                </ns0:pt>
                <ns0:pt idx="1433">
                  <ns0:v>2.34783321045</ns0:v>
                </ns0:pt>
                <ns0:pt idx="1434">
                  <ns0:v>2.34947161465</ns0:v>
                </ns0:pt>
                <ns0:pt idx="1435">
                  <ns0:v>2.35111001884</ns0:v>
                </ns0:pt>
                <ns0:pt idx="1436">
                  <ns0:v>2.35274842304</ns0:v>
                </ns0:pt>
                <ns0:pt idx="1437">
                  <ns0:v>2.35438682723</ns0:v>
                </ns0:pt>
                <ns0:pt idx="1438">
                  <ns0:v>2.35602523142</ns0:v>
                </ns0:pt>
                <ns0:pt idx="1439">
                  <ns0:v>2.35766363562</ns0:v>
                </ns0:pt>
                <ns0:pt idx="1440">
                  <ns0:v>2.35930203981</ns0:v>
                </ns0:pt>
                <ns0:pt idx="1441">
                  <ns0:v>2.36094044401</ns0:v>
                </ns0:pt>
                <ns0:pt idx="1442">
                  <ns0:v>2.3625788482</ns0:v>
                </ns0:pt>
                <ns0:pt idx="1443">
                  <ns0:v>2.3642172524</ns0:v>
                </ns0:pt>
                <ns0:pt idx="1444">
                  <ns0:v>2.36585565659</ns0:v>
                </ns0:pt>
                <ns0:pt idx="1445">
                  <ns0:v>2.36749406078</ns0:v>
                </ns0:pt>
                <ns0:pt idx="1446">
                  <ns0:v>2.36913246498</ns0:v>
                </ns0:pt>
                <ns0:pt idx="1447">
                  <ns0:v>2.37077086917</ns0:v>
                </ns0:pt>
                <ns0:pt idx="1448">
                  <ns0:v>2.37240927337</ns0:v>
                </ns0:pt>
                <ns0:pt idx="1449">
                  <ns0:v>2.37404767756</ns0:v>
                </ns0:pt>
                <ns0:pt idx="1450">
                  <ns0:v>2.37568608176</ns0:v>
                </ns0:pt>
                <ns0:pt idx="1451">
                  <ns0:v>2.37732448595</ns0:v>
                </ns0:pt>
                <ns0:pt idx="1452">
                  <ns0:v>2.37896289014</ns0:v>
                </ns0:pt>
                <ns0:pt idx="1453">
                  <ns0:v>2.38060129434</ns0:v>
                </ns0:pt>
                <ns0:pt idx="1454">
                  <ns0:v>2.38223969853</ns0:v>
                </ns0:pt>
                <ns0:pt idx="1455">
                  <ns0:v>2.38387810273</ns0:v>
                </ns0:pt>
                <ns0:pt idx="1456">
                  <ns0:v>2.38551650692</ns0:v>
                </ns0:pt>
                <ns0:pt idx="1457">
                  <ns0:v>2.38715491112</ns0:v>
                </ns0:pt>
                <ns0:pt idx="1458">
                  <ns0:v>2.38879331531</ns0:v>
                </ns0:pt>
                <ns0:pt idx="1459">
                  <ns0:v>2.39043171951</ns0:v>
                </ns0:pt>
                <ns0:pt idx="1460">
                  <ns0:v>2.3920701237</ns0:v>
                </ns0:pt>
                <ns0:pt idx="1461">
                  <ns0:v>2.39370852789</ns0:v>
                </ns0:pt>
                <ns0:pt idx="1462">
                  <ns0:v>2.39534693209</ns0:v>
                </ns0:pt>
                <ns0:pt idx="1463">
                  <ns0:v>2.39698533628</ns0:v>
                </ns0:pt>
                <ns0:pt idx="1464">
                  <ns0:v>2.39862374048</ns0:v>
                </ns0:pt>
                <ns0:pt idx="1465">
                  <ns0:v>2.40026214467</ns0:v>
                </ns0:pt>
                <ns0:pt idx="1466">
                  <ns0:v>2.40190054887</ns0:v>
                </ns0:pt>
                <ns0:pt idx="1467">
                  <ns0:v>2.40353895306</ns0:v>
                </ns0:pt>
                <ns0:pt idx="1468">
                  <ns0:v>2.40517735725</ns0:v>
                </ns0:pt>
                <ns0:pt idx="1469">
                  <ns0:v>2.40681576145</ns0:v>
                </ns0:pt>
                <ns0:pt idx="1470">
                  <ns0:v>2.40845416564</ns0:v>
                </ns0:pt>
                <ns0:pt idx="1471">
                  <ns0:v>2.41009256984</ns0:v>
                </ns0:pt>
                <ns0:pt idx="1472">
                  <ns0:v>2.41173097403</ns0:v>
                </ns0:pt>
                <ns0:pt idx="1473">
                  <ns0:v>2.41336937823</ns0:v>
                </ns0:pt>
                <ns0:pt idx="1474">
                  <ns0:v>2.41500778242</ns0:v>
                </ns0:pt>
                <ns0:pt idx="1475">
                  <ns0:v>2.41664618661</ns0:v>
                </ns0:pt>
                <ns0:pt idx="1476">
                  <ns0:v>2.41828459081</ns0:v>
                </ns0:pt>
                <ns0:pt idx="1477">
                  <ns0:v>2.419922995</ns0:v>
                </ns0:pt>
                <ns0:pt idx="1478">
                  <ns0:v>2.4215613992</ns0:v>
                </ns0:pt>
                <ns0:pt idx="1479">
                  <ns0:v>2.42319980339</ns0:v>
                </ns0:pt>
                <ns0:pt idx="1480">
                  <ns0:v>2.42483820759</ns0:v>
                </ns0:pt>
                <ns0:pt idx="1481">
                  <ns0:v>2.42647661178</ns0:v>
                </ns0:pt>
                <ns0:pt idx="1482">
                  <ns0:v>2.42811501597</ns0:v>
                </ns0:pt>
                <ns0:pt idx="1483">
                  <ns0:v>2.42975342017</ns0:v>
                </ns0:pt>
                <ns0:pt idx="1484">
                  <ns0:v>2.43139182436</ns0:v>
                </ns0:pt>
                <ns0:pt idx="1485">
                  <ns0:v>2.43303022856</ns0:v>
                </ns0:pt>
                <ns0:pt idx="1486">
                  <ns0:v>2.43466863275</ns0:v>
                </ns0:pt>
                <ns0:pt idx="1487">
                  <ns0:v>2.43630703695</ns0:v>
                </ns0:pt>
                <ns0:pt idx="1488">
                  <ns0:v>2.43794544114</ns0:v>
                </ns0:pt>
                <ns0:pt idx="1489">
                  <ns0:v>2.43958384533</ns0:v>
                </ns0:pt>
                <ns0:pt idx="1490">
                  <ns0:v>2.44122224953</ns0:v>
                </ns0:pt>
                <ns0:pt idx="1491">
                  <ns0:v>2.44286065372</ns0:v>
                </ns0:pt>
                <ns0:pt idx="1492">
                  <ns0:v>2.44449905792</ns0:v>
                </ns0:pt>
                <ns0:pt idx="1493">
                  <ns0:v>2.44613746211</ns0:v>
                </ns0:pt>
                <ns0:pt idx="1494">
                  <ns0:v>2.44777586631</ns0:v>
                </ns0:pt>
                <ns0:pt idx="1495">
                  <ns0:v>2.4494142705</ns0:v>
                </ns0:pt>
                <ns0:pt idx="1496">
                  <ns0:v>2.45105267469</ns0:v>
                </ns0:pt>
                <ns0:pt idx="1497">
                  <ns0:v>2.45269107889</ns0:v>
                </ns0:pt>
                <ns0:pt idx="1498">
                  <ns0:v>2.45432948308</ns0:v>
                </ns0:pt>
                <ns0:pt idx="1499">
                  <ns0:v>2.45596788728</ns0:v>
                </ns0:pt>
                <ns0:pt idx="1500">
                  <ns0:v>2.45760629147</ns0:v>
                </ns0:pt>
                <ns0:pt idx="1501">
                  <ns0:v>2.45924469567</ns0:v>
                </ns0:pt>
                <ns0:pt idx="1502">
                  <ns0:v>2.46088309986</ns0:v>
                </ns0:pt>
                <ns0:pt idx="1503">
                  <ns0:v>2.46252150406</ns0:v>
                </ns0:pt>
                <ns0:pt idx="1504">
                  <ns0:v>2.46415990825</ns0:v>
                </ns0:pt>
                <ns0:pt idx="1505">
                  <ns0:v>2.46579831244</ns0:v>
                </ns0:pt>
                <ns0:pt idx="1506">
                  <ns0:v>2.46743671664</ns0:v>
                </ns0:pt>
                <ns0:pt idx="1507">
                  <ns0:v>2.46907512083</ns0:v>
                </ns0:pt>
                <ns0:pt idx="1508">
                  <ns0:v>2.47071352503</ns0:v>
                </ns0:pt>
                <ns0:pt idx="1509">
                  <ns0:v>2.47235192922</ns0:v>
                </ns0:pt>
                <ns0:pt idx="1510">
                  <ns0:v>2.47399033342</ns0:v>
                </ns0:pt>
                <ns0:pt idx="1511">
                  <ns0:v>2.47562873761</ns0:v>
                </ns0:pt>
                <ns0:pt idx="1512">
                  <ns0:v>2.4772671418</ns0:v>
                </ns0:pt>
                <ns0:pt idx="1513">
                  <ns0:v>2.478905546</ns0:v>
                </ns0:pt>
                <ns0:pt idx="1514">
                  <ns0:v>2.48054395019</ns0:v>
                </ns0:pt>
                <ns0:pt idx="1515">
                  <ns0:v>2.48218235439</ns0:v>
                </ns0:pt>
                <ns0:pt idx="1516">
                  <ns0:v>2.48382075858</ns0:v>
                </ns0:pt>
                <ns0:pt idx="1517">
                  <ns0:v>2.48545916278</ns0:v>
                </ns0:pt>
                <ns0:pt idx="1518">
                  <ns0:v>2.48709756697</ns0:v>
                </ns0:pt>
                <ns0:pt idx="1519">
                  <ns0:v>2.48873597116</ns0:v>
                </ns0:pt>
                <ns0:pt idx="1520">
                  <ns0:v>2.49037437536</ns0:v>
                </ns0:pt>
                <ns0:pt idx="1521">
                  <ns0:v>2.49201277955</ns0:v>
                </ns0:pt>
                <ns0:pt idx="1522">
                  <ns0:v>2.49365118375</ns0:v>
                </ns0:pt>
                <ns0:pt idx="1523">
                  <ns0:v>2.49528958794</ns0:v>
                </ns0:pt>
                <ns0:pt idx="1524">
                  <ns0:v>2.49692799214</ns0:v>
                </ns0:pt>
                <ns0:pt idx="1525">
                  <ns0:v>2.49856639633</ns0:v>
                </ns0:pt>
                <ns0:pt idx="1526">
                  <ns0:v>2.50020480052</ns0:v>
                </ns0:pt>
                <ns0:pt idx="1527">
                  <ns0:v>2.50184320472</ns0:v>
                </ns0:pt>
                <ns0:pt idx="1528">
                  <ns0:v>2.50348160891</ns0:v>
                </ns0:pt>
                <ns0:pt idx="1529">
                  <ns0:v>2.50512001311</ns0:v>
                </ns0:pt>
                <ns0:pt idx="1530">
                  <ns0:v>2.5067584173</ns0:v>
                </ns0:pt>
                <ns0:pt idx="1531">
                  <ns0:v>2.5083968215</ns0:v>
                </ns0:pt>
                <ns0:pt idx="1532">
                  <ns0:v>2.51003522569</ns0:v>
                </ns0:pt>
                <ns0:pt idx="1533">
                  <ns0:v>2.51167362988</ns0:v>
                </ns0:pt>
                <ns0:pt idx="1534">
                  <ns0:v>2.51331203408</ns0:v>
                </ns0:pt>
                <ns0:pt idx="1535">
                  <ns0:v>2.51495043827</ns0:v>
                </ns0:pt>
                <ns0:pt idx="1536">
                  <ns0:v>2.51658884247</ns0:v>
                </ns0:pt>
                <ns0:pt idx="1537">
                  <ns0:v>2.51822724666</ns0:v>
                </ns0:pt>
                <ns0:pt idx="1538">
                  <ns0:v>2.51986565086</ns0:v>
                </ns0:pt>
                <ns0:pt idx="1539">
                  <ns0:v>2.52150405505</ns0:v>
                </ns0:pt>
                <ns0:pt idx="1540">
                  <ns0:v>2.52314245924</ns0:v>
                </ns0:pt>
                <ns0:pt idx="1541">
                  <ns0:v>2.52478086344</ns0:v>
                </ns0:pt>
                <ns0:pt idx="1542">
                  <ns0:v>2.52641926763</ns0:v>
                </ns0:pt>
                <ns0:pt idx="1543">
                  <ns0:v>2.52805767183</ns0:v>
                </ns0:pt>
                <ns0:pt idx="1544">
                  <ns0:v>2.52969607602</ns0:v>
                </ns0:pt>
                <ns0:pt idx="1545">
                  <ns0:v>2.53133448022</ns0:v>
                </ns0:pt>
                <ns0:pt idx="1546">
                  <ns0:v>2.53297288441</ns0:v>
                </ns0:pt>
                <ns0:pt idx="1547">
                  <ns0:v>2.5346112886</ns0:v>
                </ns0:pt>
                <ns0:pt idx="1548">
                  <ns0:v>2.5362496928</ns0:v>
                </ns0:pt>
                <ns0:pt idx="1549">
                  <ns0:v>2.53788809699</ns0:v>
                </ns0:pt>
                <ns0:pt idx="1550">
                  <ns0:v>2.53952650119</ns0:v>
                </ns0:pt>
                <ns0:pt idx="1551">
                  <ns0:v>2.54116490538</ns0:v>
                </ns0:pt>
                <ns0:pt idx="1552">
                  <ns0:v>2.54280330958</ns0:v>
                </ns0:pt>
                <ns0:pt idx="1553">
                  <ns0:v>2.54444171377</ns0:v>
                </ns0:pt>
                <ns0:pt idx="1554">
                  <ns0:v>2.54608011797</ns0:v>
                </ns0:pt>
                <ns0:pt idx="1555">
                  <ns0:v>2.54771852216</ns0:v>
                </ns0:pt>
                <ns0:pt idx="1556">
                  <ns0:v>2.54935692635</ns0:v>
                </ns0:pt>
                <ns0:pt idx="1557">
                  <ns0:v>2.55099533055</ns0:v>
                </ns0:pt>
                <ns0:pt idx="1558">
                  <ns0:v>2.55263373474</ns0:v>
                </ns0:pt>
                <ns0:pt idx="1559">
                  <ns0:v>2.55427213894</ns0:v>
                </ns0:pt>
                <ns0:pt idx="1560">
                  <ns0:v>2.55591054313</ns0:v>
                </ns0:pt>
                <ns0:pt idx="1561">
                  <ns0:v>2.55754894733</ns0:v>
                </ns0:pt>
                <ns0:pt idx="1562">
                  <ns0:v>2.55918735152</ns0:v>
                </ns0:pt>
                <ns0:pt idx="1563">
                  <ns0:v>2.56082575571</ns0:v>
                </ns0:pt>
                <ns0:pt idx="1564">
                  <ns0:v>2.56246415991</ns0:v>
                </ns0:pt>
                <ns0:pt idx="1565">
                  <ns0:v>2.5641025641</ns0:v>
                </ns0:pt>
                <ns0:pt idx="1566">
                  <ns0:v>2.5657409683</ns0:v>
                </ns0:pt>
                <ns0:pt idx="1567">
                  <ns0:v>2.56737937249</ns0:v>
                </ns0:pt>
                <ns0:pt idx="1568">
                  <ns0:v>2.56901777669</ns0:v>
                </ns0:pt>
                <ns0:pt idx="1569">
                  <ns0:v>2.57065618088</ns0:v>
                </ns0:pt>
                <ns0:pt idx="1570">
                  <ns0:v>2.57229458507</ns0:v>
                </ns0:pt>
                <ns0:pt idx="1571">
                  <ns0:v>2.57393298927</ns0:v>
                </ns0:pt>
                <ns0:pt idx="1572">
                  <ns0:v>2.57557139346</ns0:v>
                </ns0:pt>
                <ns0:pt idx="1573">
                  <ns0:v>2.57720979766</ns0:v>
                </ns0:pt>
                <ns0:pt idx="1574">
                  <ns0:v>2.57884820185</ns0:v>
                </ns0:pt>
                <ns0:pt idx="1575">
                  <ns0:v>2.58048660605</ns0:v>
                </ns0:pt>
                <ns0:pt idx="1576">
                  <ns0:v>2.58212501024</ns0:v>
                </ns0:pt>
                <ns0:pt idx="1577">
                  <ns0:v>2.58376341443</ns0:v>
                </ns0:pt>
                <ns0:pt idx="1578">
                  <ns0:v>2.58540181863</ns0:v>
                </ns0:pt>
                <ns0:pt idx="1579">
                  <ns0:v>2.58704022282</ns0:v>
                </ns0:pt>
                <ns0:pt idx="1580">
                  <ns0:v>2.58867862702</ns0:v>
                </ns0:pt>
                <ns0:pt idx="1581">
                  <ns0:v>2.59031703121</ns0:v>
                </ns0:pt>
                <ns0:pt idx="1582">
                  <ns0:v>2.59195543541</ns0:v>
                </ns0:pt>
                <ns0:pt idx="1583">
                  <ns0:v>2.5935938396</ns0:v>
                </ns0:pt>
                <ns0:pt idx="1584">
                  <ns0:v>2.59523224379</ns0:v>
                </ns0:pt>
                <ns0:pt idx="1585">
                  <ns0:v>2.59687064799</ns0:v>
                </ns0:pt>
                <ns0:pt idx="1586">
                  <ns0:v>2.59850905218</ns0:v>
                </ns0:pt>
                <ns0:pt idx="1587">
                  <ns0:v>2.60014745638</ns0:v>
                </ns0:pt>
                <ns0:pt idx="1588">
                  <ns0:v>2.60178586057</ns0:v>
                </ns0:pt>
                <ns0:pt idx="1589">
                  <ns0:v>2.60342426477</ns0:v>
                </ns0:pt>
                <ns0:pt idx="1590">
                  <ns0:v>2.60506266896</ns0:v>
                </ns0:pt>
                <ns0:pt idx="1591">
                  <ns0:v>2.60670107315</ns0:v>
                </ns0:pt>
                <ns0:pt idx="1592">
                  <ns0:v>2.60833947735</ns0:v>
                </ns0:pt>
                <ns0:pt idx="1593">
                  <ns0:v>2.60997788154</ns0:v>
                </ns0:pt>
                <ns0:pt idx="1594">
                  <ns0:v>2.61161628574</ns0:v>
                </ns0:pt>
                <ns0:pt idx="1595">
                  <ns0:v>2.61325468993</ns0:v>
                </ns0:pt>
                <ns0:pt idx="1596">
                  <ns0:v>2.61489309413</ns0:v>
                </ns0:pt>
                <ns0:pt idx="1597">
                  <ns0:v>2.61653149832</ns0:v>
                </ns0:pt>
                <ns0:pt idx="1598">
                  <ns0:v>2.61816990251</ns0:v>
                </ns0:pt>
                <ns0:pt idx="1599">
                  <ns0:v>2.61980830671</ns0:v>
                </ns0:pt>
                <ns0:pt idx="1600">
                  <ns0:v>2.6214467109</ns0:v>
                </ns0:pt>
                <ns0:pt idx="1601">
                  <ns0:v>2.6230851151</ns0:v>
                </ns0:pt>
                <ns0:pt idx="1602">
                  <ns0:v>2.62472351929</ns0:v>
                </ns0:pt>
                <ns0:pt idx="1603">
                  <ns0:v>2.62636192349</ns0:v>
                </ns0:pt>
                <ns0:pt idx="1604">
                  <ns0:v>2.62800032768</ns0:v>
                </ns0:pt>
                <ns0:pt idx="1605">
                  <ns0:v>2.62963873188</ns0:v>
                </ns0:pt>
                <ns0:pt idx="1606">
                  <ns0:v>2.63127713607</ns0:v>
                </ns0:pt>
                <ns0:pt idx="1607">
                  <ns0:v>2.63291554026</ns0:v>
                </ns0:pt>
                <ns0:pt idx="1608">
                  <ns0:v>2.63455394446</ns0:v>
                </ns0:pt>
                <ns0:pt idx="1609">
                  <ns0:v>2.63619234865</ns0:v>
                </ns0:pt>
                <ns0:pt idx="1610">
                  <ns0:v>2.63783075285</ns0:v>
                </ns0:pt>
                <ns0:pt idx="1611">
                  <ns0:v>2.63946915704</ns0:v>
                </ns0:pt>
                <ns0:pt idx="1612">
                  <ns0:v>2.64110756124</ns0:v>
                </ns0:pt>
                <ns0:pt idx="1613">
                  <ns0:v>2.64274596543</ns0:v>
                </ns0:pt>
                <ns0:pt idx="1614">
                  <ns0:v>2.64438436962</ns0:v>
                </ns0:pt>
                <ns0:pt idx="1615">
                  <ns0:v>2.64602277382</ns0:v>
                </ns0:pt>
                <ns0:pt idx="1616">
                  <ns0:v>2.64766117801</ns0:v>
                </ns0:pt>
                <ns0:pt idx="1617">
                  <ns0:v>2.64929958221</ns0:v>
                </ns0:pt>
                <ns0:pt idx="1618">
                  <ns0:v>2.6509379864</ns0:v>
                </ns0:pt>
                <ns0:pt idx="1619">
                  <ns0:v>2.6525763906</ns0:v>
                </ns0:pt>
                <ns0:pt idx="1620">
                  <ns0:v>2.65421479479</ns0:v>
                </ns0:pt>
                <ns0:pt idx="1621">
                  <ns0:v>2.65585319898</ns0:v>
                </ns0:pt>
                <ns0:pt idx="1622">
                  <ns0:v>2.65749160318</ns0:v>
                </ns0:pt>
                <ns0:pt idx="1623">
                  <ns0:v>2.65913000737</ns0:v>
                </ns0:pt>
                <ns0:pt idx="1624">
                  <ns0:v>2.66076841157</ns0:v>
                </ns0:pt>
                <ns0:pt idx="1625">
                  <ns0:v>2.66240681576</ns0:v>
                </ns0:pt>
                <ns0:pt idx="1626">
                  <ns0:v>2.66404521996</ns0:v>
                </ns0:pt>
                <ns0:pt idx="1627">
                  <ns0:v>2.66568362415</ns0:v>
                </ns0:pt>
                <ns0:pt idx="1628">
                  <ns0:v>2.66732202834</ns0:v>
                </ns0:pt>
                <ns0:pt idx="1629">
                  <ns0:v>2.66896043254</ns0:v>
                </ns0:pt>
                <ns0:pt idx="1630">
                  <ns0:v>2.67059883673</ns0:v>
                </ns0:pt>
                <ns0:pt idx="1631">
                  <ns0:v>2.67223724093</ns0:v>
                </ns0:pt>
                <ns0:pt idx="1632">
                  <ns0:v>2.67387564512</ns0:v>
                </ns0:pt>
                <ns0:pt idx="1633">
                  <ns0:v>2.67551404932</ns0:v>
                </ns0:pt>
                <ns0:pt idx="1634">
                  <ns0:v>2.67715245351</ns0:v>
                </ns0:pt>
                <ns0:pt idx="1635">
                  <ns0:v>2.6787908577</ns0:v>
                </ns0:pt>
                <ns0:pt idx="1636">
                  <ns0:v>2.6804292619</ns0:v>
                </ns0:pt>
                <ns0:pt idx="1637">
                  <ns0:v>2.68206766609</ns0:v>
                </ns0:pt>
                <ns0:pt idx="1638">
                  <ns0:v>2.68370607029</ns0:v>
                </ns0:pt>
                <ns0:pt idx="1639">
                  <ns0:v>2.68534447448</ns0:v>
                </ns0:pt>
                <ns0:pt idx="1640">
                  <ns0:v>2.68698287868</ns0:v>
                </ns0:pt>
                <ns0:pt idx="1641">
                  <ns0:v>2.68862128287</ns0:v>
                </ns0:pt>
                <ns0:pt idx="1642">
                  <ns0:v>2.69025968706</ns0:v>
                </ns0:pt>
                <ns0:pt idx="1643">
                  <ns0:v>2.69189809126</ns0:v>
                </ns0:pt>
                <ns0:pt idx="1644">
                  <ns0:v>2.69353649545</ns0:v>
                </ns0:pt>
                <ns0:pt idx="1645">
                  <ns0:v>2.69517489965</ns0:v>
                </ns0:pt>
                <ns0:pt idx="1646">
                  <ns0:v>2.69681330384</ns0:v>
                </ns0:pt>
                <ns0:pt idx="1647">
                  <ns0:v>2.69845170804</ns0:v>
                </ns0:pt>
                <ns0:pt idx="1648">
                  <ns0:v>2.70009011223</ns0:v>
                </ns0:pt>
                <ns0:pt idx="1649">
                  <ns0:v>2.70172851643</ns0:v>
                </ns0:pt>
                <ns0:pt idx="1650">
                  <ns0:v>2.70336692062</ns0:v>
                </ns0:pt>
                <ns0:pt idx="1651">
                  <ns0:v>2.70500532481</ns0:v>
                </ns0:pt>
                <ns0:pt idx="1652">
                  <ns0:v>2.70664372901</ns0:v>
                </ns0:pt>
                <ns0:pt idx="1653">
                  <ns0:v>2.7082821332</ns0:v>
                </ns0:pt>
                <ns0:pt idx="1654">
                  <ns0:v>2.7099205374</ns0:v>
                </ns0:pt>
                <ns0:pt idx="1655">
                  <ns0:v>2.71155894159</ns0:v>
                </ns0:pt>
                <ns0:pt idx="1656">
                  <ns0:v>2.71319734579</ns0:v>
                </ns0:pt>
                <ns0:pt idx="1657">
                  <ns0:v>2.71483574998</ns0:v>
                </ns0:pt>
                <ns0:pt idx="1658">
                  <ns0:v>2.71647415417</ns0:v>
                </ns0:pt>
                <ns0:pt idx="1659">
                  <ns0:v>2.71811255837</ns0:v>
                </ns0:pt>
                <ns0:pt idx="1660">
                  <ns0:v>2.71975096256</ns0:v>
                </ns0:pt>
                <ns0:pt idx="1661">
                  <ns0:v>2.72138936676</ns0:v>
                </ns0:pt>
                <ns0:pt idx="1662">
                  <ns0:v>2.72302777095</ns0:v>
                </ns0:pt>
                <ns0:pt idx="1663">
                  <ns0:v>2.72466617515</ns0:v>
                </ns0:pt>
                <ns0:pt idx="1664">
                  <ns0:v>2.72630457934</ns0:v>
                </ns0:pt>
                <ns0:pt idx="1665">
                  <ns0:v>2.72794298353</ns0:v>
                </ns0:pt>
                <ns0:pt idx="1666">
                  <ns0:v>2.72958138773</ns0:v>
                </ns0:pt>
                <ns0:pt idx="1667">
                  <ns0:v>2.73121979192</ns0:v>
                </ns0:pt>
                <ns0:pt idx="1668">
                  <ns0:v>2.73285819612</ns0:v>
                </ns0:pt>
                <ns0:pt idx="1669">
                  <ns0:v>2.73449660031</ns0:v>
                </ns0:pt>
                <ns0:pt idx="1670">
                  <ns0:v>2.73613500451</ns0:v>
                </ns0:pt>
                <ns0:pt idx="1671">
                  <ns0:v>2.7377734087</ns0:v>
                </ns0:pt>
                <ns0:pt idx="1672">
                  <ns0:v>2.73941181289</ns0:v>
                </ns0:pt>
                <ns0:pt idx="1673">
                  <ns0:v>2.74105021709</ns0:v>
                </ns0:pt>
                <ns0:pt idx="1674">
                  <ns0:v>2.74268862128</ns0:v>
                </ns0:pt>
                <ns0:pt idx="1675">
                  <ns0:v>2.74432702548</ns0:v>
                </ns0:pt>
                <ns0:pt idx="1676">
                  <ns0:v>2.74596542967</ns0:v>
                </ns0:pt>
                <ns0:pt idx="1677">
                  <ns0:v>2.74760383387</ns0:v>
                </ns0:pt>
                <ns0:pt idx="1678">
                  <ns0:v>2.74924223806</ns0:v>
                </ns0:pt>
                <ns0:pt idx="1679">
                  <ns0:v>2.75088064225</ns0:v>
                </ns0:pt>
                <ns0:pt idx="1680">
                  <ns0:v>2.75251904645</ns0:v>
                </ns0:pt>
                <ns0:pt idx="1681">
                  <ns0:v>2.75415745064</ns0:v>
                </ns0:pt>
                <ns0:pt idx="1682">
                  <ns0:v>2.75579585484</ns0:v>
                </ns0:pt>
                <ns0:pt idx="1683">
                  <ns0:v>2.75743425903</ns0:v>
                </ns0:pt>
                <ns0:pt idx="1684">
                  <ns0:v>2.75907266323</ns0:v>
                </ns0:pt>
                <ns0:pt idx="1685">
                  <ns0:v>2.76071106742</ns0:v>
                </ns0:pt>
                <ns0:pt idx="1686">
                  <ns0:v>2.76234947161</ns0:v>
                </ns0:pt>
                <ns0:pt idx="1687">
                  <ns0:v>2.76398787581</ns0:v>
                </ns0:pt>
                <ns0:pt idx="1688">
                  <ns0:v>2.76562628</ns0:v>
                </ns0:pt>
                <ns0:pt idx="1689">
                  <ns0:v>2.7672646842</ns0:v>
                </ns0:pt>
                <ns0:pt idx="1690">
                  <ns0:v>2.76890308839</ns0:v>
                </ns0:pt>
                <ns0:pt idx="1691">
                  <ns0:v>2.77054149259</ns0:v>
                </ns0:pt>
                <ns0:pt idx="1692">
                  <ns0:v>2.77217989678</ns0:v>
                </ns0:pt>
                <ns0:pt idx="1693">
                  <ns0:v>2.77381830097</ns0:v>
                </ns0:pt>
                <ns0:pt idx="1694">
                  <ns0:v>2.77545670517</ns0:v>
                </ns0:pt>
                <ns0:pt idx="1695">
                  <ns0:v>2.77709510936</ns0:v>
                </ns0:pt>
                <ns0:pt idx="1696">
                  <ns0:v>2.77873351356</ns0:v>
                </ns0:pt>
                <ns0:pt idx="1697">
                  <ns0:v>2.78037191775</ns0:v>
                </ns0:pt>
                <ns0:pt idx="1698">
                  <ns0:v>2.78201032195</ns0:v>
                </ns0:pt>
                <ns0:pt idx="1699">
                  <ns0:v>2.78364872614</ns0:v>
                </ns0:pt>
                <ns0:pt idx="1700">
                  <ns0:v>2.78528713034</ns0:v>
                </ns0:pt>
                <ns0:pt idx="1701">
                  <ns0:v>2.78692553453</ns0:v>
                </ns0:pt>
                <ns0:pt idx="1702">
                  <ns0:v>2.78856393872</ns0:v>
                </ns0:pt>
                <ns0:pt idx="1703">
                  <ns0:v>2.79020234292</ns0:v>
                </ns0:pt>
                <ns0:pt idx="1704">
                  <ns0:v>2.79184074711</ns0:v>
                </ns0:pt>
                <ns0:pt idx="1705">
                  <ns0:v>2.79347915131</ns0:v>
                </ns0:pt>
                <ns0:pt idx="1706">
                  <ns0:v>2.7951175555</ns0:v>
                </ns0:pt>
                <ns0:pt idx="1707">
                  <ns0:v>2.7967559597</ns0:v>
                </ns0:pt>
                <ns0:pt idx="1708">
                  <ns0:v>2.79839436389</ns0:v>
                </ns0:pt>
                <ns0:pt idx="1709">
                  <ns0:v>2.80003276808</ns0:v>
                </ns0:pt>
                <ns0:pt idx="1710">
                  <ns0:v>2.80167117228</ns0:v>
                </ns0:pt>
                <ns0:pt idx="1711">
                  <ns0:v>2.80330957647</ns0:v>
                </ns0:pt>
                <ns0:pt idx="1712">
                  <ns0:v>2.80494798067</ns0:v>
                </ns0:pt>
                <ns0:pt idx="1713">
                  <ns0:v>2.80658638486</ns0:v>
                </ns0:pt>
                <ns0:pt idx="1714">
                  <ns0:v>2.80822478906</ns0:v>
                </ns0:pt>
                <ns0:pt idx="1715">
                  <ns0:v>2.80986319325</ns0:v>
                </ns0:pt>
                <ns0:pt idx="1716">
                  <ns0:v>2.81150159744</ns0:v>
                </ns0:pt>
                <ns0:pt idx="1717">
                  <ns0:v>2.81314000164</ns0:v>
                </ns0:pt>
                <ns0:pt idx="1718">
                  <ns0:v>2.81477840583</ns0:v>
                </ns0:pt>
                <ns0:pt idx="1719">
                  <ns0:v>2.81641681003</ns0:v>
                </ns0:pt>
                <ns0:pt idx="1720">
                  <ns0:v>2.81805521422</ns0:v>
                </ns0:pt>
                <ns0:pt idx="1721">
                  <ns0:v>2.81969361842</ns0:v>
                </ns0:pt>
                <ns0:pt idx="1722">
                  <ns0:v>2.82133202261</ns0:v>
                </ns0:pt>
                <ns0:pt idx="1723">
                  <ns0:v>2.8229704268</ns0:v>
                </ns0:pt>
                <ns0:pt idx="1724">
                  <ns0:v>2.824608831</ns0:v>
                </ns0:pt>
                <ns0:pt idx="1725">
                  <ns0:v>2.82624723519</ns0:v>
                </ns0:pt>
                <ns0:pt idx="1726">
                  <ns0:v>2.82788563939</ns0:v>
                </ns0:pt>
                <ns0:pt idx="1727">
                  <ns0:v>2.82952404358</ns0:v>
                </ns0:pt>
                <ns0:pt idx="1728">
                  <ns0:v>2.83116244778</ns0:v>
                </ns0:pt>
                <ns0:pt idx="1729">
                  <ns0:v>2.83280085197</ns0:v>
                </ns0:pt>
                <ns0:pt idx="1730">
                  <ns0:v>2.83443925616</ns0:v>
                </ns0:pt>
                <ns0:pt idx="1731">
                  <ns0:v>2.83607766036</ns0:v>
                </ns0:pt>
                <ns0:pt idx="1732">
                  <ns0:v>2.83771606455</ns0:v>
                </ns0:pt>
                <ns0:pt idx="1733">
                  <ns0:v>2.83935446875</ns0:v>
                </ns0:pt>
                <ns0:pt idx="1734">
                  <ns0:v>2.84099287294</ns0:v>
                </ns0:pt>
                <ns0:pt idx="1735">
                  <ns0:v>2.84263127714</ns0:v>
                </ns0:pt>
                <ns0:pt idx="1736">
                  <ns0:v>2.84426968133</ns0:v>
                </ns0:pt>
                <ns0:pt idx="1737">
                  <ns0:v>2.84590808552</ns0:v>
                </ns0:pt>
                <ns0:pt idx="1738">
                  <ns0:v>2.84754648972</ns0:v>
                </ns0:pt>
                <ns0:pt idx="1739">
                  <ns0:v>2.84918489391</ns0:v>
                </ns0:pt>
                <ns0:pt idx="1740">
                  <ns0:v>2.85082329811</ns0:v>
                </ns0:pt>
                <ns0:pt idx="1741">
                  <ns0:v>2.8524617023</ns0:v>
                </ns0:pt>
                <ns0:pt idx="1742">
                  <ns0:v>2.8541001065</ns0:v>
                </ns0:pt>
                <ns0:pt idx="1743">
                  <ns0:v>2.85573851069</ns0:v>
                </ns0:pt>
                <ns0:pt idx="1744">
                  <ns0:v>2.85737691488</ns0:v>
                </ns0:pt>
                <ns0:pt idx="1745">
                  <ns0:v>2.85901531908</ns0:v>
                </ns0:pt>
                <ns0:pt idx="1746">
                  <ns0:v>2.86065372327</ns0:v>
                </ns0:pt>
                <ns0:pt idx="1747">
                  <ns0:v>2.86229212747</ns0:v>
                </ns0:pt>
                <ns0:pt idx="1748">
                  <ns0:v>2.86393053166</ns0:v>
                </ns0:pt>
                <ns0:pt idx="1749">
                  <ns0:v>2.86556893586</ns0:v>
                </ns0:pt>
                <ns0:pt idx="1750">
                  <ns0:v>2.86720734005</ns0:v>
                </ns0:pt>
                <ns0:pt idx="1751">
                  <ns0:v>2.86884574425</ns0:v>
                </ns0:pt>
                <ns0:pt idx="1752">
                  <ns0:v>2.87048414844</ns0:v>
                </ns0:pt>
                <ns0:pt idx="1753">
                  <ns0:v>2.87212255263</ns0:v>
                </ns0:pt>
                <ns0:pt idx="1754">
                  <ns0:v>2.87376095683</ns0:v>
                </ns0:pt>
                <ns0:pt idx="1755">
                  <ns0:v>2.87539936102</ns0:v>
                </ns0:pt>
                <ns0:pt idx="1756">
                  <ns0:v>2.87703776522</ns0:v>
                </ns0:pt>
                <ns0:pt idx="1757">
                  <ns0:v>2.87867616941</ns0:v>
                </ns0:pt>
                <ns0:pt idx="1758">
                  <ns0:v>2.88031457361</ns0:v>
                </ns0:pt>
                <ns0:pt idx="1759">
                  <ns0:v>2.8819529778</ns0:v>
                </ns0:pt>
                <ns0:pt idx="1760">
                  <ns0:v>2.88359138199</ns0:v>
                </ns0:pt>
                <ns0:pt idx="1761">
                  <ns0:v>2.88522978619</ns0:v>
                </ns0:pt>
                <ns0:pt idx="1762">
                  <ns0:v>2.88686819038</ns0:v>
                </ns0:pt>
                <ns0:pt idx="1763">
                  <ns0:v>2.88850659458</ns0:v>
                </ns0:pt>
                <ns0:pt idx="1764">
                  <ns0:v>2.89014499877</ns0:v>
                </ns0:pt>
                <ns0:pt idx="1765">
                  <ns0:v>2.89178340297</ns0:v>
                </ns0:pt>
                <ns0:pt idx="1766">
                  <ns0:v>2.89342180716</ns0:v>
                </ns0:pt>
                <ns0:pt idx="1767">
                  <ns0:v>2.89506021135</ns0:v>
                </ns0:pt>
                <ns0:pt idx="1768">
                  <ns0:v>2.89669861555</ns0:v>
                </ns0:pt>
                <ns0:pt idx="1769">
                  <ns0:v>2.89833701974</ns0:v>
                </ns0:pt>
                <ns0:pt idx="1770">
                  <ns0:v>2.89997542394</ns0:v>
                </ns0:pt>
                <ns0:pt idx="1771">
                  <ns0:v>2.90161382813</ns0:v>
                </ns0:pt>
                <ns0:pt idx="1772">
                  <ns0:v>2.90325223233</ns0:v>
                </ns0:pt>
                <ns0:pt idx="1773">
                  <ns0:v>2.90489063652</ns0:v>
                </ns0:pt>
                <ns0:pt idx="1774">
                  <ns0:v>2.90652904071</ns0:v>
                </ns0:pt>
                <ns0:pt idx="1775">
                  <ns0:v>2.90816744491</ns0:v>
                </ns0:pt>
                <ns0:pt idx="1776">
                  <ns0:v>2.9098058491</ns0:v>
                </ns0:pt>
                <ns0:pt idx="1777">
                  <ns0:v>2.9114442533</ns0:v>
                </ns0:pt>
                <ns0:pt idx="1778">
                  <ns0:v>2.91308265749</ns0:v>
                </ns0:pt>
                <ns0:pt idx="1779">
                  <ns0:v>2.91472106169</ns0:v>
                </ns0:pt>
                <ns0:pt idx="1780">
                  <ns0:v>2.91635946588</ns0:v>
                </ns0:pt>
                <ns0:pt idx="1781">
                  <ns0:v>2.91799787007</ns0:v>
                </ns0:pt>
                <ns0:pt idx="1782">
                  <ns0:v>2.91963627427</ns0:v>
                </ns0:pt>
                <ns0:pt idx="1783">
                  <ns0:v>2.92127467846</ns0:v>
                </ns0:pt>
                <ns0:pt idx="1784">
                  <ns0:v>2.92291308266</ns0:v>
                </ns0:pt>
                <ns0:pt idx="1785">
                  <ns0:v>2.92455148685</ns0:v>
                </ns0:pt>
                <ns0:pt idx="1786">
                  <ns0:v>2.92618989105</ns0:v>
                </ns0:pt>
                <ns0:pt idx="1787">
                  <ns0:v>2.92782829524</ns0:v>
                </ns0:pt>
                <ns0:pt idx="1788">
                  <ns0:v>2.92946669943</ns0:v>
                </ns0:pt>
                <ns0:pt idx="1789">
                  <ns0:v>2.93110510363</ns0:v>
                </ns0:pt>
                <ns0:pt idx="1790">
                  <ns0:v>2.93274350782</ns0:v>
                </ns0:pt>
                <ns0:pt idx="1791">
                  <ns0:v>2.93438191202</ns0:v>
                </ns0:pt>
                <ns0:pt idx="1792">
                  <ns0:v>2.93602031621</ns0:v>
                </ns0:pt>
                <ns0:pt idx="1793">
                  <ns0:v>2.93765872041</ns0:v>
                </ns0:pt>
                <ns0:pt idx="1794">
                  <ns0:v>2.9392971246</ns0:v>
                </ns0:pt>
                <ns0:pt idx="1795">
                  <ns0:v>2.94093552879</ns0:v>
                </ns0:pt>
                <ns0:pt idx="1796">
                  <ns0:v>2.94257393299</ns0:v>
                </ns0:pt>
                <ns0:pt idx="1797">
                  <ns0:v>2.94421233718</ns0:v>
                </ns0:pt>
                <ns0:pt idx="1798">
                  <ns0:v>2.94585074138</ns0:v>
                </ns0:pt>
                <ns0:pt idx="1799">
                  <ns0:v>2.94748914557</ns0:v>
                </ns0:pt>
                <ns0:pt idx="1800">
                  <ns0:v>2.94912754977</ns0:v>
                </ns0:pt>
                <ns0:pt idx="1801">
                  <ns0:v>2.95076595396</ns0:v>
                </ns0:pt>
                <ns0:pt idx="1802">
                  <ns0:v>2.95240435816</ns0:v>
                </ns0:pt>
                <ns0:pt idx="1803">
                  <ns0:v>2.95404276235</ns0:v>
                </ns0:pt>
                <ns0:pt idx="1804">
                  <ns0:v>2.95568116654</ns0:v>
                </ns0:pt>
                <ns0:pt idx="1805">
                  <ns0:v>2.95731957074</ns0:v>
                </ns0:pt>
                <ns0:pt idx="1806">
                  <ns0:v>2.95895797493</ns0:v>
                </ns0:pt>
                <ns0:pt idx="1807">
                  <ns0:v>2.96059637913</ns0:v>
                </ns0:pt>
                <ns0:pt idx="1808">
                  <ns0:v>2.96223478332</ns0:v>
                </ns0:pt>
                <ns0:pt idx="1809">
                  <ns0:v>2.96387318752</ns0:v>
                </ns0:pt>
                <ns0:pt idx="1810">
                  <ns0:v>2.96551159171</ns0:v>
                </ns0:pt>
                <ns0:pt idx="1811">
                  <ns0:v>2.9671499959</ns0:v>
                </ns0:pt>
                <ns0:pt idx="1812">
                  <ns0:v>2.9687884001</ns0:v>
                </ns0:pt>
                <ns0:pt idx="1813">
                  <ns0:v>2.97042680429</ns0:v>
                </ns0:pt>
                <ns0:pt idx="1814">
                  <ns0:v>2.97206520849</ns0:v>
                </ns0:pt>
                <ns0:pt idx="1815">
                  <ns0:v>2.97370361268</ns0:v>
                </ns0:pt>
                <ns0:pt idx="1816">
                  <ns0:v>2.97534201688</ns0:v>
                </ns0:pt>
                <ns0:pt idx="1817">
                  <ns0:v>2.97698042107</ns0:v>
                </ns0:pt>
                <ns0:pt idx="1818">
                  <ns0:v>2.97861882526</ns0:v>
                </ns0:pt>
                <ns0:pt idx="1819">
                  <ns0:v>2.98025722946</ns0:v>
                </ns0:pt>
                <ns0:pt idx="1820">
                  <ns0:v>2.98189563365</ns0:v>
                </ns0:pt>
                <ns0:pt idx="1821">
                  <ns0:v>2.98353403785</ns0:v>
                </ns0:pt>
                <ns0:pt idx="1822">
                  <ns0:v>2.98517244204</ns0:v>
                </ns0:pt>
                <ns0:pt idx="1823">
                  <ns0:v>2.98681084624</ns0:v>
                </ns0:pt>
                <ns0:pt idx="1824">
                  <ns0:v>2.98844925043</ns0:v>
                </ns0:pt>
                <ns0:pt idx="1825">
                  <ns0:v>2.99008765462</ns0:v>
                </ns0:pt>
                <ns0:pt idx="1826">
                  <ns0:v>2.99172605882</ns0:v>
                </ns0:pt>
                <ns0:pt idx="1827">
                  <ns0:v>2.99336446301</ns0:v>
                </ns0:pt>
                <ns0:pt idx="1828">
                  <ns0:v>2.99500286721</ns0:v>
                </ns0:pt>
                <ns0:pt idx="1829">
                  <ns0:v>2.9966412714</ns0:v>
                </ns0:pt>
                <ns0:pt idx="1830">
                  <ns0:v>2.9982796756</ns0:v>
                </ns0:pt>
                <ns0:pt idx="1831">
                  <ns0:v>2.99991807979</ns0:v>
                </ns0:pt>
                <ns0:pt idx="1832">
                  <ns0:v>3.00155648398</ns0:v>
                </ns0:pt>
                <ns0:pt idx="1833">
                  <ns0:v>3.00319488818</ns0:v>
                </ns0:pt>
                <ns0:pt idx="1834">
                  <ns0:v>3.00483329237</ns0:v>
                </ns0:pt>
                <ns0:pt idx="1835">
                  <ns0:v>3.00647169657</ns0:v>
                </ns0:pt>
                <ns0:pt idx="1836">
                  <ns0:v>3.00811010076</ns0:v>
                </ns0:pt>
                <ns0:pt idx="1837">
                  <ns0:v>3.00974850496</ns0:v>
                </ns0:pt>
                <ns0:pt idx="1838">
                  <ns0:v>3.01138690915</ns0:v>
                </ns0:pt>
                <ns0:pt idx="1839">
                  <ns0:v>3.01302531334</ns0:v>
                </ns0:pt>
                <ns0:pt idx="1840">
                  <ns0:v>3.01466371754</ns0:v>
                </ns0:pt>
                <ns0:pt idx="1841">
                  <ns0:v>3.01630212173</ns0:v>
                </ns0:pt>
                <ns0:pt idx="1842">
                  <ns0:v>3.01794052593</ns0:v>
                </ns0:pt>
                <ns0:pt idx="1843">
                  <ns0:v>3.01957893012</ns0:v>
                </ns0:pt>
                <ns0:pt idx="1844">
                  <ns0:v>3.02121733432</ns0:v>
                </ns0:pt>
                <ns0:pt idx="1845">
                  <ns0:v>3.02285573851</ns0:v>
                </ns0:pt>
                <ns0:pt idx="1846">
                  <ns0:v>3.02449414271</ns0:v>
                </ns0:pt>
                <ns0:pt idx="1847">
                  <ns0:v>3.0261325469</ns0:v>
                </ns0:pt>
                <ns0:pt idx="1848">
                  <ns0:v>3.02777095109</ns0:v>
                </ns0:pt>
                <ns0:pt idx="1849">
                  <ns0:v>3.02940935529</ns0:v>
                </ns0:pt>
                <ns0:pt idx="1850">
                  <ns0:v>3.03104775948</ns0:v>
                </ns0:pt>
                <ns0:pt idx="1851">
                  <ns0:v>3.03268616368</ns0:v>
                </ns0:pt>
                <ns0:pt idx="1852">
                  <ns0:v>3.03432456787</ns0:v>
                </ns0:pt>
                <ns0:pt idx="1853">
                  <ns0:v>3.03596297207</ns0:v>
                </ns0:pt>
                <ns0:pt idx="1854">
                  <ns0:v>3.03760137626</ns0:v>
                </ns0:pt>
                <ns0:pt idx="1855">
                  <ns0:v>3.03923978045</ns0:v>
                </ns0:pt>
                <ns0:pt idx="1856">
                  <ns0:v>3.04087818465</ns0:v>
                </ns0:pt>
                <ns0:pt idx="1857">
                  <ns0:v>3.04251658884</ns0:v>
                </ns0:pt>
                <ns0:pt idx="1858">
                  <ns0:v>3.04415499304</ns0:v>
                </ns0:pt>
                <ns0:pt idx="1859">
                  <ns0:v>3.04579339723</ns0:v>
                </ns0:pt>
                <ns0:pt idx="1860">
                  <ns0:v>3.04743180143</ns0:v>
                </ns0:pt>
                <ns0:pt idx="1861">
                  <ns0:v>3.04907020562</ns0:v>
                </ns0:pt>
                <ns0:pt idx="1862">
                  <ns0:v>3.05070860981</ns0:v>
                </ns0:pt>
                <ns0:pt idx="1863">
                  <ns0:v>3.05234701401</ns0:v>
                </ns0:pt>
                <ns0:pt idx="1864">
                  <ns0:v>3.0539854182</ns0:v>
                </ns0:pt>
                <ns0:pt idx="1865">
                  <ns0:v>3.0556238224</ns0:v>
                </ns0:pt>
                <ns0:pt idx="1866">
                  <ns0:v>3.05726222659</ns0:v>
                </ns0:pt>
                <ns0:pt idx="1867">
                  <ns0:v>3.05890063079</ns0:v>
                </ns0:pt>
                <ns0:pt idx="1868">
                  <ns0:v>3.06053903498</ns0:v>
                </ns0:pt>
                <ns0:pt idx="1869">
                  <ns0:v>3.06217743917</ns0:v>
                </ns0:pt>
                <ns0:pt idx="1870">
                  <ns0:v>3.06381584337</ns0:v>
                </ns0:pt>
                <ns0:pt idx="1871">
                  <ns0:v>3.06545424756</ns0:v>
                </ns0:pt>
                <ns0:pt idx="1872">
                  <ns0:v>3.06709265176</ns0:v>
                </ns0:pt>
                <ns0:pt idx="1873">
                  <ns0:v>3.06873105595</ns0:v>
                </ns0:pt>
                <ns0:pt idx="1874">
                  <ns0:v>3.07036946015</ns0:v>
                </ns0:pt>
                <ns0:pt idx="1875">
                  <ns0:v>3.07200786434</ns0:v>
                </ns0:pt>
                <ns0:pt idx="1876">
                  <ns0:v>3.07364626853</ns0:v>
                </ns0:pt>
                <ns0:pt idx="1877">
                  <ns0:v>3.07528467273</ns0:v>
                </ns0:pt>
                <ns0:pt idx="1878">
                  <ns0:v>3.07692307692</ns0:v>
                </ns0:pt>
                <ns0:pt idx="1879">
                  <ns0:v>3.07856148112</ns0:v>
                </ns0:pt>
                <ns0:pt idx="1880">
                  <ns0:v>3.08019988531</ns0:v>
                </ns0:pt>
                <ns0:pt idx="1881">
                  <ns0:v>3.08183828951</ns0:v>
                </ns0:pt>
                <ns0:pt idx="1882">
                  <ns0:v>3.0834766937</ns0:v>
                </ns0:pt>
                <ns0:pt idx="1883">
                  <ns0:v>3.08511509789</ns0:v>
                </ns0:pt>
                <ns0:pt idx="1884">
                  <ns0:v>3.08675350209</ns0:v>
                </ns0:pt>
                <ns0:pt idx="1885">
                  <ns0:v>3.08839190628</ns0:v>
                </ns0:pt>
                <ns0:pt idx="1886">
                  <ns0:v>3.09003031048</ns0:v>
                </ns0:pt>
                <ns0:pt idx="1887">
                  <ns0:v>3.09166871467</ns0:v>
                </ns0:pt>
                <ns0:pt idx="1888">
                  <ns0:v>3.09330711887</ns0:v>
                </ns0:pt>
                <ns0:pt idx="1889">
                  <ns0:v>3.09494552306</ns0:v>
                </ns0:pt>
                <ns0:pt idx="1890">
                  <ns0:v>3.09658392725</ns0:v>
                </ns0:pt>
                <ns0:pt idx="1891">
                  <ns0:v>3.09822233145</ns0:v>
                </ns0:pt>
                <ns0:pt idx="1892">
                  <ns0:v>3.09986073564</ns0:v>
                </ns0:pt>
                <ns0:pt idx="1893">
                  <ns0:v>3.10149913984</ns0:v>
                </ns0:pt>
                <ns0:pt idx="1894">
                  <ns0:v>3.10313754403</ns0:v>
                </ns0:pt>
                <ns0:pt idx="1895">
                  <ns0:v>3.10477594823</ns0:v>
                </ns0:pt>
                <ns0:pt idx="1896">
                  <ns0:v>3.10641435242</ns0:v>
                </ns0:pt>
                <ns0:pt idx="1897">
                  <ns0:v>3.10805275662</ns0:v>
                </ns0:pt>
                <ns0:pt idx="1898">
                  <ns0:v>3.10969116081</ns0:v>
                </ns0:pt>
                <ns0:pt idx="1899">
                  <ns0:v>3.111329565</ns0:v>
                </ns0:pt>
                <ns0:pt idx="1900">
                  <ns0:v>3.1129679692</ns0:v>
                </ns0:pt>
                <ns0:pt idx="1901">
                  <ns0:v>3.11460637339</ns0:v>
                </ns0:pt>
                <ns0:pt idx="1902">
                  <ns0:v>3.11624477759</ns0:v>
                </ns0:pt>
                <ns0:pt idx="1903">
                  <ns0:v>3.11788318178</ns0:v>
                </ns0:pt>
                <ns0:pt idx="1904">
                  <ns0:v>3.11952158598</ns0:v>
                </ns0:pt>
                <ns0:pt idx="1905">
                  <ns0:v>3.12115999017</ns0:v>
                </ns0:pt>
                <ns0:pt idx="1906">
                  <ns0:v>3.12279839436</ns0:v>
                </ns0:pt>
                <ns0:pt idx="1907">
                  <ns0:v>3.12443679856</ns0:v>
                </ns0:pt>
                <ns0:pt idx="1908">
                  <ns0:v>3.12607520275</ns0:v>
                </ns0:pt>
                <ns0:pt idx="1909">
                  <ns0:v>3.12771360695</ns0:v>
                </ns0:pt>
                <ns0:pt idx="1910">
                  <ns0:v>3.12935201114</ns0:v>
                </ns0:pt>
                <ns0:pt idx="1911">
                  <ns0:v>3.13099041534</ns0:v>
                </ns0:pt>
                <ns0:pt idx="1912">
                  <ns0:v>3.13262881953</ns0:v>
                </ns0:pt>
                <ns0:pt idx="1913">
                  <ns0:v>3.13426722372</ns0:v>
                </ns0:pt>
                <ns0:pt idx="1914">
                  <ns0:v>3.13590562792</ns0:v>
                </ns0:pt>
                <ns0:pt idx="1915">
                  <ns0:v>3.13754403211</ns0:v>
                </ns0:pt>
                <ns0:pt idx="1916">
                  <ns0:v>3.13918243631</ns0:v>
                </ns0:pt>
                <ns0:pt idx="1917">
                  <ns0:v>3.1408208405</ns0:v>
                </ns0:pt>
                <ns0:pt idx="1918">
                  <ns0:v>3.1424592447</ns0:v>
                </ns0:pt>
                <ns0:pt idx="1919">
                  <ns0:v>3.14409764889</ns0:v>
                </ns0:pt>
                <ns0:pt idx="1920">
                  <ns0:v>3.14573605308</ns0:v>
                </ns0:pt>
                <ns0:pt idx="1921">
                  <ns0:v>3.14737445728</ns0:v>
                </ns0:pt>
                <ns0:pt idx="1922">
                  <ns0:v>3.14901286147</ns0:v>
                </ns0:pt>
                <ns0:pt idx="1923">
                  <ns0:v>3.15065126567</ns0:v>
                </ns0:pt>
                <ns0:pt idx="1924">
                  <ns0:v>3.15228966986</ns0:v>
                </ns0:pt>
                <ns0:pt idx="1925">
                  <ns0:v>3.15392807406</ns0:v>
                </ns0:pt>
                <ns0:pt idx="1926">
                  <ns0:v>3.15556647825</ns0:v>
                </ns0:pt>
                <ns0:pt idx="1927">
                  <ns0:v>3.15720488244</ns0:v>
                </ns0:pt>
                <ns0:pt idx="1928">
                  <ns0:v>3.15884328664</ns0:v>
                </ns0:pt>
                <ns0:pt idx="1929">
                  <ns0:v>3.16048169083</ns0:v>
                </ns0:pt>
                <ns0:pt idx="1930">
                  <ns0:v>3.16212009503</ns0:v>
                </ns0:pt>
                <ns0:pt idx="1931">
                  <ns0:v>3.16375849922</ns0:v>
                </ns0:pt>
                <ns0:pt idx="1932">
                  <ns0:v>3.16539690342</ns0:v>
                </ns0:pt>
                <ns0:pt idx="1933">
                  <ns0:v>3.16703530761</ns0:v>
                </ns0:pt>
                <ns0:pt idx="1934">
                  <ns0:v>3.1686737118</ns0:v>
                </ns0:pt>
                <ns0:pt idx="1935">
                  <ns0:v>3.170312116</ns0:v>
                </ns0:pt>
                <ns0:pt idx="1936">
                  <ns0:v>3.17195052019</ns0:v>
                </ns0:pt>
                <ns0:pt idx="1937">
                  <ns0:v>3.17358892439</ns0:v>
                </ns0:pt>
                <ns0:pt idx="1938">
                  <ns0:v>3.17522732858</ns0:v>
                </ns0:pt>
                <ns0:pt idx="1939">
                  <ns0:v>3.17686573278</ns0:v>
                </ns0:pt>
                <ns0:pt idx="1940">
                  <ns0:v>3.17850413697</ns0:v>
                </ns0:pt>
                <ns0:pt idx="1941">
                  <ns0:v>3.18014254116</ns0:v>
                </ns0:pt>
                <ns0:pt idx="1942">
                  <ns0:v>3.18178094536</ns0:v>
                </ns0:pt>
                <ns0:pt idx="1943">
                  <ns0:v>3.18341934955</ns0:v>
                </ns0:pt>
                <ns0:pt idx="1944">
                  <ns0:v>3.18505775375</ns0:v>
                </ns0:pt>
                <ns0:pt idx="1945">
                  <ns0:v>3.18669615794</ns0:v>
                </ns0:pt>
                <ns0:pt idx="1946">
                  <ns0:v>3.18833456214</ns0:v>
                </ns0:pt>
                <ns0:pt idx="1947">
                  <ns0:v>3.18997296633</ns0:v>
                </ns0:pt>
                <ns0:pt idx="1948">
                  <ns0:v>3.19161137053</ns0:v>
                </ns0:pt>
                <ns0:pt idx="1949">
                  <ns0:v>3.19324977472</ns0:v>
                </ns0:pt>
                <ns0:pt idx="1950">
                  <ns0:v>3.19488817891</ns0:v>
                </ns0:pt>
                <ns0:pt idx="1951">
                  <ns0:v>3.19652658311</ns0:v>
                </ns0:pt>
                <ns0:pt idx="1952">
                  <ns0:v>3.1981649873</ns0:v>
                </ns0:pt>
                <ns0:pt idx="1953">
                  <ns0:v>3.1998033915</ns0:v>
                </ns0:pt>
                <ns0:pt idx="1954">
                  <ns0:v>3.20144179569</ns0:v>
                </ns0:pt>
                <ns0:pt idx="1955">
                  <ns0:v>3.20308019989</ns0:v>
                </ns0:pt>
                <ns0:pt idx="1956">
                  <ns0:v>3.20471860408</ns0:v>
                </ns0:pt>
                <ns0:pt idx="1957">
                  <ns0:v>3.20635700827</ns0:v>
                </ns0:pt>
                <ns0:pt idx="1958">
                  <ns0:v>3.20799541247</ns0:v>
                </ns0:pt>
                <ns0:pt idx="1959">
                  <ns0:v>3.20963381666</ns0:v>
                </ns0:pt>
                <ns0:pt idx="1960">
                  <ns0:v>3.21127222086</ns0:v>
                </ns0:pt>
                <ns0:pt idx="1961">
                  <ns0:v>3.21291062505</ns0:v>
                </ns0:pt>
                <ns0:pt idx="1962">
                  <ns0:v>3.21454902925</ns0:v>
                </ns0:pt>
                <ns0:pt idx="1963">
                  <ns0:v>3.21618743344</ns0:v>
                </ns0:pt>
                <ns0:pt idx="1964">
                  <ns0:v>3.21782583763</ns0:v>
                </ns0:pt>
                <ns0:pt idx="1965">
                  <ns0:v>3.21946424183</ns0:v>
                </ns0:pt>
                <ns0:pt idx="1966">
                  <ns0:v>3.22110264602</ns0:v>
                </ns0:pt>
                <ns0:pt idx="1967">
                  <ns0:v>3.22274105022</ns0:v>
                </ns0:pt>
                <ns0:pt idx="1968">
                  <ns0:v>3.22437945441</ns0:v>
                </ns0:pt>
                <ns0:pt idx="1969">
                  <ns0:v>3.22601785861</ns0:v>
                </ns0:pt>
                <ns0:pt idx="1970">
                  <ns0:v>3.2276562628</ns0:v>
                </ns0:pt>
                <ns0:pt idx="1971">
                  <ns0:v>3.22929466699</ns0:v>
                </ns0:pt>
                <ns0:pt idx="1972">
                  <ns0:v>3.23093307119</ns0:v>
                </ns0:pt>
                <ns0:pt idx="1973">
                  <ns0:v>3.23257147538</ns0:v>
                </ns0:pt>
                <ns0:pt idx="1974">
                  <ns0:v>3.23420987958</ns0:v>
                </ns0:pt>
                <ns0:pt idx="1975">
                  <ns0:v>3.23584828377</ns0:v>
                </ns0:pt>
                <ns0:pt idx="1976">
                  <ns0:v>3.23748668797</ns0:v>
                </ns0:pt>
                <ns0:pt idx="1977">
                  <ns0:v>3.23912509216</ns0:v>
                </ns0:pt>
                <ns0:pt idx="1978">
                  <ns0:v>3.24076349635</ns0:v>
                </ns0:pt>
                <ns0:pt idx="1979">
                  <ns0:v>3.24240190055</ns0:v>
                </ns0:pt>
                <ns0:pt idx="1980">
                  <ns0:v>3.24404030474</ns0:v>
                </ns0:pt>
                <ns0:pt idx="1981">
                  <ns0:v>3.24567870894</ns0:v>
                </ns0:pt>
                <ns0:pt idx="1982">
                  <ns0:v>3.24731711313</ns0:v>
                </ns0:pt>
                <ns0:pt idx="1983">
                  <ns0:v>3.24895551733</ns0:v>
                </ns0:pt>
                <ns0:pt idx="1984">
                  <ns0:v>3.25059392152</ns0:v>
                </ns0:pt>
                <ns0:pt idx="1985">
                  <ns0:v>3.25223232571</ns0:v>
                </ns0:pt>
                <ns0:pt idx="1986">
                  <ns0:v>3.25387072991</ns0:v>
                </ns0:pt>
                <ns0:pt idx="1987">
                  <ns0:v>3.2555091341</ns0:v>
                </ns0:pt>
                <ns0:pt idx="1988">
                  <ns0:v>3.2571475383</ns0:v>
                </ns0:pt>
                <ns0:pt idx="1989">
                  <ns0:v>3.25878594249</ns0:v>
                </ns0:pt>
                <ns0:pt idx="1990">
                  <ns0:v>3.26042434669</ns0:v>
                </ns0:pt>
                <ns0:pt idx="1991">
                  <ns0:v>3.26206275088</ns0:v>
                </ns0:pt>
                <ns0:pt idx="1992">
                  <ns0:v>3.26370115507</ns0:v>
                </ns0:pt>
                <ns0:pt idx="1993">
                  <ns0:v>3.26533955927</ns0:v>
                </ns0:pt>
                <ns0:pt idx="1994">
                  <ns0:v>3.26697796346</ns0:v>
                </ns0:pt>
                <ns0:pt idx="1995">
                  <ns0:v>3.26861636766</ns0:v>
                </ns0:pt>
                <ns0:pt idx="1996">
                  <ns0:v>3.27025477185</ns0:v>
                </ns0:pt>
                <ns0:pt idx="1997">
                  <ns0:v>3.27189317605</ns0:v>
                </ns0:pt>
                <ns0:pt idx="1998">
                  <ns0:v>3.27353158024</ns0:v>
                </ns0:pt>
              </ns0:numCache>
            </ns0:numRef>
          </ns0:xVal>
          <ns0:yVal>
            <ns0:numRef>
              <ns0:f>'Chart Data'!$D$2:$D$2000</ns0:f>
              <ns0:numCache>
                <ns0:formatCode>0</ns0:formatCode>
                <ns0:ptCount val="1999"/>
                <ns0:pt idx="0">
                  <ns0:v>-91.4646382263</ns0:v>
                </ns0:pt>
                <ns0:pt idx="1">
                  <ns0:v>-84.3247410152</ns0:v>
                </ns0:pt>
                <ns0:pt idx="2">
                  <ns0:v>-36.0869823151</ns0:v>
                </ns0:pt>
                <ns0:pt idx="3">
                  <ns0:v>14.9923142703</ns0:v>
                </ns0:pt>
                <ns0:pt idx="4">
                  <ns0:v>45.9398499422</ns0:v>
                </ns0:pt>
                <ns0:pt idx="5">
                  <ns0:v>49.0353302095</ns0:v>
                </ns0:pt>
                <ns0:pt idx="6">
                  <ns0:v>26.8082890342</ns0:v>
                </ns0:pt>
                <ns0:pt idx="7">
                  <ns0:v>3.63890731825</ns0:v>
                </ns0:pt>
                <ns0:pt idx="8">
                  <ns0:v>-4.61617394734</ns0:v>
                </ns0:pt>
                <ns0:pt idx="9">
                  <ns0:v>-12.295905878</ns0:v>
                </ns0:pt>
                <ns0:pt idx="10">
                  <ns0:v>-27.7794462674</ns0:v>
                </ns0:pt>
                <ns0:pt idx="11">
                  <ns0:v>-31.3632090794</ns0:v>
                </ns0:pt>
                <ns0:pt idx="12">
                  <ns0:v>-17.0967669224</ns0:v>
                </ns0:pt>
                <ns0:pt idx="13">
                  <ns0:v>-2.18103820694</ns0:v>
                </ns0:pt>
                <ns0:pt idx="14">
                  <ns0:v>9.70763452158</ns0:v>
                </ns0:pt>
                <ns0:pt idx="15">
                  <ns0:v>21.3656539563</ns0:v>
                </ns0:pt>
                <ns0:pt idx="16">
                  <ns0:v>21.7592795216</ns0:v>
                </ns0:pt>
                <ns0:pt idx="17">
                  <ns0:v>6.32588969228</ns0:v>
                </ns0:pt>
                <ns0:pt idx="18">
                  <ns0:v>-14.3875080564</ns0:v>
                </ns0:pt>
                <ns0:pt idx="19">
                  <ns0:v>-31.520053643</ns0:v>
                </ns0:pt>
                <ns0:pt idx="20">
                  <ns0:v>-36.0435027279</ns0:v>
                </ns0:pt>
                <ns0:pt idx="21">
                  <ns0:v>-15.7602663438</ns0:v>
                </ns0:pt>
                <ns0:pt idx="22">
                  <ns0:v>25.0787820307</ns0:v>
                </ns0:pt>
                <ns0:pt idx="23">
                  <ns0:v>63.6498953739</ns0:v>
                </ns0:pt>
                <ns0:pt idx="24">
                  <ns0:v>77.7321090948</ns0:v>
                </ns0:pt>
                <ns0:pt idx="25">
                  <ns0:v>58.9239199482</ns0:v>
                </ns0:pt>
                <ns0:pt idx="26">
                  <ns0:v>15.3785887944</ns0:v>
                </ns0:pt>
                <ns0:pt idx="27">
                  <ns0:v>-35.8265162049</ns0:v>
                </ns0:pt>
                <ns0:pt idx="28">
                  <ns0:v>-75.5816208362</ns0:v>
                </ns0:pt>
                <ns0:pt idx="29">
                  <ns0:v>-85.0498945384</ns0:v>
                </ns0:pt>
                <ns0:pt idx="30">
                  <ns0:v>-57.4716376441</ns0:v>
                </ns0:pt>
                <ns0:pt idx="31">
                  <ns0:v>-6.13020740012</ns0:v>
                </ns0:pt>
                <ns0:pt idx="32">
                  <ns0:v>46.951825667</ns0:v>
                </ns0:pt>
                <ns0:pt idx="33">
                  <ns0:v>80.0654953698</ns0:v>
                </ns0:pt>
                <ns0:pt idx="34">
                  <ns0:v>74.3729461233</ns0:v>
                </ns0:pt>
                <ns0:pt idx="35">
                  <ns0:v>28.1735880939</ns0:v>
                </ns0:pt>
                <ns0:pt idx="36">
                  <ns0:v>-33.6118190851</ns0:v>
                </ns0:pt>
                <ns0:pt idx="37">
                  <ns0:v>-77.9694868879</ns0:v>
                </ns0:pt>
                <ns0:pt idx="38">
                  <ns0:v>-90.620751386</ns0:v>
                </ns0:pt>
                <ns0:pt idx="39">
                  <ns0:v>-74.7926009215</ns0:v>
                </ns0:pt>
                <ns0:pt idx="40">
                  <ns0:v>-32.3486550716</ns0:v>
                </ns0:pt>
                <ns0:pt idx="41">
                  <ns0:v>30.3032331693</ns0:v>
                </ns0:pt>
                <ns0:pt idx="42">
                  <ns0:v>86.0822433602</ns0:v>
                </ns0:pt>
                <ns0:pt idx="43">
                  <ns0:v>98.7892910082</ns0:v>
                </ns0:pt>
                <ns0:pt idx="44">
                  <ns0:v>57.5062920654</ns0:v>
                </ns0:pt>
                <ns0:pt idx="45">
                  <ns0:v>-14.52698551</ns0:v>
                </ns0:pt>
                <ns0:pt idx="46">
                  <ns0:v>-81.7880879926</ns0:v>
                </ns0:pt>
                <ns0:pt idx="47">
                  <ns0:v>-112.425292144</ns0:v>
                </ns0:pt>
                <ns0:pt idx="48">
                  <ns0:v>-93.0515055406</ns0:v>
                </ns0:pt>
                <ns0:pt idx="49">
                  <ns0:v>-39.4758565784</ns0:v>
                </ns0:pt>
                <ns0:pt idx="50">
                  <ns0:v>16.0207258068</ns0:v>
                </ns0:pt>
                <ns0:pt idx="51">
                  <ns0:v>46.7435715227</ns0:v>
                </ns0:pt>
                <ns0:pt idx="52">
                  <ns0:v>43.5030594617</ns0:v>
                </ns0:pt>
                <ns0:pt idx="53">
                  <ns0:v>11.8338134809</ns0:v>
                </ns0:pt>
                <ns0:pt idx="54">
                  <ns0:v>-36.3469287738</ns0:v>
                </ns0:pt>
                <ns0:pt idx="55">
                  <ns0:v>-76.6766868783</ns0:v>
                </ns0:pt>
                <ns0:pt idx="56">
                  <ns0:v>-74.3872111982</ns0:v>
                </ns0:pt>
                <ns0:pt idx="57">
                  <ns0:v>-23.277623002</ns0:v>
                </ns0:pt>
                <ns0:pt idx="58">
                  <ns0:v>36.5496109562</ns0:v>
                </ns0:pt>
                <ns0:pt idx="59">
                  <ns0:v>62.8271458498</ns0:v>
                </ns0:pt>
                <ns0:pt idx="60">
                  <ns0:v>48.0845042813</ns0:v>
                </ns0:pt>
                <ns0:pt idx="61">
                  <ns0:v>7.72729638465</ns0:v>
                </ns0:pt>
                <ns0:pt idx="62">
                  <ns0:v>-40.5870919864</ns0:v>
                </ns0:pt>
                <ns0:pt idx="63">
                  <ns0:v>-78.9238761408</ns0:v>
                </ns0:pt>
                <ns0:pt idx="64">
                  <ns0:v>-87.6287417959</ns0:v>
                </ns0:pt>
                <ns0:pt idx="65">
                  <ns0:v>-60.5053562241</ns0:v>
                </ns0:pt>
                <ns0:pt idx="66">
                  <ns0:v>-14.88549853</ns0:v>
                </ns0:pt>
                <ns0:pt idx="67">
                  <ns0:v>22.3411082896</ns0:v>
                </ns0:pt>
                <ns0:pt idx="68">
                  <ns0:v>37.2499866756</ns0:v>
                </ns0:pt>
                <ns0:pt idx="69">
                  <ns0:v>33.5273505972</ns0:v>
                </ns0:pt>
                <ns0:pt idx="70">
                  <ns0:v>20.3134371987</ns0:v>
                </ns0:pt>
                <ns0:pt idx="71">
                  <ns0:v>0.862902805267</ns0:v>
                </ns0:pt>
                <ns0:pt idx="72">
                  <ns0:v>-23.5042714139</ns0:v>
                </ns0:pt>
                <ns0:pt idx="73">
                  <ns0:v>-46.082107543</ns0:v>
                </ns0:pt>
                <ns0:pt idx="74">
                  <ns0:v>-53.7258666229</ns0:v>
                </ns0:pt>
                <ns0:pt idx="75">
                  <ns0:v>-36.7140472831</ns0:v>
                </ns0:pt>
                <ns0:pt idx="76">
                  <ns0:v>-0.888764027727</ns0:v>
                </ns0:pt>
                <ns0:pt idx="77">
                  <ns0:v>34.9434717697</ns0:v>
                </ns0:pt>
                <ns0:pt idx="78">
                  <ns0:v>51.0170170268</ns0:v>
                </ns0:pt>
                <ns0:pt idx="79">
                  <ns0:v>36.0948279329</ns0:v>
                </ns0:pt>
                <ns0:pt idx="80">
                  <ns0:v>-2.07286553109</ns0:v>
                </ns0:pt>
                <ns0:pt idx="81">
                  <ns0:v>-42.3866602034</ns0:v>
                </ns0:pt>
                <ns0:pt idx="82">
                  <ns0:v>-74.9467332879</ns0:v>
                </ns0:pt>
                <ns0:pt idx="83">
                  <ns0:v>-94.8984499667</ns0:v>
                </ns0:pt>
                <ns0:pt idx="84">
                  <ns0:v>-83.5376117699</ns0:v>
                </ns0:pt>
                <ns0:pt idx="85">
                  <ns0:v>-30.5877767487</ns0:v>
                </ns0:pt>
                <ns0:pt idx="86">
                  <ns0:v>44.1169692885</ns0:v>
                </ns0:pt>
                <ns0:pt idx="87">
                  <ns0:v>101.392145968</ns0:v>
                </ns0:pt>
                <ns0:pt idx="88">
                  <ns0:v>113.920217016</ns0:v>
                </ns0:pt>
                <ns0:pt idx="89">
                  <ns0:v>78.254324403</ns0:v>
                </ns0:pt>
                <ns0:pt idx="90">
                  <ns0:v>10.7998246598</ns0:v>
                </ns0:pt>
                <ns0:pt idx="91">
                  <ns0:v>-60.8198700651</ns0:v>
                </ns0:pt>
                <ns0:pt idx="92">
                  <ns0:v>-102.541342533</ns0:v>
                </ns0:pt>
                <ns0:pt idx="93">
                  <ns0:v>-84.4734795993</ns0:v>
                </ns0:pt>
                <ns0:pt idx="94">
                  <ns0:v>-14.5893720199</ns0:v>
                </ns0:pt>
                <ns0:pt idx="95">
                  <ns0:v>62.4203042298</ns0:v>
                </ns0:pt>
                <ns0:pt idx="96">
                  <ns0:v>103.628678641</ns0:v>
                </ns0:pt>
                <ns0:pt idx="97">
                  <ns0:v>89.2785846445</ns0:v>
                </ns0:pt>
                <ns0:pt idx="98">
                  <ns0:v>26.7426016259</ns0:v>
                </ns0:pt>
                <ns0:pt idx="99">
                  <ns0:v>-46.500417343</ns0:v>
                </ns0:pt>
                <ns0:pt idx="100">
                  <ns0:v>-79.6607232748</ns0:v>
                </ns0:pt>
                <ns0:pt idx="101">
                  <ns0:v>-57.9458229019</ns0:v>
                </ns0:pt>
                <ns0:pt idx="102">
                  <ns0:v>-2.12533991821</ns0:v>
                </ns0:pt>
                <ns0:pt idx="103">
                  <ns0:v>65.6889209854</ns0:v>
                </ns0:pt>
                <ns0:pt idx="104">
                  <ns0:v>117.1734268</ns0:v>
                </ns0:pt>
                <ns0:pt idx="105">
                  <ns0:v>115.507124256</ns0:v>
                </ns0:pt>
                <ns0:pt idx="106">
                  <ns0:v>52.1240217902</ns0:v>
                </ns0:pt>
                <ns0:pt idx="107">
                  <ns0:v>-42.3327791508</ns0:v>
                </ns0:pt>
                <ns0:pt idx="108">
                  <ns0:v>-125.178568199</ns0:v>
                </ns0:pt>
                <ns0:pt idx="109">
                  <ns0:v>-154.392903916</ns0:v>
                </ns0:pt>
                <ns0:pt idx="110">
                  <ns0:v>-111.502959467</ns0:v>
                </ns0:pt>
                <ns0:pt idx="111">
                  <ns0:v>-24.0134986957</ns0:v>
                </ns0:pt>
                <ns0:pt idx="112">
                  <ns0:v>62.6621585799</ns0:v>
                </ns0:pt>
                <ns0:pt idx="113">
                  <ns0:v>114.074686029</ns0:v>
                </ns0:pt>
                <ns0:pt idx="114">
                  <ns0:v>114.837303133</ns0:v>
                </ns0:pt>
                <ns0:pt idx="115">
                  <ns0:v>78.8061532272</ns0:v>
                </ns0:pt>
                <ns0:pt idx="116">
                  <ns0:v>29.6464199513</ns0:v>
                </ns0:pt>
                <ns0:pt idx="117">
                  <ns0:v>-17.5008012559</ns0:v>
                </ns0:pt>
                <ns0:pt idx="118">
                  <ns0:v>-49.2190239388</ns0:v>
                </ns0:pt>
                <ns0:pt idx="119">
                  <ns0:v>-52.0509490013</ns0:v>
                </ns0:pt>
                <ns0:pt idx="120">
                  <ns0:v>-29.913948851</ns0:v>
                </ns0:pt>
                <ns0:pt idx="121">
                  <ns0:v>-1.96533122036</ns0:v>
                </ns0:pt>
                <ns0:pt idx="122">
                  <ns0:v>24.3977195284</ns0:v>
                </ns0:pt>
                <ns0:pt idx="123">
                  <ns0:v>45.1065634362</ns0:v>
                </ns0:pt>
                <ns0:pt idx="124">
                  <ns0:v>45.5047186255</ns0:v>
                </ns0:pt>
                <ns0:pt idx="125">
                  <ns0:v>21.3925536094</ns0:v>
                </ns0:pt>
                <ns0:pt idx="126">
                  <ns0:v>-16.0854666035</ns0:v>
                </ns0:pt>
                <ns0:pt idx="127">
                  <ns0:v>-55.6386841657</ns0:v>
                </ns0:pt>
                <ns0:pt idx="128">
                  <ns0:v>-77.2895940676</ns0:v>
                </ns0:pt>
                <ns0:pt idx="129">
                  <ns0:v>-59.2167220361</ns0:v>
                </ns0:pt>
                <ns0:pt idx="130">
                  <ns0:v>-9.75268938708</ns0:v>
                </ns0:pt>
                <ns0:pt idx="131">
                  <ns0:v>35.5380330783</ns0:v>
                </ns0:pt>
                <ns0:pt idx="132">
                  <ns0:v>50.469065316</ns0:v>
                </ns0:pt>
                <ns0:pt idx="133">
                  <ns0:v>33.8253652905</ns0:v>
                </ns0:pt>
                <ns0:pt idx="134">
                  <ns0:v>1.6570704815</ns0:v>
                </ns0:pt>
                <ns0:pt idx="135">
                  <ns0:v>-29.6545034236</ns0:v>
                </ns0:pt>
                <ns0:pt idx="136">
                  <ns0:v>-45.401114603</ns0:v>
                </ns0:pt>
                <ns0:pt idx="137">
                  <ns0:v>-23.5799961358</ns0:v>
                </ns0:pt>
                <ns0:pt idx="138">
                  <ns0:v>28.082478334</ns0:v>
                </ns0:pt>
                <ns0:pt idx="139">
                  <ns0:v>64.0874421809</ns0:v>
                </ns0:pt>
                <ns0:pt idx="140">
                  <ns0:v>55.6169572058</ns0:v>
                </ns0:pt>
                <ns0:pt idx="141">
                  <ns0:v>26.1609457237</ns0:v>
                </ns0:pt>
                <ns0:pt idx="142">
                  <ns0:v>0.715001066991</ns0:v>
                </ns0:pt>
                <ns0:pt idx="143">
                  <ns0:v>-22.1355524141</ns0:v>
                </ns0:pt>
                <ns0:pt idx="144">
                  <ns0:v>-40.8119712389</ns0:v>
                </ns0:pt>
                <ns0:pt idx="145">
                  <ns0:v>-43.7185352833</ns0:v>
                </ns0:pt>
                <ns0:pt idx="146">
                  <ns0:v>-30.7446038916</ns0:v>
                </ns0:pt>
                <ns0:pt idx="147">
                  <ns0:v>-6.01998111236</ns0:v>
                </ns0:pt>
                <ns0:pt idx="148">
                  <ns0:v>23.2202023278</ns0:v>
                </ns0:pt>
                <ns0:pt idx="149">
                  <ns0:v>33.1051946276</ns0:v>
                </ns0:pt>
                <ns0:pt idx="150">
                  <ns0:v>12.964630816</ns0:v>
                </ns0:pt>
                <ns0:pt idx="151">
                  <ns0:v>-17.5938565773</ns0:v>
                </ns0:pt>
                <ns0:pt idx="152">
                  <ns0:v>-40.6444132725</ns0:v>
                </ns0:pt>
                <ns0:pt idx="153">
                  <ns0:v>-53.5737373677</ns0:v>
                </ns0:pt>
                <ns0:pt idx="154">
                  <ns0:v>-42.3477040083</ns0:v>
                </ns0:pt>
                <ns0:pt idx="155">
                  <ns0:v>6.53469127102</ns0:v>
                </ns0:pt>
                <ns0:pt idx="156">
                  <ns0:v>66.8178514431</ns0:v>
                </ns0:pt>
                <ns0:pt idx="157">
                  <ns0:v>100.699333686</ns0:v>
                </ns0:pt>
                <ns0:pt idx="158">
                  <ns0:v>95.6651568462</ns0:v>
                </ns0:pt>
                <ns0:pt idx="159">
                  <ns0:v>60.6882536378</ns0:v>
                </ns0:pt>
                <ns0:pt idx="160">
                  <ns0:v>9.94435128686</ns0:v>
                </ns0:pt>
                <ns0:pt idx="161">
                  <ns0:v>-36.7434750121</ns0:v>
                </ns0:pt>
                <ns0:pt idx="162">
                  <ns0:v>-63.2436656766</ns0:v>
                </ns0:pt>
                <ns0:pt idx="163">
                  <ns0:v>-64.2840962288</ns0:v>
                </ns0:pt>
                <ns0:pt idx="164">
                  <ns0:v>-36.2035005624</ns0:v>
                </ns0:pt>
                <ns0:pt idx="165">
                  <ns0:v>16.5704487561</ns0:v>
                </ns0:pt>
                <ns0:pt idx="166">
                  <ns0:v>63.3396317811</ns0:v>
                </ns0:pt>
                <ns0:pt idx="167">
                  <ns0:v>70.4216492502</ns0:v>
                </ns0:pt>
                <ns0:pt idx="168">
                  <ns0:v>35.061593447</ns0:v>
                </ns0:pt>
                <ns0:pt idx="169">
                  <ns0:v>-23.113072682</ns0:v>
                </ns0:pt>
                <ns0:pt idx="170">
                  <ns0:v>-74.4717750311</ns0:v>
                </ns0:pt>
                <ns0:pt idx="171">
                  <ns0:v>-80.4401468204</ns0:v>
                </ns0:pt>
                <ns0:pt idx="172">
                  <ns0:v>-33.0009440159</ns0:v>
                </ns0:pt>
                <ns0:pt idx="173">
                  <ns0:v>33.3235423474</ns0:v>
                </ns0:pt>
                <ns0:pt idx="174">
                  <ns0:v>84.5912033903</ns0:v>
                </ns0:pt>
                <ns0:pt idx="175">
                  <ns0:v>103.581934996</ns0:v>
                </ns0:pt>
                <ns0:pt idx="176">
                  <ns0:v>79.4010320506</ns0:v>
                </ns0:pt>
                <ns0:pt idx="177">
                  <ns0:v>22.49944201</ns0:v>
                </ns0:pt>
                <ns0:pt idx="178">
                  <ns0:v>-36.6762232791</ns0:v>
                </ns0:pt>
                <ns0:pt idx="179">
                  <ns0:v>-76.1700594465</ns0:v>
                </ns0:pt>
                <ns0:pt idx="180">
                  <ns0:v>-86.1820981505</ns0:v>
                </ns0:pt>
                <ns0:pt idx="181">
                  <ns0:v>-63.4861660711</ns0:v>
                </ns0:pt>
                <ns0:pt idx="182">
                  <ns0:v>-22.0279865811</ns0:v>
                </ns0:pt>
                <ns0:pt idx="183">
                  <ns0:v>21.437086282</ns0:v>
                </ns0:pt>
                <ns0:pt idx="184">
                  <ns0:v>60.5032180868</ns0:v>
                </ns0:pt>
                <ns0:pt idx="185">
                  <ns0:v>75.8246299274</ns0:v>
                </ns0:pt>
                <ns0:pt idx="186">
                  <ns0:v>44.1092895509</ns0:v>
                </ns0:pt>
                <ns0:pt idx="187">
                  <ns0:v>-18.6218691012</ns0:v>
                </ns0:pt>
                <ns0:pt idx="188">
                  <ns0:v>-68.5764426285</ns0:v>
                </ns0:pt>
                <ns0:pt idx="189">
                  <ns0:v>-71.6800011304</ns0:v>
                </ns0:pt>
                <ns0:pt idx="190">
                  <ns0:v>-23.941876637</ns0:v>
                </ns0:pt>
                <ns0:pt idx="191">
                  <ns0:v>44.0905565888</ns0:v>
                </ns0:pt>
                <ns0:pt idx="192">
                  <ns0:v>86.3642684908</ns0:v>
                </ns0:pt>
                <ns0:pt idx="193">
                  <ns0:v>82.4457424503</ns0:v>
                </ns0:pt>
                <ns0:pt idx="194">
                  <ns0:v>47.7706184398</ns0:v>
                </ns0:pt>
                <ns0:pt idx="195">
                  <ns0:v>1.34303988575</ns0:v>
                </ns0:pt>
                <ns0:pt idx="196">
                  <ns0:v>-42.4110774033</ns0:v>
                </ns0:pt>
                <ns0:pt idx="197">
                  <ns0:v>-68.9953030813</ns0:v>
                </ns0:pt>
                <ns0:pt idx="198">
                  <ns0:v>-67.3567853966</ns0:v>
                </ns0:pt>
                <ns0:pt idx="199">
                  <ns0:v>-39.2928607982</ns0:v>
                </ns0:pt>
                <ns0:pt idx="200">
                  <ns0:v>-5.26360650748</ns0:v>
                </ns0:pt>
                <ns0:pt idx="201">
                  <ns0:v>13.0364339776</ns0:v>
                </ns0:pt>
                <ns0:pt idx="202">
                  <ns0:v>17.6714289323</ns0:v>
                </ns0:pt>
                <ns0:pt idx="203">
                  <ns0:v>24.2562346905</ns0:v>
                </ns0:pt>
                <ns0:pt idx="204">
                  <ns0:v>26.0228985437</ns0:v>
                </ns0:pt>
                <ns0:pt idx="205">
                  <ns0:v>9.98161314532</ns0:v>
                </ns0:pt>
                <ns0:pt idx="206">
                  <ns0:v>-9.27605235963</ns0:v>
                </ns0:pt>
                <ns0:pt idx="207">
                  <ns0:v>-12.4116120648</ns0:v>
                </ns0:pt>
                <ns0:pt idx="208">
                  <ns0:v>-5.39936249689</ns0:v>
                </ns0:pt>
                <ns0:pt idx="209">
                  <ns0:v>2.8518433795</ns0:v>
                </ns0:pt>
                <ns0:pt idx="210">
                  <ns0:v>22.0450736774</ns0:v>
                </ns0:pt>
                <ns0:pt idx="211">
                  <ns0:v>50.369085931</ns0:v>
                </ns0:pt>
                <ns0:pt idx="212">
                  <ns0:v>64.1062892029</ns0:v>
                </ns0:pt>
                <ns0:pt idx="213">
                  <ns0:v>46.150248467</ns0:v>
                </ns0:pt>
                <ns0:pt idx="214">
                  <ns0:v>8.06829258432</ns0:v>
                </ns0:pt>
                <ns0:pt idx="215">
                  <ns0:v>-23.5773405104</ns0:v>
                </ns0:pt>
                <ns0:pt idx="216">
                  <ns0:v>-32.4277219767</ns0:v>
                </ns0:pt>
                <ns0:pt idx="217">
                  <ns0:v>-13.2678050312</ns0:v>
                </ns0:pt>
                <ns0:pt idx="218">
                  <ns0:v>27.7012028147</ns0:v>
                </ns0:pt>
                <ns0:pt idx="219">
                  <ns0:v>72.149480765</ns0:v>
                </ns0:pt>
                <ns0:pt idx="220">
                  <ns0:v>100.391035967</ns0:v>
                </ns0:pt>
                <ns0:pt idx="221">
                  <ns0:v>95.9859057825</ns0:v>
                </ns0:pt>
                <ns0:pt idx="222">
                  <ns0:v>53.7046454739</ns0:v>
                </ns0:pt>
                <ns0:pt idx="223">
                  <ns0:v>-7.82840736308</ns0:v>
                </ns0:pt>
                <ns0:pt idx="224">
                  <ns0:v>-58.4421067101</ns0:v>
                </ns0:pt>
                <ns0:pt idx="225">
                  <ns0:v>-74.5041358686</ns0:v>
                </ns0:pt>
                <ns0:pt idx="226">
                  <ns0:v>-37.2946356832</ns0:v>
                </ns0:pt>
                <ns0:pt idx="227">
                  <ns0:v>40.422601616</ns0:v>
                </ns0:pt>
                <ns0:pt idx="228">
                  <ns0:v>103.653104539</ns0:v>
                </ns0:pt>
                <ns0:pt idx="229">
                  <ns0:v>110.267277439</ns0:v>
                </ns0:pt>
                <ns0:pt idx="230">
                  <ns0:v>67.9157763797</ns0:v>
                </ns0:pt>
                <ns0:pt idx="231">
                  <ns0:v>-7.91772486395</ns0:v>
                </ns0:pt>
                <ns0:pt idx="232">
                  <ns0:v>-99.9240988976</ns0:v>
                </ns0:pt>
                <ns0:pt idx="233">
                  <ns0:v>-147.320826663</ns0:v>
                </ns0:pt>
                <ns0:pt idx="234">
                  <ns0:v>-105.776176307</ns0:v>
                </ns0:pt>
                <ns0:pt idx="235">
                  <ns0:v>-6.50250004044</ns0:v>
                </ns0:pt>
                <ns0:pt idx="236">
                  <ns0:v>97.5026252167</ns0:v>
                </ns0:pt>
                <ns0:pt idx="237">
                  <ns0:v>165.615344047</ns0:v>
                </ns0:pt>
                <ns0:pt idx="238">
                  <ns0:v>159.899449959</ns0:v>
                </ns0:pt>
                <ns0:pt idx="239">
                  <ns0:v>82.4315042761</ns0:v>
                </ns0:pt>
                <ns0:pt idx="240">
                  <ns0:v>-17.0283884368</ns0:v>
                </ns0:pt>
                <ns0:pt idx="241">
                  <ns0:v>-92.319536254</ns0:v>
                </ns0:pt>
                <ns0:pt idx="242">
                  <ns0:v>-114.976879988</ns0:v>
                </ns0:pt>
                <ns0:pt idx="243">
                  <ns0:v>-79.8869850882</ns0:v>
                </ns0:pt>
                <ns0:pt idx="244">
                  <ns0:v>-19.4574471392</ns0:v>
                </ns0:pt>
                <ns0:pt idx="245">
                  <ns0:v>31.3225809932</ns0:v>
                </ns0:pt>
                <ns0:pt idx="246">
                  <ns0:v>60.9391453256</ns0:v>
                </ns0:pt>
                <ns0:pt idx="247">
                  <ns0:v>62.5493732901</ns0:v>
                </ns0:pt>
                <ns0:pt idx="248">
                  <ns0:v>26.1561898956</ns0:v>
                </ns0:pt>
                <ns0:pt idx="249">
                  <ns0:v>-31.8099985729</ns0:v>
                </ns0:pt>
                <ns0:pt idx="250">
                  <ns0:v>-74.060941386</ns0:v>
                </ns0:pt>
                <ns0:pt idx="251">
                  <ns0:v>-72.576851467</ns0:v>
                </ns0:pt>
                <ns0:pt idx="252">
                  <ns0:v>-25.5450439302</ns0:v>
                </ns0:pt>
                <ns0:pt idx="253">
                  <ns0:v>36.8809149366</ns0:v>
                </ns0:pt>
                <ns0:pt idx="254">
                  <ns0:v>70.3159083472</ns0:v>
                </ns0:pt>
                <ns0:pt idx="255">
                  <ns0:v>60.0625547564</ns0:v>
                </ns0:pt>
                <ns0:pt idx="256">
                  <ns0:v>29.1160160598</ns0:v>
                </ns0:pt>
                <ns0:pt idx="257">
                  <ns0:v>-1.95496464434</ns0:v>
                </ns0:pt>
                <ns0:pt idx="258">
                  <ns0:v>-30.8362227151</ns0:v>
                </ns0:pt>
                <ns0:pt idx="259">
                  <ns0:v>-54.5341394704</ns0:v>
                </ns0:pt>
                <ns0:pt idx="260">
                  <ns0:v>-52.88062962</ns0:v>
                </ns0:pt>
                <ns0:pt idx="261">
                  <ns0:v>-8.04297958745</ns0:v>
                </ns0:pt>
                <ns0:pt idx="262">
                  <ns0:v>58.4053421446</ns0:v>
                </ns0:pt>
                <ns0:pt idx="263">
                  <ns0:v>100.716913891</ns0:v>
                </ns0:pt>
                <ns0:pt idx="264">
                  <ns0:v>85.5763151691</ns0:v>
                </ns0:pt>
                <ns0:pt idx="265">
                  <ns0:v>18.758431856</ns0:v>
                </ns0:pt>
                <ns0:pt idx="266">
                  <ns0:v>-63.212906429</ns0:v>
                </ns0:pt>
                <ns0:pt idx="267">
                  <ns0:v>-118.876268481</ns0:v>
                </ns0:pt>
                <ns0:pt idx="268">
                  <ns0:v>-129.425143293</ns0:v>
                </ns0:pt>
                <ns0:pt idx="269">
                  <ns0:v>-97.7424263809</ns0:v>
                </ns0:pt>
                <ns0:pt idx="270">
                  <ns0:v>-30.3768779731</ns0:v>
                </ns0:pt>
                <ns0:pt idx="271">
                  <ns0:v>54.5934474797</ns0:v>
                </ns0:pt>
                <ns0:pt idx="272">
                  <ns0:v>121.67453106</ns0:v>
                </ns0:pt>
                <ns0:pt idx="273">
                  <ns0:v>136.233928717</ns0:v>
                </ns0:pt>
                <ns0:pt idx="274">
                  <ns0:v>87.6420799907</ns0:v>
                </ns0:pt>
                <ns0:pt idx="275">
                  <ns0:v>-6.14486062788</ns0:v>
                </ns0:pt>
                <ns0:pt idx="276">
                  <ns0:v>-102.939358746</ns0:v>
                </ns0:pt>
                <ns0:pt idx="277">
                  <ns0:v>-147.712251259</ns0:v>
                </ns0:pt>
                <ns0:pt idx="278">
                  <ns0:v>-113.055340246</ns0:v>
                </ns0:pt>
                <ns0:pt idx="279">
                  <ns0:v>-21.6159074108</ns0:v>
                </ns0:pt>
                <ns0:pt idx="280">
                  <ns0:v>81.8959257177</ns0:v>
                </ns0:pt>
                <ns0:pt idx="281">
                  <ns0:v>148.139084712</ns0:v>
                </ns0:pt>
                <ns0:pt idx="282">
                  <ns0:v>135.942172613</ns0:v>
                </ns0:pt>
                <ns0:pt idx="283">
                  <ns0:v>46.9771621732</ns0:v>
                </ns0:pt>
                <ns0:pt idx="284">
                  <ns0:v>-69.8423154049</ns0:v>
                </ns0:pt>
                <ns0:pt idx="285">
                  <ns0:v>-149.365397256</ns0:v>
                </ns0:pt>
                <ns0:pt idx="286">
                  <ns0:v>-145.617403206</ns0:v>
                </ns0:pt>
                <ns0:pt idx="287">
                  <ns0:v>-64.3733758254</ns0:v>
                </ns0:pt>
                <ns0:pt idx="288">
                  <ns0:v>45.5546144892</ns0:v>
                </ns0:pt>
                <ns0:pt idx="289">
                  <ns0:v>124.1623098</ns0:v>
                </ns0:pt>
                <ns0:pt idx="290">
                  <ns0:v>128.935749111</ns0:v>
                </ns0:pt>
                <ns0:pt idx="291">
                  <ns0:v>66.2145486674</ns0:v>
                </ns0:pt>
                <ns0:pt idx="292">
                  <ns0:v>-20.8707472306</ns0:v>
                </ns0:pt>
                <ns0:pt idx="293">
                  <ns0:v>-92.6344800457</ns0:v>
                </ns0:pt>
                <ns0:pt idx="294">
                  <ns0:v>-120.462472128</ns0:v>
                </ns0:pt>
                <ns0:pt idx="295">
                  <ns0:v>-92.8992590923</ns0:v>
                </ns0:pt>
                <ns0:pt idx="296">
                  <ns0:v>-30.0181874469</ns0:v>
                </ns0:pt>
                <ns0:pt idx="297">
                  <ns0:v>38.2628115205</ns0:v>
                </ns0:pt>
                <ns0:pt idx="298">
                  <ns0:v>95.8312221159</ns0:v>
                </ns0:pt>
                <ns0:pt idx="299">
                  <ns0:v>122.411666125</ns0:v>
                </ns0:pt>
                <ns0:pt idx="300">
                  <ns0:v>94.2678984491</ns0:v>
                </ns0:pt>
                <ns0:pt idx="301">
                  <ns0:v>23.3361769009</ns0:v>
                </ns0:pt>
                <ns0:pt idx="302">
                  <ns0:v>-44.0658711406</ns0:v>
                </ns0:pt>
                <ns0:pt idx="303">
                  <ns0:v>-74.2394356202</ns0:v>
                </ns0:pt>
                <ns0:pt idx="304">
                  <ns0:v>-62.8098961892</ns0:v>
                </ns0:pt>
                <ns0:pt idx="305">
                  <ns0:v>-19.0962845326</ns0:v>
                </ns0:pt>
                <ns0:pt idx="306">
                  <ns0:v>43.6157239354</ns0:v>
                </ns0:pt>
                <ns0:pt idx="307">
                  <ns0:v>96.3880046343</ns0:v>
                </ns0:pt>
                <ns0:pt idx="308">
                  <ns0:v>109.139581572</ns0:v>
                </ns0:pt>
                <ns0:pt idx="309">
                  <ns0:v>76.8397900355</ns0:v>
                </ns0:pt>
                <ns0:pt idx="310">
                  <ns0:v>17.311791726</ns0:v>
                </ns0:pt>
                <ns0:pt idx="311">
                  <ns0:v>-45.2266891572</ns0:v>
                </ns0:pt>
                <ns0:pt idx="312">
                  <ns0:v>-82.6258202709</ns0:v>
                </ns0:pt>
                <ns0:pt idx="313">
                  <ns0:v>-70.9491679633</ns0:v>
                </ns0:pt>
                <ns0:pt idx="314">
                  <ns0:v>-17.6456052759</ns0:v>
                </ns0:pt>
                <ns0:pt idx="315">
                  <ns0:v>45.2597397894</ns0:v>
                </ns0:pt>
                <ns0:pt idx="316">
                  <ns0:v>87.6251623874</ns0:v>
                </ns0:pt>
                <ns0:pt idx="317">
                  <ns0:v>90.6600370672</ns0:v>
                </ns0:pt>
                <ns0:pt idx="318">
                  <ns0:v>54.3097846383</ns0:v>
                </ns0:pt>
                <ns0:pt idx="319">
                  <ns0:v>-2.32249656835</ns0:v>
                </ns0:pt>
                <ns0:pt idx="320">
                  <ns0:v>-59.1478459301</ns0:v>
                </ns0:pt>
                <ns0:pt idx="321">
                  <ns0:v>-99.1756641754</ns0:v>
                </ns0:pt>
                <ns0:pt idx="322">
                  <ns0:v>-99.5951112339</ns0:v>
                </ns0:pt>
                <ns0:pt idx="323">
                  <ns0:v>-53.7223686553</ns0:v>
                </ns0:pt>
                <ns0:pt idx="324">
                  <ns0:v>12.4652085487</ns0:v>
                </ns0:pt>
                <ns0:pt idx="325">
                  <ns0:v>64.1279477217</ns0:v>
                </ns0:pt>
                <ns0:pt idx="326">
                  <ns0:v>77.3150032358</ns0:v>
                </ns0:pt>
                <ns0:pt idx="327">
                  <ns0:v>46.151391304</ns0:v>
                </ns0:pt>
                <ns0:pt idx="328">
                  <ns0:v>-10.0142268093</ns0:v>
                </ns0:pt>
                <ns0:pt idx="329">
                  <ns0:v>-58.1871659826</ns0:v>
                </ns0:pt>
                <ns0:pt idx="330">
                  <ns0:v>-76.0079136227</ns0:v>
                </ns0:pt>
                <ns0:pt idx="331">
                  <ns0:v>-58.4442639751</ns0:v>
                </ns0:pt>
                <ns0:pt idx="332">
                  <ns0:v>-13.0900735011</ns0:v>
                </ns0:pt>
                <ns0:pt idx="333">
                  <ns0:v>37.6302519616</ns0:v>
                </ns0:pt>
                <ns0:pt idx="334">
                  <ns0:v>66.7936525354</ns0:v>
                </ns0:pt>
                <ns0:pt idx="335">
                  <ns0:v>64.1329306886</ns0:v>
                </ns0:pt>
                <ns0:pt idx="336">
                  <ns0:v>36.1812042892</ns0:v>
                </ns0:pt>
                <ns0:pt idx="337">
                  <ns0:v>-8.8466094474</ns0:v>
                </ns0:pt>
                <ns0:pt idx="338">
                  <ns0:v>-61.9204317929</ns0:v>
                </ns0:pt>
                <ns0:pt idx="339">
                  <ns0:v>-100.770969303</ns0:v>
                </ns0:pt>
                <ns0:pt idx="340">
                  <ns0:v>-99.822188288</ns0:v>
                </ns0:pt>
                <ns0:pt idx="341">
                  <ns0:v>-50.477851771</ns0:v>
                </ns0:pt>
                <ns0:pt idx="342">
                  <ns0:v>28.5468380376</ns0:v>
                </ns0:pt>
                <ns0:pt idx="343">
                  <ns0:v>98.1245156658</ns0:v>
                </ns0:pt>
                <ns0:pt idx="344">
                  <ns0:v>115.04914458</ns0:v>
                </ns0:pt>
                <ns0:pt idx="345">
                  <ns0:v>63.4877267859</ns0:v>
                </ns0:pt>
                <ns0:pt idx="346">
                  <ns0:v>-23.2275054994</ns0:v>
                </ns0:pt>
                <ns0:pt idx="347">
                  <ns0:v>-84.5354898534</ns0:v>
                </ns0:pt>
                <ns0:pt idx="348">
                  <ns0:v>-83.4387573252</ns0:v>
                </ns0:pt>
                <ns0:pt idx="349">
                  <ns0:v>-31.332767278</ns0:v>
                </ns0:pt>
                <ns0:pt idx="350">
                  <ns0:v>29.298915026</ns0:v>
                </ns0:pt>
                <ns0:pt idx="351">
                  <ns0:v>60.7764200225</ns0:v>
                </ns0:pt>
                <ns0:pt idx="352">
                  <ns0:v>54.4385515973</ns0:v>
                </ns0:pt>
                <ns0:pt idx="353">
                  <ns0:v>25.9835031615</ns0:v>
                </ns0:pt>
                <ns0:pt idx="354">
                  <ns0:v>-6.20661045443</ns0:v>
                </ns0:pt>
                <ns0:pt idx="355">
                  <ns0:v>-28.5421955317</ns0:v>
                </ns0:pt>
                <ns0:pt idx="356">
                  <ns0:v>-31.581077797</ns0:v>
                </ns0:pt>
                <ns0:pt idx="357">
                  <ns0:v>-20.6943330821</ns0:v>
                </ns0:pt>
                <ns0:pt idx="358">
                  <ns0:v>-7.44826494578</ns0:v>
                </ns0:pt>
                <ns0:pt idx="359">
                  <ns0:v>9.93434953993</ns0:v>
                </ns0:pt>
                <ns0:pt idx="360">
                  <ns0:v>30.5608465566</ns0:v>
                </ns0:pt>
                <ns0:pt idx="361">
                  <ns0:v>36.103987933</ns0:v>
                </ns0:pt>
                <ns0:pt idx="362">
                  <ns0:v>16.6262574583</ns0:v>
                </ns0:pt>
                <ns0:pt idx="363">
                  <ns0:v>-13.8264108517</ns0:v>
                </ns0:pt>
                <ns0:pt idx="364">
                  <ns0:v>-34.7196808112</ns0:v>
                </ns0:pt>
                <ns0:pt idx="365">
                  <ns0:v>-33.3575434089</ns0:v>
                </ns0:pt>
                <ns0:pt idx="366">
                  <ns0:v>-11.950673247</ns0:v>
                </ns0:pt>
                <ns0:pt idx="367">
                  <ns0:v>13.5851795921</ns0:v>
                </ns0:pt>
                <ns0:pt idx="368">
                  <ns0:v>32.7702394533</ns0:v>
                </ns0:pt>
                <ns0:pt idx="369">
                  <ns0:v>43.9551699954</ns0:v>
                </ns0:pt>
                <ns0:pt idx="370">
                  <ns0:v>34.9983140428</ns0:v>
                </ns0:pt>
                <ns0:pt idx="371">
                  <ns0:v>-4.19869841257</ns0:v>
                </ns0:pt>
                <ns0:pt idx="372">
                  <ns0:v>-51.7273281947</ns0:v>
                </ns0:pt>
                <ns0:pt idx="373">
                  <ns0:v>-73.7559577864</ns0:v>
                </ns0:pt>
                <ns0:pt idx="374">
                  <ns0:v>-57.7180714238</ns0:v>
                </ns0:pt>
                <ns0:pt idx="375">
                  <ns0:v>-17.3403598173</ns0:v>
                </ns0:pt>
                <ns0:pt idx="376">
                  <ns0:v>22.4964645412</ns0:v>
                </ns0:pt>
                <ns0:pt idx="377">
                  <ns0:v>36.100523396</ns0:v>
                </ns0:pt>
                <ns0:pt idx="378">
                  <ns0:v>16.2369094572</ns0:v>
                </ns0:pt>
                <ns0:pt idx="379">
                  <ns0:v>-19.132489644</ns0:v>
                </ns0:pt>
                <ns0:pt idx="380">
                  <ns0:v>-40.4043742434</ns0:v>
                </ns0:pt>
                <ns0:pt idx="381">
                  <ns0:v>-30.0586886049</ns0:v>
                </ns0:pt>
                <ns0:pt idx="382">
                  <ns0:v>2.47129799132</ns0:v>
                </ns0:pt>
                <ns0:pt idx="383">
                  <ns0:v>31.6819777516</ns0:v>
                </ns0:pt>
                <ns0:pt idx="384">
                  <ns0:v>40.774707115</ns0:v>
                </ns0:pt>
                <ns0:pt idx="385">
                  <ns0:v>30.8746960074</ns0:v>
                </ns0:pt>
                <ns0:pt idx="386">
                  <ns0:v>2.8212820861</ns0:v>
                </ns0:pt>
                <ns0:pt idx="387">
                  <ns0:v>-42.2944275258</ns0:v>
                </ns0:pt>
                <ns0:pt idx="388">
                  <ns0:v>-79.7342691898</ns0:v>
                </ns0:pt>
                <ns0:pt idx="389">
                  <ns0:v>-82.504831894</ns0:v>
                </ns0:pt>
                <ns0:pt idx="390">
                  <ns0:v>-53.5597410911</ns0:v>
                </ns0:pt>
                <ns0:pt idx="391">
                  <ns0:v>-11.8109600199</ns0:v>
                </ns0:pt>
                <ns0:pt idx="392">
                  <ns0:v>34.8191652853</ns0:v>
                </ns0:pt>
                <ns0:pt idx="393">
                  <ns0:v>76.5448189772</ns0:v>
                </ns0:pt>
                <ns0:pt idx="394">
                  <ns0:v>88.006946206</ns0:v>
                </ns0:pt>
                <ns0:pt idx="395">
                  <ns0:v>55.4039702845</ns0:v>
                </ns0:pt>
                <ns0:pt idx="396">
                  <ns0:v>-2.18668409238</ns0:v>
                </ns0:pt>
                <ns0:pt idx="397">
                  <ns0:v>-44.7401540163</ns0:v>
                </ns0:pt>
                <ns0:pt idx="398">
                  <ns0:v>-46.594501215</ns0:v>
                </ns0:pt>
                <ns0:pt idx="399">
                  <ns0:v>-18.1694405583</ns0:v>
                </ns0:pt>
                <ns0:pt idx="400">
                  <ns0:v>9.94637640541</ns0:v>
                </ns0:pt>
                <ns0:pt idx="401">
                  <ns0:v>23.419917655</ns0:v>
                </ns0:pt>
                <ns0:pt idx="402">
                  <ns0:v>25.3403828336</ns0:v>
                </ns0:pt>
                <ns0:pt idx="403">
                  <ns0:v>16.2393333367</ns0:v>
                </ns0:pt>
                <ns0:pt idx="404">
                  <ns0:v>-4.36928878653</ns0:v>
                </ns0:pt>
                <ns0:pt idx="405">
                  <ns0:v>-32.7086158846</ns0:v>
                </ns0:pt>
                <ns0:pt idx="406">
                  <ns0:v>-63.9128861043</ns0:v>
                </ns0:pt>
                <ns0:pt idx="407">
                  <ns0:v>-77.9962153209</ns0:v>
                </ns0:pt>
                <ns0:pt idx="408">
                  <ns0:v>-48.7386789681</ns0:v>
                </ns0:pt>
                <ns0:pt idx="409">
                  <ns0:v>14.8129764043</ns0:v>
                </ns0:pt>
                <ns0:pt idx="410">
                  <ns0:v>66.2453044299</ns0:v>
                </ns0:pt>
                <ns0:pt idx="411">
                  <ns0:v>78.0965139219</ns0:v>
                </ns0:pt>
                <ns0:pt idx="412">
                  <ns0:v>64.4612087491</ns0:v>
                </ns0:pt>
                <ns0:pt idx="413">
                  <ns0:v>41.5166423244</ns0:v>
                </ns0:pt>
                <ns0:pt idx="414">
                  <ns0:v>11.7632356859</ns0:v>
                </ns0:pt>
                <ns0:pt idx="415">
                  <ns0:v>-20.9830563454</ns0:v>
                </ns0:pt>
                <ns0:pt idx="416">
                  <ns0:v>-52.0819607252</ns0:v>
                </ns0:pt>
                <ns0:pt idx="417">
                  <ns0:v>-72.5264387148</ns0:v>
                </ns0:pt>
                <ns0:pt idx="418">
                  <ns0:v>-67.9610138936</ns0:v>
                </ns0:pt>
                <ns0:pt idx="419">
                  <ns0:v>-31.6822445393</ns0:v>
                </ns0:pt>
                <ns0:pt idx="420">
                  <ns0:v>18.3044859702</ns0:v>
                </ns0:pt>
                <ns0:pt idx="421">
                  <ns0:v>51.4334345265</ns0:v>
                </ns0:pt>
                <ns0:pt idx="422">
                  <ns0:v>55.1109872817</ns0:v>
                </ns0:pt>
                <ns0:pt idx="423">
                  <ns0:v>35.565148443</ns0:v>
                </ns0:pt>
                <ns0:pt idx="424">
                  <ns0:v>-0.0566356813892</ns0:v>
                </ns0:pt>
                <ns0:pt idx="425">
                  <ns0:v>-37.8176849661</ns0:v>
                </ns0:pt>
                <ns0:pt idx="426">
                  <ns0:v>-54.5032445417</ns0:v>
                </ns0:pt>
                <ns0:pt idx="427">
                  <ns0:v>-43.8584965568</ns0:v>
                </ns0:pt>
                <ns0:pt idx="428">
                  <ns0:v>-16.0994230636</ns0:v>
                </ns0:pt>
                <ns0:pt idx="429">
                  <ns0:v>24.9647730506</ns0:v>
                </ns0:pt>
                <ns0:pt idx="430">
                  <ns0:v>63.7441958232</ns0:v>
                </ns0:pt>
                <ns0:pt idx="431">
                  <ns0:v>69.3734987878</ns0:v>
                </ns0:pt>
                <ns0:pt idx="432">
                  <ns0:v>35.8073673525</ns0:v>
                </ns0:pt>
                <ns0:pt idx="433">
                  <ns0:v>-14.7898709843</ns0:v>
                </ns0:pt>
                <ns0:pt idx="434">
                  <ns0:v>-71.68583984</ns0:v>
                </ns0:pt>
                <ns0:pt idx="435">
                  <ns0:v>-117.380472141</ns0:v>
                </ns0:pt>
                <ns0:pt idx="436">
                  <ns0:v>-116.021144207</ns0:v>
                </ns0:pt>
                <ns0:pt idx="437">
                  <ns0:v>-56.5128703898</ns0:v>
                </ns0:pt>
                <ns0:pt idx="438">
                  <ns0:v>27.7423569809</ns0:v>
                </ns0:pt>
                <ns0:pt idx="439">
                  <ns0:v>95.1932772966</ns0:v>
                </ns0:pt>
                <ns0:pt idx="440">
                  <ns0:v>118.759796092</ns0:v>
                </ns0:pt>
                <ns0:pt idx="441">
                  <ns0:v>88.010300327</ns0:v>
                </ns0:pt>
                <ns0:pt idx="442">
                  <ns0:v>19.264349779</ns0:v>
                </ns0:pt>
                <ns0:pt idx="443">
                  <ns0:v>-48.9997558225</ns0:v>
                </ns0:pt>
                <ns0:pt idx="444">
                  <ns0:v>-87.6401509884</ns0:v>
                </ns0:pt>
                <ns0:pt idx="445">
                  <ns0:v>-98.1093130096</ns0:v>
                </ns0:pt>
                <ns0:pt idx="446">
                  <ns0:v>-83.6874695321</ns0:v>
                </ns0:pt>
                <ns0:pt idx="447">
                  <ns0:v>-37.7720259563</ns0:v>
                </ns0:pt>
                <ns0:pt idx="448">
                  <ns0:v>33.3967431028</ns0:v>
                </ns0:pt>
                <ns0:pt idx="449">
                  <ns0:v>98.440486175</ns0:v>
                </ns0:pt>
                <ns0:pt idx="450">
                  <ns0:v>120.684245922</ns0:v>
                </ns0:pt>
                <ns0:pt idx="451">
                  <ns0:v>83.1318923631</ns0:v>
                </ns0:pt>
                <ns0:pt idx="452">
                  <ns0:v>1.80846443568</ns0:v>
                </ns0:pt>
                <ns0:pt idx="453">
                  <ns0:v>-79.3787570539</ns0:v>
                </ns0:pt>
                <ns0:pt idx="454">
                  <ns0:v>-114.743359484</ns0:v>
                </ns0:pt>
                <ns0:pt idx="455">
                  <ns0:v>-91.6377929961</ns0:v>
                </ns0:pt>
                <ns0:pt idx="456">
                  <ns0:v>-30.581097916</ns0:v>
                </ns0:pt>
                <ns0:pt idx="457">
                  <ns0:v>40.5991435095</ns0:v>
                </ns0:pt>
                <ns0:pt idx="458">
                  <ns0:v>92.1481526443</ns0:v>
                </ns0:pt>
                <ns0:pt idx="459">
                  <ns0:v>98.3943822032</ns0:v>
                </ns0:pt>
                <ns0:pt idx="460">
                  <ns0:v>52.1416649595</ns0:v>
                </ns0:pt>
                <ns0:pt idx="461">
                  <ns0:v>-36.4642643125</ns0:v>
                </ns0:pt>
                <ns0:pt idx="462">
                  <ns0:v>-126.791445995</ns0:v>
                </ns0:pt>
                <ns0:pt idx="463">
                  <ns0:v>-159.013928702</ns0:v>
                </ns0:pt>
                <ns0:pt idx="464">
                  <ns0:v>-110.82056427</ns0:v>
                </ns0:pt>
                <ns0:pt idx="465">
                  <ns0:v>-24.2838230219</ns0:v>
                </ns0:pt>
                <ns0:pt idx="466">
                  <ns0:v>56.3197752411</ns0:v>
                </ns0:pt>
                <ns0:pt idx="467">
                  <ns0:v>109.850539882</ns0:v>
                </ns0:pt>
                <ns0:pt idx="468">
                  <ns0:v>122.663913836</ns0:v>
                </ns0:pt>
                <ns0:pt idx="469">
                  <ns0:v>90.3333248728</ns0:v>
                </ns0:pt>
                <ns0:pt idx="470">
                  <ns0:v>34.2325489164</ns0:v>
                </ns0:pt>
                <ns0:pt idx="471">
                  <ns0:v>-17.1927475924</ns0:v>
                </ns0:pt>
                <ns0:pt idx="472">
                  <ns0:v>-47.0162098672</ns0:v>
                </ns0:pt>
                <ns0:pt idx="473">
                  <ns0:v>-48.8230339018</ns0:v>
                </ns0:pt>
                <ns0:pt idx="474">
                  <ns0:v>-23.6418655803</ns0:v>
                </ns0:pt>
                <ns0:pt idx="475">
                  <ns0:v>17.8349304064</ns0:v>
                </ns0:pt>
                <ns0:pt idx="476">
                  <ns0:v>56.8083994693</ns0:v>
                </ns0:pt>
                <ns0:pt idx="477">
                  <ns0:v>78.2575856218</ns0:v>
                </ns0:pt>
                <ns0:pt idx="478">
                  <ns0:v>76.0909032038</ns0:v>
                </ns0:pt>
                <ns0:pt idx="479">
                  <ns0:v>47.7072269184</ns0:v>
                </ns0:pt>
                <ns0:pt idx="480">
                  <ns0:v>-1.46235783882</ns0:v>
                </ns0:pt>
                <ns0:pt idx="481">
                  <ns0:v>-49.4869642103</ns0:v>
                </ns0:pt>
                <ns0:pt idx="482">
                  <ns0:v>-67.041258421</ns0:v>
                </ns0:pt>
                <ns0:pt idx="483">
                  <ns0:v>-47.5488907769</ns0:v>
                </ns0:pt>
                <ns0:pt idx="484">
                  <ns0:v>-7.78882715993</ns0:v>
                </ns0:pt>
                <ns0:pt idx="485">
                  <ns0:v>36.5988159917</ns0:v>
                </ns0:pt>
                <ns0:pt idx="486">
                  <ns0:v>69.5804332064</ns0:v>
                </ns0:pt>
                <ns0:pt idx="487">
                  <ns0:v>67.9410933692</ns0:v>
                </ns0:pt>
                <ns0:pt idx="488">
                  <ns0:v>27.0595062999</ns0:v>
                </ns0:pt>
                <ns0:pt idx="489">
                  <ns0:v>-21.0218553961</ns0:v>
                </ns0:pt>
                <ns0:pt idx="490">
                  <ns0:v>-37.8693343287</ns0:v>
                </ns0:pt>
                <ns0:pt idx="491">
                  <ns0:v>-17.9233495656</ns0:v>
                </ns0:pt>
                <ns0:pt idx="492">
                  <ns0:v>21.2249017512</ns0:v>
                </ns0:pt>
                <ns0:pt idx="493">
                  <ns0:v>57.0194022514</ns0:v>
                </ns0:pt>
                <ns0:pt idx="494">
                  <ns0:v>68.7294598776</ns0:v>
                </ns0:pt>
                <ns0:pt idx="495">
                  <ns0:v>45.8734658193</ns0:v>
                </ns0:pt>
                <ns0:pt idx="496">
                  <ns0:v>2.74159644635</ns0:v>
                </ns0:pt>
                <ns0:pt idx="497">
                  <ns0:v>-34.8173968618</ns0:v>
                </ns0:pt>
                <ns0:pt idx="498">
                  <ns0:v>-57.3763877866</ns0:v>
                </ns0:pt>
                <ns0:pt idx="499">
                  <ns0:v>-67.5234725455</ns0:v>
                </ns0:pt>
                <ns0:pt idx="500">
                  <ns0:v>-60.8439070411</ns0:v>
                </ns0:pt>
                <ns0:pt idx="501">
                  <ns0:v>-41.3168788964</ns0:v>
                </ns0:pt>
                <ns0:pt idx="502">
                  <ns0:v>-21.0851331192</ns0:v>
                </ns0:pt>
                <ns0:pt idx="503">
                  <ns0:v>-2.18516378237</ns0:v>
                </ns0:pt>
                <ns0:pt idx="504">
                  <ns0:v>16.7555938279</ns0:v>
                </ns0:pt>
                <ns0:pt idx="505">
                  <ns0:v>21.9859971458</ns0:v>
                </ns0:pt>
                <ns0:pt idx="506">
                  <ns0:v>6.86686057624</ns0:v>
                </ns0:pt>
                <ns0:pt idx="507">
                  <ns0:v>-10.0989846727</ns0:v>
                </ns0:pt>
                <ns0:pt idx="508">
                  <ns0:v>-20.4606223467</ns0:v>
                </ns0:pt>
                <ns0:pt idx="509">
                  <ns0:v>-35.2315626688</ns0:v>
                </ns0:pt>
                <ns0:pt idx="510">
                  <ns0:v>-41.7811963982</ns0:v>
                </ns0:pt>
                <ns0:pt idx="511">
                  <ns0:v>-20.3635801453</ns0:v>
                </ns0:pt>
                <ns0:pt idx="512">
                  <ns0:v>8.79150548993</ns0:v>
                </ns0:pt>
                <ns0:pt idx="513">
                  <ns0:v>14.4489728068</ns0:v>
                </ns0:pt>
                <ns0:pt idx="514">
                  <ns0:v>1.8607867033</ns0:v>
                </ns0:pt>
                <ns0:pt idx="515">
                  <ns0:v>-11.4220683699</ns0:v>
                </ns0:pt>
                <ns0:pt idx="516">
                  <ns0:v>-18.0971080992</ns0:v>
                </ns0:pt>
                <ns0:pt idx="517">
                  <ns0:v>-11.7957780488</ns0:v>
                </ns0:pt>
                <ns0:pt idx="518">
                  <ns0:v>12.0905402123</ns0:v>
                </ns0:pt>
                <ns0:pt idx="519">
                  <ns0:v>41.1377014605</ns0:v>
                </ns0:pt>
                <ns0:pt idx="520">
                  <ns0:v>56.6497948344</ns0:v>
                </ns0:pt>
                <ns0:pt idx="521">
                  <ns0:v>44.830273906</ns0:v>
                </ns0:pt>
                <ns0:pt idx="522">
                  <ns0:v>6.55299100903</ns0:v>
                </ns0:pt>
                <ns0:pt idx="523">
                  <ns0:v>-34.506128873</ns0:v>
                </ns0:pt>
                <ns0:pt idx="524">
                  <ns0:v>-52.398758055</ns0:v>
                </ns0:pt>
                <ns0:pt idx="525">
                  <ns0:v>-43.1879397025</ns0:v>
                </ns0:pt>
                <ns0:pt idx="526">
                  <ns0:v>-10.7051417757</ns0:v>
                </ns0:pt>
                <ns0:pt idx="527">
                  <ns0:v>38.8528238102</ns0:v>
                </ns0:pt>
                <ns0:pt idx="528">
                  <ns0:v>75.1959557212</ns0:v>
                </ns0:pt>
                <ns0:pt idx="529">
                  <ns0:v>65.3141079264</ns0:v>
                </ns0:pt>
                <ns0:pt idx="530">
                  <ns0:v>14.0286726091</ns0:v>
                </ns0:pt>
                <ns0:pt idx="531">
                  <ns0:v>-46.2824515965</ns0:v>
                </ns0:pt>
                <ns0:pt idx="532">
                  <ns0:v>-86.1400442959</ns0:v>
                </ns0:pt>
                <ns0:pt idx="533">
                  <ns0:v>-90.7529394916</ns0:v>
                </ns0:pt>
                <ns0:pt idx="534">
                  <ns0:v>-61.9635925609</ns0:v>
                </ns0:pt>
                <ns0:pt idx="535">
                  <ns0:v>-13.6073143873</ns0:v>
                </ns0:pt>
                <ns0:pt idx="536">
                  <ns0:v>33.1011358934</ns0:v>
                </ns0:pt>
                <ns0:pt idx="537">
                  <ns0:v>55.5387552368</ns0:v>
                </ns0:pt>
                <ns0:pt idx="538">
                  <ns0:v>48.0477469002</ns0:v>
                </ns0:pt>
                <ns0:pt idx="539">
                  <ns0:v>25.3292300912</ns0:v>
                </ns0:pt>
                <ns0:pt idx="540">
                  <ns0:v>-4.05427818265</ns0:v>
                </ns0:pt>
                <ns0:pt idx="541">
                  <ns0:v>-32.4997979184</ns0:v>
                </ns0:pt>
                <ns0:pt idx="542">
                  <ns0:v>-30.9002404149</ns0:v>
                </ns0:pt>
                <ns0:pt idx="543">
                  <ns0:v>4.95133192558</ns0:v>
                </ns0:pt>
                <ns0:pt idx="544">
                  <ns0:v>40.1668632461</ns0:v>
                </ns0:pt>
                <ns0:pt idx="545">
                  <ns0:v>48.0000715223</ns0:v>
                </ns0:pt>
                <ns0:pt idx="546">
                  <ns0:v>32.9577373238</ns0:v>
                </ns0:pt>
                <ns0:pt idx="547">
                  <ns0:v>7.02312813813</ns0:v>
                </ns0:pt>
                <ns0:pt idx="548">
                  <ns0:v>-13.6210104503</ns0:v>
                </ns0:pt>
                <ns0:pt idx="549">
                  <ns0:v>-12.1185420383</ns0:v>
                </ns0:pt>
                <ns0:pt idx="550">
                  <ns0:v>4.65682980576</ns0:v>
                </ns0:pt>
                <ns0:pt idx="551">
                  <ns0:v>20.4912071107</ns0:v>
                </ns0:pt>
                <ns0:pt idx="552">
                  <ns0:v>32.1517774264</ns0:v>
                </ns0:pt>
                <ns0:pt idx="553">
                  <ns0:v>31.6174023569</ns0:v>
                </ns0:pt>
                <ns0:pt idx="554">
                  <ns0:v>4.71151574548</ns0:v>
                </ns0:pt>
                <ns0:pt idx="555">
                  <ns0:v>-35.2777641917</ns0:v>
                </ns0:pt>
                <ns0:pt idx="556">
                  <ns0:v>-60.333691376</ns0:v>
                </ns0:pt>
                <ns0:pt idx="557">
                  <ns0:v>-58.1223625861</ns0:v>
                </ns0:pt>
                <ns0:pt idx="558">
                  <ns0:v>-36.230884052</ns0:v>
                </ns0:pt>
                <ns0:pt idx="559">
                  <ns0:v>-15.6705433378</ns0:v>
                </ns0:pt>
                <ns0:pt idx="560">
                  <ns0:v>-12.5533347981</ns0:v>
                </ns0:pt>
                <ns0:pt idx="561">
                  <ns0:v>-17.5119148979</ns0:v>
                </ns0:pt>
                <ns0:pt idx="562">
                  <ns0:v>-9.78369665328</ns0:v>
                </ns0:pt>
                <ns0:pt idx="563">
                  <ns0:v>10.8373606808</ns0:v>
                </ns0:pt>
                <ns0:pt idx="564">
                  <ns0:v>27.0969517823</ns0:v>
                </ns0:pt>
                <ns0:pt idx="565">
                  <ns0:v>35.9118452777</ns0:v>
                </ns0:pt>
                <ns0:pt idx="566">
                  <ns0:v>39.7159217645</ns0:v>
                </ns0:pt>
                <ns0:pt idx="567">
                  <ns0:v>32.9197186012</ns0:v>
                </ns0:pt>
                <ns0:pt idx="568">
                  <ns0:v>21.4178580555</ns0:v>
                </ns0:pt>
                <ns0:pt idx="569">
                  <ns0:v>21.718181863</ns0:v>
                </ns0:pt>
                <ns0:pt idx="570">
                  <ns0:v>29.5766301284</ns0:v>
                </ns0:pt>
                <ns0:pt idx="571">
                  <ns0:v>28.7626711207</ns0:v>
                </ns0:pt>
                <ns0:pt idx="572">
                  <ns0:v>13.4348994018</ns0:v>
                </ns0:pt>
                <ns0:pt idx="573">
                  <ns0:v>-7.31301240258</ns0:v>
                </ns0:pt>
                <ns0:pt idx="574">
                  <ns0:v>-28.8176767419</ns0:v>
                </ns0:pt>
                <ns0:pt idx="575">
                  <ns0:v>-45.9318923097</ns0:v>
                </ns0:pt>
                <ns0:pt idx="576">
                  <ns0:v>-44.8416963913</ns0:v>
                </ns0:pt>
                <ns0:pt idx="577">
                  <ns0:v>-23.533406083</ns0:v>
                </ns0:pt>
                <ns0:pt idx="578">
                  <ns0:v>2.70272586067</ns0:v>
                </ns0:pt>
                <ns0:pt idx="579">
                  <ns0:v>26.3267753796</ns0:v>
                </ns0:pt>
                <ns0:pt idx="580">
                  <ns0:v>46.6862896504</ns0:v>
                </ns0:pt>
                <ns0:pt idx="581">
                  <ns0:v>51.1183475983</ns0:v>
                </ns0:pt>
                <ns0:pt idx="582">
                  <ns0:v>31.3330720411</ns0:v>
                </ns0:pt>
                <ns0:pt idx="583">
                  <ns0:v>1.01476908256</ns0:v>
                </ns0:pt>
                <ns0:pt idx="584">
                  <ns0:v>-23.5411976059</ns0:v>
                </ns0:pt>
                <ns0:pt idx="585">
                  <ns0:v>-41.6934642089</ns0:v>
                </ns0:pt>
                <ns0:pt idx="586">
                  <ns0:v>-54.8189618766</ns0:v>
                </ns0:pt>
                <ns0:pt idx="587">
                  <ns0:v>-57.2867879389</ns0:v>
                </ns0:pt>
                <ns0:pt idx="588">
                  <ns0:v>-46.550032214</ns0:v>
                </ns0:pt>
                <ns0:pt idx="589">
                  <ns0:v>-23.876978026</ns0:v>
                </ns0:pt>
                <ns0:pt idx="590">
                  <ns0:v>6.51513888458</ns0:v>
                </ns0:pt>
                <ns0:pt idx="591">
                  <ns0:v>31.0935979888</ns0:v>
                </ns0:pt>
                <ns0:pt idx="592">
                  <ns0:v>33.4112685973</ns0:v>
                </ns0:pt>
                <ns0:pt idx="593">
                  <ns0:v>17.8870558972</ns0:v>
                </ns0:pt>
                <ns0:pt idx="594">
                  <ns0:v>5.76086290808</ns0:v>
                </ns0:pt>
                <ns0:pt idx="595">
                  <ns0:v>0.913976848581</ns0:v>
                </ns0:pt>
                <ns0:pt idx="596">
                  <ns0:v>-10.0502116004</ns0:v>
                </ns0:pt>
                <ns0:pt idx="597">
                  <ns0:v>-29.6901094357</ns0:v>
                </ns0:pt>
                <ns0:pt idx="598">
                  <ns0:v>-42.8685293591</ns0:v>
                </ns0:pt>
                <ns0:pt idx="599">
                  <ns0:v>-32.945138855</ns0:v>
                </ns0:pt>
                <ns0:pt idx="600">
                  <ns0:v>9.2099302789</ns0:v>
                </ns0:pt>
                <ns0:pt idx="601">
                  <ns0:v>70.3748841928</ns0:v>
                </ns0:pt>
                <ns0:pt idx="602">
                  <ns0:v>115.504687171</ns0:v>
                </ns0:pt>
                <ns0:pt idx="603">
                  <ns0:v>113.679119953</ns0:v>
                </ns0:pt>
                <ns0:pt idx="604">
                  <ns0:v>60.4043792766</ns0:v>
                </ns0:pt>
                <ns0:pt idx="605">
                  <ns0:v>-15.7659673459</ns0:v>
                </ns0:pt>
                <ns0:pt idx="606">
                  <ns0:v>-73.896115819</ns0:v>
                </ns0:pt>
                <ns0:pt idx="607">
                  <ns0:v>-93.1574945683</ns0:v>
                </ns0:pt>
                <ns0:pt idx="608">
                  <ns0:v>-89.2272885615</ns0:v>
                </ns0:pt>
                <ns0:pt idx="609">
                  <ns0:v>-67.5451383232</ns0:v>
                </ns0:pt>
                <ns0:pt idx="610">
                  <ns0:v>-19.9768078148</ns0:v>
                </ns0:pt>
                <ns0:pt idx="611">
                  <ns0:v>46.5395324448</ns0:v>
                </ns0:pt>
                <ns0:pt idx="612">
                  <ns0:v>96.0057760001</ns0:v>
                </ns0:pt>
                <ns0:pt idx="613">
                  <ns0:v>97.2285874999</ns0:v>
                </ns0:pt>
                <ns0:pt idx="614">
                  <ns0:v>48.2025561935</ns0:v>
                </ns0:pt>
                <ns0:pt idx="615">
                  <ns0:v>-34.2299030021</ns0:v>
                </ns0:pt>
                <ns0:pt idx="616">
                  <ns0:v>-117.985943804</ns0:v>
                </ns0:pt>
                <ns0:pt idx="617">
                  <ns0:v>-158.870284712</ns0:v>
                </ns0:pt>
                <ns0:pt idx="618">
                  <ns0:v>-134.382986335</ns0:v>
                </ns0:pt>
                <ns0:pt idx="619">
                  <ns0:v>-60.1824343041</ns0:v>
                </ns0:pt>
                <ns0:pt idx="620">
                  <ns0:v>30.2427697941</ns0:v>
                </ns0:pt>
                <ns0:pt idx="621">
                  <ns0:v>103.053345503</ns0:v>
                </ns0:pt>
                <ns0:pt idx="622">
                  <ns0:v>123.469620553</ns0:v>
                </ns0:pt>
                <ns0:pt idx="623">
                  <ns0:v>77.41117504</ns0:v>
                </ns0:pt>
                <ns0:pt idx="624">
                  <ns0:v>-4.46954333277</ns0:v>
                </ns0:pt>
                <ns0:pt idx="625">
                  <ns0:v>-72.3688502745</ns0:v>
                </ns0:pt>
                <ns0:pt idx="626">
                  <ns0:v>-94.5932144632</ns0:v>
                </ns0:pt>
                <ns0:pt idx="627">
                  <ns0:v>-64.9366674557</ns0:v>
                </ns0:pt>
                <ns0:pt idx="628">
                  <ns0:v>6.34612922795</ns0:v>
                </ns0:pt>
                <ns0:pt idx="629">
                  <ns0:v>94.7251812115</ns0:v>
                </ns0:pt>
                <ns0:pt idx="630">
                  <ns0:v>157.993484091</ns0:v>
                </ns0:pt>
                <ns0:pt idx="631">
                  <ns0:v>155.295153988</ns0:v>
                </ns0:pt>
                <ns0:pt idx="632">
                  <ns0:v>76.1389517678</ns0:v>
                </ns0:pt>
                <ns0:pt idx="633">
                  <ns0:v>-37.5347357563</ns0:v>
                </ns0:pt>
                <ns0:pt idx="634">
                  <ns0:v>-120.805714389</ns0:v>
                </ns0:pt>
                <ns0:pt idx="635">
                  <ns0:v>-135.130037906</ns0:v>
                </ns0:pt>
                <ns0:pt idx="636">
                  <ns0:v>-90.3637520581</ns0:v>
                </ns0:pt>
                <ns0:pt idx="637">
                  <ns0:v>-15.1486879122</ns0:v>
                </ns0:pt>
                <ns0:pt idx="638">
                  <ns0:v>60.6228049631</ns0:v>
                </ns0:pt>
                <ns0:pt idx="639">
                  <ns0:v>100.702249007</ns0:v>
                </ns0:pt>
                <ns0:pt idx="640">
                  <ns0:v>77.7490609472</ns0:v>
                </ns0:pt>
                <ns0:pt idx="641">
                  <ns0:v>2.84085473772</ns0:v>
                </ns0:pt>
                <ns0:pt idx="642">
                  <ns0:v>-77.0665918968</ns0:v>
                </ns0:pt>
                <ns0:pt idx="643">
                  <ns0:v>-107.897848769</ns0:v>
                </ns0:pt>
                <ns0:pt idx="644">
                  <ns0:v>-75.1445622908</ns0:v>
                </ns0:pt>
                <ns0:pt idx="645">
                  <ns0:v>-9.3695745249</ns0:v>
                </ns0:pt>
                <ns0:pt idx="646">
                  <ns0:v>58.3442343892</ns0:v>
                </ns0:pt>
                <ns0:pt idx="647">
                  <ns0:v>109.938892715</ns0:v>
                </ns0:pt>
                <ns0:pt idx="648">
                  <ns0:v>119.719172522</ns0:v>
                </ns0:pt>
                <ns0:pt idx="649">
                  <ns0:v>71.5759625446</ns0:v>
                </ns0:pt>
                <ns0:pt idx="650">
                  <ns0:v>-17.7795152545</ns0:v>
                </ns0:pt>
                <ns0:pt idx="651">
                  <ns0:v>-106.934089136</ns0:v>
                </ns0:pt>
                <ns0:pt idx="652">
                  <ns0:v>-142.52021768</ns0:v>
                </ns0:pt>
                <ns0:pt idx="653">
                  <ns0:v>-96.4147280563</ns0:v>
                </ns0:pt>
                <ns0:pt idx="654">
                  <ns0:v>-3.54717693147</ns0:v>
                </ns0:pt>
                <ns0:pt idx="655">
                  <ns0:v>76.4241177443</ns0:v>
                </ns0:pt>
                <ns0:pt idx="656">
                  <ns0:v>108.253727948</ns0:v>
                </ns0:pt>
                <ns0:pt idx="657">
                  <ns0:v>80.7245214565</ns0:v>
                </ns0:pt>
                <ns0:pt idx="658">
                  <ns0:v>7.94746664835</ns0:v>
                </ns0:pt>
                <ns0:pt idx="659">
                  <ns0:v>-63.5685408372</ns0:v>
                </ns0:pt>
                <ns0:pt idx="660">
                  <ns0:v>-86.6355835311</ns0:v>
                </ns0:pt>
                <ns0:pt idx="661">
                  <ns0:v>-59.5495226802</ns0:v>
                </ns0:pt>
                <ns0:pt idx="662">
                  <ns0:v>-11.0946561157</ns0:v>
                </ns0:pt>
                <ns0:pt idx="663">
                  <ns0:v>32.0882106768</ns0:v>
                </ns0:pt>
                <ns0:pt idx="664">
                  <ns0:v>41.9661292702</ns0:v>
                </ns0:pt>
                <ns0:pt idx="665">
                  <ns0:v>6.96753902802</ns0:v>
                </ns0:pt>
                <ns0:pt idx="666">
                  <ns0:v>-43.3248275456</ns0:v>
                </ns0:pt>
                <ns0:pt idx="667">
                  <ns0:v>-64.688761431</ns0:v>
                </ns0:pt>
                <ns0:pt idx="668">
                  <ns0:v>-45.5483956749</ns0:v>
                </ns0:pt>
                <ns0:pt idx="669">
                  <ns0:v>-10.475374765</ns0:v>
                </ns0:pt>
                <ns0:pt idx="670">
                  <ns0:v>18.8784437723</ns0:v>
                </ns0:pt>
                <ns0:pt idx="671">
                  <ns0:v>36.7147231112</ns0:v>
                </ns0:pt>
                <ns0:pt idx="672">
                  <ns0:v>38.8385435249</ns0:v>
                </ns0:pt>
                <ns0:pt idx="673">
                  <ns0:v>20.2033782367</ns0:v>
                </ns0:pt>
                <ns0:pt idx="674">
                  <ns0:v>-5.01158253773</ns0:v>
                </ns0:pt>
                <ns0:pt idx="675">
                  <ns0:v>-6.44105826769</ns0:v>
                </ns0:pt>
                <ns0:pt idx="676">
                  <ns0:v>15.330308208</ns0:v>
                </ns0:pt>
                <ns0:pt idx="677">
                  <ns0:v>34.317719117</ns0:v>
                </ns0:pt>
                <ns0:pt idx="678">
                  <ns0:v>34.1211686843</ns0:v>
                </ns0:pt>
                <ns0:pt idx="679">
                  <ns0:v>25.0531302599</ns0:v>
                </ns0:pt>
                <ns0:pt idx="680">
                  <ns0:v>11.7808455354</ns0:v>
                </ns0:pt>
                <ns0:pt idx="681">
                  <ns0:v>-11.3120638008</ns0:v>
                </ns0:pt>
                <ns0:pt idx="682">
                  <ns0:v>-33.6980764275</ns0:v>
                </ns0:pt>
                <ns0:pt idx="683">
                  <ns0:v>-39.0586152686</ns0:v>
                </ns0:pt>
                <ns0:pt idx="684">
                  <ns0:v>-29.5048368745</ns0:v>
                </ns0:pt>
                <ns0:pt idx="685">
                  <ns0:v>-7.46659709866</ns0:v>
                </ns0:pt>
                <ns0:pt idx="686">
                  <ns0:v>29.8453226284</ns0:v>
                </ns0:pt>
                <ns0:pt idx="687">
                  <ns0:v>61.9126839948</ns0:v>
                </ns0:pt>
                <ns0:pt idx="688">
                  <ns0:v>63.4010606866</ns0:v>
                </ns0:pt>
                <ns0:pt idx="689">
                  <ns0:v>36.1813620514</ns0:v>
                </ns0:pt>
                <ns0:pt idx="690">
                  <ns0:v>-3.27819529925</ns0:v>
                </ns0:pt>
                <ns0:pt idx="691">
                  <ns0:v>-44.9883083526</ns0:v>
                </ns0:pt>
                <ns0:pt idx="692">
                  <ns0:v>-74.6162048571</ns0:v>
                </ns0:pt>
                <ns0:pt idx="693">
                  <ns0:v>-76.561391309</ns0:v>
                </ns0:pt>
                <ns0:pt idx="694">
                  <ns0:v>-51.5101505512</ns0:v>
                </ns0:pt>
                <ns0:pt idx="695">
                  <ns0:v>-14.0866409879</ns0:v>
                </ns0:pt>
                <ns0:pt idx="696">
                  <ns0:v>12.9123409083</ns0:v>
                </ns0:pt>
                <ns0:pt idx="697">
                  <ns0:v>11.192217079</ns0:v>
                </ns0:pt>
                <ns0:pt idx="698">
                  <ns0:v>-13.7776397839</ns0:v>
                </ns0:pt>
                <ns0:pt idx="699">
                  <ns0:v>-43.9988414322</ns0:v>
                </ns0:pt>
                <ns0:pt idx="700">
                  <ns0:v>-66.6744356597</ns0:v>
                </ns0:pt>
                <ns0:pt idx="701">
                  <ns0:v>-69.1169388114</ns0:v>
                </ns0:pt>
                <ns0:pt idx="702">
                  <ns0:v>-41.620422534</ns0:v>
                </ns0:pt>
                <ns0:pt idx="703">
                  <ns0:v>1.09520523209</ns0:v>
                </ns0:pt>
                <ns0:pt idx="704">
                  <ns0:v>28.8080907865</ns0:v>
                </ns0:pt>
                <ns0:pt idx="705">
                  <ns0:v>30.292219567</ns0:v>
                </ns0:pt>
                <ns0:pt idx="706">
                  <ns0:v>15.1054092169</ns0:v>
                </ns0:pt>
                <ns0:pt idx="707">
                  <ns0:v>-0.632021447363</ns0:v>
                </ns0:pt>
                <ns0:pt idx="708">
                  <ns0:v>-9.60652572262</ns0:v>
                </ns0:pt>
                <ns0:pt idx="709">
                  <ns0:v>-20.5173219797</ns0:v>
                </ns0:pt>
                <ns0:pt idx="710">
                  <ns0:v>-39.9876893071</ns0:v>
                </ns0:pt>
                <ns0:pt idx="711">
                  <ns0:v>-54.574667266</ns0:v>
                </ns0:pt>
                <ns0:pt idx="712">
                  <ns0:v>-53.6680543765</ns0:v>
                </ns0:pt>
                <ns0:pt idx="713">
                  <ns0:v>-43.4534207507</ns0:v>
                </ns0:pt>
                <ns0:pt idx="714">
                  <ns0:v>-29.2796926558</ns0:v>
                </ns0:pt>
                <ns0:pt idx="715">
                  <ns0:v>-11.6620516804</ns0:v>
                </ns0:pt>
                <ns0:pt idx="716">
                  <ns0:v>3.21398222863</ns0:v>
                </ns0:pt>
                <ns0:pt idx="717">
                  <ns0:v>10.218312199</ns0:v>
                </ns0:pt>
                <ns0:pt idx="718">
                  <ns0:v>17.3086757684</ns0:v>
                </ns0:pt>
                <ns0:pt idx="719">
                  <ns0:v>27.9163272298</ns0:v>
                </ns0:pt>
                <ns0:pt idx="720">
                  <ns0:v>28.9177649667</ns0:v>
                </ns0:pt>
                <ns0:pt idx="721">
                  <ns0:v>9.18142475198</ns0:v>
                </ns0:pt>
                <ns0:pt idx="722">
                  <ns0:v>-21.3768724862</ns0:v>
                </ns0:pt>
                <ns0:pt idx="723">
                  <ns0:v>-42.1807088396</ns0:v>
                </ns0:pt>
                <ns0:pt idx="724">
                  <ns0:v>-42.5029342446</ns0:v>
                </ns0:pt>
                <ns0:pt idx="725">
                  <ns0:v>-26.4249014533</ns0:v>
                </ns0:pt>
                <ns0:pt idx="726">
                  <ns0:v>-4.46363816081</ns0:v>
                </ns0:pt>
                <ns0:pt idx="727">
                  <ns0:v>11.6168050627</ns0:v>
                </ns0:pt>
                <ns0:pt idx="728">
                  <ns0:v>15.3991758739</ns0:v>
                </ns0:pt>
                <ns0:pt idx="729">
                  <ns0:v>11.7923946343</ns0:v>
                </ns0:pt>
                <ns0:pt idx="730">
                  <ns0:v>6.29725368425</ns0:v>
                </ns0:pt>
                <ns0:pt idx="731">
                  <ns0:v>-7.41529565956</ns0:v>
                </ns0:pt>
                <ns0:pt idx="732">
                  <ns0:v>-30.5172755546</ns0:v>
                </ns0:pt>
                <ns0:pt idx="733">
                  <ns0:v>-46.9123701143</ns0:v>
                </ns0:pt>
                <ns0:pt idx="734">
                  <ns0:v>-40.6027392218</ns0:v>
                </ns0:pt>
                <ns0:pt idx="735">
                  <ns0:v>-11.1774832623</ns0:v>
                </ns0:pt>
                <ns0:pt idx="736">
                  <ns0:v>26.1614219578</ns0:v>
                </ns0:pt>
                <ns0:pt idx="737">
                  <ns0:v>46.2323496628</ns0:v>
                </ns0:pt>
                <ns0:pt idx="738">
                  <ns0:v>32.2178276598</ns0:v>
                </ns0:pt>
                <ns0:pt idx="739">
                  <ns0:v>-2.57339235098</ns0:v>
                </ns0:pt>
                <ns0:pt idx="740">
                  <ns0:v>-27.3618540762</ns0:v>
                </ns0:pt>
                <ns0:pt idx="741">
                  <ns0:v>-29.3000954751</ns0:v>
                </ns0:pt>
                <ns0:pt idx="742">
                  <ns0:v>-18.0005429359</ns0:v>
                </ns0:pt>
                <ns0:pt idx="743">
                  <ns0:v>-7.39597344039</ns0:v>
                </ns0:pt>
                <ns0:pt idx="744">
                  <ns0:v>-4.24887427335</ns0:v>
                </ns0:pt>
                <ns0:pt idx="745">
                  <ns0:v>-4.82992986114</ns0:v>
                </ns0:pt>
                <ns0:pt idx="746">
                  <ns0:v>5.85018463263</ns0:v>
                </ns0:pt>
                <ns0:pt idx="747">
                  <ns0:v>28.9318787314</ns0:v>
                </ns0:pt>
                <ns0:pt idx="748">
                  <ns0:v>45.254786987</ns0:v>
                </ns0:pt>
                <ns0:pt idx="749">
                  <ns0:v>41.6274056315</ns0:v>
                </ns0:pt>
                <ns0:pt idx="750">
                  <ns0:v>24.080995194</ns0:v>
                </ns0:pt>
                <ns0:pt idx="751">
                  <ns0:v>2.54462052427</ns0:v>
                </ns0:pt>
                <ns0:pt idx="752">
                  <ns0:v>-8.90250446505</ns0:v>
                </ns0:pt>
                <ns0:pt idx="753">
                  <ns0:v>7.01336363892</ns0:v>
                </ns0:pt>
                <ns0:pt idx="754">
                  <ns0:v>36.3920435668</ns0:v>
                </ns0:pt>
                <ns0:pt idx="755">
                  <ns0:v>43.8518195058</ns0:v>
                </ns0:pt>
                <ns0:pt idx="756">
                  <ns0:v>16.6991154645</ns0:v>
                </ns0:pt>
                <ns0:pt idx="757">
                  <ns0:v>-21.2609897338</ns0:v>
                </ns0:pt>
                <ns0:pt idx="758">
                  <ns0:v>-47.8353718496</ns0:v>
                </ns0:pt>
                <ns0:pt idx="759">
                  <ns0:v>-54.49930033</ns0:v>
                </ns0:pt>
                <ns0:pt idx="760">
                  <ns0:v>-35.8171604715</ns0:v>
                </ns0:pt>
                <ns0:pt idx="761">
                  <ns0:v>-3.12474846311</ns0:v>
                </ns0:pt>
                <ns0:pt idx="762">
                  <ns0:v>18.9237978551</ns0:v>
                </ns0:pt>
                <ns0:pt idx="763">
                  <ns0:v>22.8039941342</ns0:v>
                </ns0:pt>
                <ns0:pt idx="764">
                  <ns0:v>17.841917788</ns0:v>
                </ns0:pt>
                <ns0:pt idx="765">
                  <ns0:v>13.0490164288</ns0:v>
                </ns0:pt>
                <ns0:pt idx="766">
                  <ns0:v>13.5329048652</ns0:v>
                </ns0:pt>
                <ns0:pt idx="767">
                  <ns0:v>16.3878176555</ns0:v>
                </ns0:pt>
                <ns0:pt idx="768">
                  <ns0:v>9.71840597142</ns0:v>
                </ns0:pt>
                <ns0:pt idx="769">
                  <ns0:v>-7.33317059172</ns0:v>
                </ns0:pt>
                <ns0:pt idx="770">
                  <ns0:v>-20.8041529387</ns0:v>
                </ns0:pt>
                <ns0:pt idx="771">
                  <ns0:v>-23.4632479796</ns0:v>
                </ns0:pt>
                <ns0:pt idx="772">
                  <ns0:v>-12.2060994463</ns0:v>
                </ns0:pt>
                <ns0:pt idx="773">
                  <ns0:v>16.5074830788</ns0:v>
                </ns0:pt>
                <ns0:pt idx="774">
                  <ns0:v>47.1153984714</ns0:v>
                </ns0:pt>
                <ns0:pt idx="775">
                  <ns0:v>58.3234010174</ns0:v>
                </ns0:pt>
                <ns0:pt idx="776">
                  <ns0:v>47.686697178</ns0:v>
                </ns0:pt>
                <ns0:pt idx="777">
                  <ns0:v>20.9038749627</ns0:v>
                </ns0:pt>
                <ns0:pt idx="778">
                  <ns0:v>-15.4649487518</ns0:v>
                </ns0:pt>
                <ns0:pt idx="779">
                  <ns0:v>-40.5866464248</ns0:v>
                </ns0:pt>
                <ns0:pt idx="780">
                  <ns0:v>-41.147035441</ns0:v>
                </ns0:pt>
                <ns0:pt idx="781">
                  <ns0:v>-32.2936595218</ns0:v>
                </ns0:pt>
                <ns0:pt idx="782">
                  <ns0:v>-19.0334348139</ns0:v>
                </ns0:pt>
                <ns0:pt idx="783">
                  <ns0:v>8.33098279114</ns0:v>
                </ns0:pt>
                <ns0:pt idx="784">
                  <ns0:v>34.6475370261</ns0:v>
                </ns0:pt>
                <ns0:pt idx="785">
                  <ns0:v>35.0658834766</ns0:v>
                </ns0:pt>
                <ns0:pt idx="786">
                  <ns0:v>16.4948290917</ns0:v>
                </ns0:pt>
                <ns0:pt idx="787">
                  <ns0:v>-4.79158537309</ns0:v>
                </ns0:pt>
                <ns0:pt idx="788">
                  <ns0:v>-27.8312150072</ns0:v>
                </ns0:pt>
                <ns0:pt idx="789">
                  <ns0:v>-42.1077435659</ns0:v>
                </ns0:pt>
                <ns0:pt idx="790">
                  <ns0:v>-28.0311225204</ns0:v>
                </ns0:pt>
                <ns0:pt idx="791">
                  <ns0:v>10.80823812</ns0:v>
                </ns0:pt>
                <ns0:pt idx="792">
                  <ns0:v>53.3397079975</ns0:v>
                </ns0:pt>
                <ns0:pt idx="793">
                  <ns0:v>76.5814346982</ns0:v>
                </ns0:pt>
                <ns0:pt idx="794">
                  <ns0:v>62.7423341162</ns0:v>
                </ns0:pt>
                <ns0:pt idx="795">
                  <ns0:v>16.6012762984</ns0:v>
                </ns0:pt>
                <ns0:pt idx="796">
                  <ns0:v>-37.3854295976</ns0:v>
                </ns0:pt>
                <ns0:pt idx="797">
                  <ns0:v>-79.7408943521</ns0:v>
                </ns0:pt>
                <ns0:pt idx="798">
                  <ns0:v>-95.6958736691</ns0:v>
                </ns0:pt>
                <ns0:pt idx="799">
                  <ns0:v>-73.730229603</ns0:v>
                </ns0:pt>
                <ns0:pt idx="800">
                  <ns0:v>-22.8101470807</ns0:v>
                </ns0:pt>
                <ns0:pt idx="801">
                  <ns0:v>31.7750581714</ns0:v>
                </ns0:pt>
                <ns0:pt idx="802">
                  <ns0:v>66.205260762</ns0:v>
                </ns0:pt>
                <ns0:pt idx="803">
                  <ns0:v>64.5386090546</ns0:v>
                </ns0:pt>
                <ns0:pt idx="804">
                  <ns0:v>31.4711738293</ns0:v>
                </ns0:pt>
                <ns0:pt idx="805">
                  <ns0:v>-4.48951116952</ns0:v>
                </ns0:pt>
                <ns0:pt idx="806">
                  <ns0:v>-22.6766888636</ns0:v>
                </ns0:pt>
                <ns0:pt idx="807">
                  <ns0:v>-23.7593054417</ns0:v>
                </ns0:pt>
                <ns0:pt idx="808">
                  <ns0:v>-15.9795928496</ns0:v>
                </ns0:pt>
                <ns0:pt idx="809">
                  <ns0:v>-4.22621069096</ns0:v>
                </ns0:pt>
                <ns0:pt idx="810">
                  <ns0:v>9.92850806281</ns0:v>
                </ns0:pt>
                <ns0:pt idx="811">
                  <ns0:v>25.8144111758</ns0:v>
                </ns0:pt>
                <ns0:pt idx="812">
                  <ns0:v>33.587915213</ns0:v>
                </ns0:pt>
                <ns0:pt idx="813">
                  <ns0:v>20.7656235868</ns0:v>
                </ns0:pt>
                <ns0:pt idx="814">
                  <ns0:v>-4.8221882607</ns0:v>
                </ns0:pt>
                <ns0:pt idx="815">
                  <ns0:v>-25.768257549</ns0:v>
                </ns0:pt>
                <ns0:pt idx="816">
                  <ns0:v>-42.1436473679</ns0:v>
                </ns0:pt>
                <ns0:pt idx="817">
                  <ns0:v>-53.4375707203</ns0:v>
                </ns0:pt>
                <ns0:pt idx="818">
                  <ns0:v>-48.821043704</ns0:v>
                </ns0:pt>
                <ns0:pt idx="819">
                  <ns0:v>-30.826161586</ns0:v>
                </ns0:pt>
                <ns0:pt idx="820">
                  <ns0:v>-10.7429591573</ns0:v>
                </ns0:pt>
                <ns0:pt idx="821">
                  <ns0:v>12.5436099202</ns0:v>
                </ns0:pt>
                <ns0:pt idx="822">
                  <ns0:v>43.1512766413</ns0:v>
                </ns0:pt>
                <ns0:pt idx="823">
                  <ns0:v>66.6212375144</ns0:v>
                </ns0:pt>
                <ns0:pt idx="824">
                  <ns0:v>64.4516107866</ns0:v>
                </ns0:pt>
                <ns0:pt idx="825">
                  <ns0:v>28.348722731</ns0:v>
                </ns0:pt>
                <ns0:pt idx="826">
                  <ns0:v>-30.3248461488</ns0:v>
                </ns0:pt>
                <ns0:pt idx="827">
                  <ns0:v>-81.8436233047</ns0:v>
                </ns0:pt>
                <ns0:pt idx="828">
                  <ns0:v>-100.589126533</ns0:v>
                </ns0:pt>
                <ns0:pt idx="829">
                  <ns0:v>-79.0699038413</ns0:v>
                </ns0:pt>
                <ns0:pt idx="830">
                  <ns0:v>-22.4566958757</ns0:v>
                </ns0:pt>
                <ns0:pt idx="831">
                  <ns0:v>47.7742928578</ns0:v>
                </ns0:pt>
                <ns0:pt idx="832">
                  <ns0:v>94.8945158855</ns0:v>
                </ns0:pt>
                <ns0:pt idx="833">
                  <ns0:v>94.5066909313</ns0:v>
                </ns0:pt>
                <ns0:pt idx="834">
                  <ns0:v>46.8006660125</ns0:v>
                </ns0:pt>
                <ns0:pt idx="835">
                  <ns0:v>-39.2164405492</ns0:v>
                </ns0:pt>
                <ns0:pt idx="836">
                  <ns0:v>-127.007428808</ns0:v>
                </ns0:pt>
                <ns0:pt idx="837">
                  <ns0:v>-157.827397811</ns0:v>
                </ns0:pt>
                <ns0:pt idx="838">
                  <ns0:v>-104.346177447</ns0:v>
                </ns0:pt>
                <ns0:pt idx="839">
                  <ns0:v>6.73728721791</ns0:v>
                </ns0:pt>
                <ns0:pt idx="840">
                  <ns0:v>133.37398831</ns0:v>
                </ns0:pt>
                <ns0:pt idx="841">
                  <ns0:v>221.129799253</ns0:v>
                </ns0:pt>
                <ns0:pt idx="842">
                  <ns0:v>218.492516549</ns0:v>
                </ns0:pt>
                <ns0:pt idx="843">
                  <ns0:v>118.250963254</ns0:v>
                </ns0:pt>
                <ns0:pt idx="844">
                  <ns0:v>-32.3901562101</ns0:v>
                </ns0:pt>
                <ns0:pt idx="845">
                  <ns0:v>-169.770633006</ns0:v>
                </ns0:pt>
                <ns0:pt idx="846">
                  <ns0:v>-226.980565202</ns0:v>
                </ns0:pt>
                <ns0:pt idx="847">
                  <ns0:v>-172.204013104</ns0:v>
                </ns0:pt>
                <ns0:pt idx="848">
                  <ns0:v>-48.0656789358</ns0:v>
                </ns0:pt>
                <ns0:pt idx="849">
                  <ns0:v>80.3872372078</ns0:v>
                </ns0:pt>
                <ns0:pt idx="850">
                  <ns0:v>167.885079988</ns0:v>
                </ns0:pt>
                <ns0:pt idx="851">
                  <ns0:v>178.237461727</ns0:v>
                </ns0:pt>
                <ns0:pt idx="852">
                  <ns0:v>98.1295257886</ns0:v>
                </ns0:pt>
                <ns0:pt idx="853">
                  <ns0:v>-33.0226450344</ns0:v>
                </ns0:pt>
                <ns0:pt idx="854">
                  <ns0:v>-149.12668621</ns0:v>
                </ns0:pt>
                <ns0:pt idx="855">
                  <ns0:v>-193.399896226</ns0:v>
                </ns0:pt>
                <ns0:pt idx="856">
                  <ns0:v>-143.929510633</ns0:v>
                </ns0:pt>
                <ns0:pt idx="857">
                  <ns0:v>-30.8042287124</ns0:v>
                </ns0:pt>
                <ns0:pt idx="858">
                  <ns0:v>80.4687709626</ns0:v>
                </ns0:pt>
                <ns0:pt idx="859">
                  <ns0:v>130.516177814</ns0:v>
                </ns0:pt>
                <ns0:pt idx="860">
                  <ns0:v>101.277947938</ns0:v>
                </ns0:pt>
                <ns0:pt idx="861">
                  <ns0:v>23.0479756694</ns0:v>
                </ns0:pt>
                <ns0:pt idx="862">
                  <ns0:v>-51.336744372</ns0:v>
                </ns0:pt>
                <ns0:pt idx="863">
                  <ns0:v>-86.7533349983</ns0:v>
                </ns0:pt>
                <ns0:pt idx="864">
                  <ns0:v>-77.9222216434</ns0:v>
                </ns0:pt>
                <ns0:pt idx="865">
                  <ns0:v>-38.6334206043</ns0:v>
                </ns0:pt>
                <ns0:pt idx="866">
                  <ns0:v>16.1509469212</ns0:v>
                </ns0:pt>
                <ns0:pt idx="867">
                  <ns0:v>66.9473663815</ns0:v>
                </ns0:pt>
                <ns0:pt idx="868">
                  <ns0:v>88.5053078493</ns0:v>
                </ns0:pt>
                <ns0:pt idx="869">
                  <ns0:v>63.9353330212</ns0:v>
                </ns0:pt>
                <ns0:pt idx="870">
                  <ns0:v>-0.858511874629</ns0:v>
                </ns0:pt>
                <ns0:pt idx="871">
                  <ns0:v>-71.8277527514</ns0:v>
                </ns0:pt>
                <ns0:pt idx="872">
                  <ns0:v>-102.96594428</ns0:v>
                </ns0:pt>
                <ns0:pt idx="873">
                  <ns0:v>-74.9741116233</ns0:v>
                </ns0:pt>
                <ns0:pt idx="874">
                  <ns0:v>-9.96107786225</ns0:v>
                </ns0:pt>
                <ns0:pt idx="875">
                  <ns0:v>52.1770586493</ns0:v>
                </ns0:pt>
                <ns0:pt idx="876">
                  <ns0:v>73.353692042</ns0:v>
                </ns0:pt>
                <ns0:pt idx="877">
                  <ns0:v>41.2335895375</ns0:v>
                </ns0:pt>
                <ns0:pt idx="878">
                  <ns0:v>-21.9986332588</ns0:v>
                </ns0:pt>
                <ns0:pt idx="879">
                  <ns0:v>-79.9434066472</ns0:v>
                </ns0:pt>
                <ns0:pt idx="880">
                  <ns0:v>-95.464366958</ns0:v>
                </ns0:pt>
                <ns0:pt idx="881">
                  <ns0:v>-45.1228217625</ns0:v>
                </ns0:pt>
                <ns0:pt idx="882">
                  <ns0:v>43.7085352071</ns0:v>
                </ns0:pt>
                <ns0:pt idx="883">
                  <ns0:v>111.373561329</ns0:v>
                </ns0:pt>
                <ns0:pt idx="884">
                  <ns0:v>121.134176346</ns0:v>
                </ns0:pt>
                <ns0:pt idx="885">
                  <ns0:v>78.3393751423</ns0:v>
                </ns0:pt>
                <ns0:pt idx="886">
                  <ns0:v>9.04031048588</ns0:v>
                </ns0:pt>
                <ns0:pt idx="887">
                  <ns0:v>-49.073654845</ns0:v>
                </ns0:pt>
                <ns0:pt idx="888">
                  <ns0:v>-68.7406099977</ns0:v>
                </ns0:pt>
                <ns0:pt idx="889">
                  <ns0:v>-55.4318643571</ns0:v>
                </ns0:pt>
                <ns0:pt idx="890">
                  <ns0:v>-24.4038953932</ns0:v>
                </ns0:pt>
                <ns0:pt idx="891">
                  <ns0:v>18.7076550008</ns0:v>
                </ns0:pt>
                <ns0:pt idx="892">
                  <ns0:v>49.3357659765</ns0:v>
                </ns0:pt>
                <ns0:pt idx="893">
                  <ns0:v>42.6194653538</ns0:v>
                </ns0:pt>
                <ns0:pt idx="894">
                  <ns0:v>15.2540245413</ns0:v>
                </ns0:pt>
                <ns0:pt idx="895">
                  <ns0:v>-3.46818934406</ns0:v>
                </ns0:pt>
                <ns0:pt idx="896">
                  <ns0:v>-5.56063954625</ns0:v>
                </ns0:pt>
                <ns0:pt idx="897">
                  <ns0:v>10.9839479477</ns0:v>
                </ns0:pt>
                <ns0:pt idx="898">
                  <ns0:v>32.377239969</ns0:v>
                </ns0:pt>
                <ns0:pt idx="899">
                  <ns0:v>28.5919030415</ns0:v>
                </ns0:pt>
                <ns0:pt idx="900">
                  <ns0:v>-2.57626907146</ns0:v>
                </ns0:pt>
                <ns0:pt idx="901">
                  <ns0:v>-33.0991412436</ns0:v>
                </ns0:pt>
                <ns0:pt idx="902">
                  <ns0:v>-37.7315070272</ns0:v>
                </ns0:pt>
                <ns0:pt idx="903">
                  <ns0:v>-1.18961841545</ns0:v>
                </ns0:pt>
                <ns0:pt idx="904">
                  <ns0:v>60.3406293043</ns0:v>
                </ns0:pt>
                <ns0:pt idx="905">
                  <ns0:v>96.6391359022</ns0:v>
                </ns0:pt>
                <ns0:pt idx="906">
                  <ns0:v>76.085349741</ns0:v>
                </ns0:pt>
                <ns0:pt idx="907">
                  <ns0:v>28.1135484283</ns0:v>
                </ns0:pt>
                <ns0:pt idx="908">
                  <ns0:v>-11.486806023</ns0:v>
                </ns0:pt>
                <ns0:pt idx="909">
                  <ns0:v>-33.2395839054</ns0:v>
                </ns0:pt>
                <ns0:pt idx="910">
                  <ns0:v>-28.2992272627</ns0:v>
                </ns0:pt>
                <ns0:pt idx="911">
                  <ns0:v>1.95356005247</ns0:v>
                </ns0:pt>
                <ns0:pt idx="912">
                  <ns0:v>29.7407846195</ns0:v>
                </ns0:pt>
                <ns0:pt idx="913">
                  <ns0:v>33.1738500302</ns0:v>
                </ns0:pt>
                <ns0:pt idx="914">
                  <ns0:v>21.3838921798</ns0:v>
                </ns0:pt>
                <ns0:pt idx="915">
                  <ns0:v>8.88938893286</ns0:v>
                </ns0:pt>
                <ns0:pt idx="916">
                  <ns0:v>-0.608082858695</ns0:v>
                </ns0:pt>
                <ns0:pt idx="917">
                  <ns0:v>-0.518744330037</ns0:v>
                </ns0:pt>
                <ns0:pt idx="918">
                  <ns0:v>12.1402808243</ns0:v>
                </ns0:pt>
                <ns0:pt idx="919">
                  <ns0:v>24.9520321955</ns0:v>
                </ns0:pt>
                <ns0:pt idx="920">
                  <ns0:v>23.6969432882</ns0:v>
                </ns0:pt>
                <ns0:pt idx="921">
                  <ns0:v>9.52878807433</ns0:v>
                </ns0:pt>
                <ns0:pt idx="922">
                  <ns0:v>-10.3425526076</ns0:v>
                </ns0:pt>
                <ns0:pt idx="923">
                  <ns0:v>-36.6208416088</ns0:v>
                </ns0:pt>
                <ns0:pt idx="924">
                  <ns0:v>-59.618167102</ns0:v>
                </ns0:pt>
                <ns0:pt idx="925">
                  <ns0:v>-56.9943109505</ns0:v>
                </ns0:pt>
                <ns0:pt idx="926">
                  <ns0:v>-23.10754855</ns0:v>
                </ns0:pt>
                <ns0:pt idx="927">
                  <ns0:v>14.7018317082</ns0:v>
                </ns0:pt>
                <ns0:pt idx="928">
                  <ns0:v>33.3238102851</ns0:v>
                </ns0:pt>
                <ns0:pt idx="929">
                  <ns0:v>37.6200787655</ns0:v>
                </ns0:pt>
                <ns0:pt idx="930">
                  <ns0:v>38.5567650286</ns0:v>
                </ns0:pt>
                <ns0:pt idx="931">
                  <ns0:v>30.1656207858</ns0:v>
                </ns0:pt>
                <ns0:pt idx="932">
                  <ns0:v>6.7531505533</ns0:v>
                </ns0:pt>
                <ns0:pt idx="933">
                  <ns0:v>-18.6943034651</ns0:v>
                </ns0:pt>
                <ns0:pt idx="934">
                  <ns0:v>-23.9530086381</ns0:v>
                </ns0:pt>
                <ns0:pt idx="935">
                  <ns0:v>-9.31698890917</ns0:v>
                </ns0:pt>
                <ns0:pt idx="936">
                  <ns0:v>5.11650803036</ns0:v>
                </ns0:pt>
                <ns0:pt idx="937">
                  <ns0:v>10.1635988474</ns0:v>
                </ns0:pt>
                <ns0:pt idx="938">
                  <ns0:v>12.1320946345</ns0:v>
                </ns0:pt>
                <ns0:pt idx="939">
                  <ns0:v>7.45030972882</ns0:v>
                </ns0:pt>
                <ns0:pt idx="940">
                  <ns0:v>-8.79952712064</ns0:v>
                </ns0:pt>
                <ns0:pt idx="941">
                  <ns0:v>-18.2248288566</ns0:v>
                </ns0:pt>
                <ns0:pt idx="942">
                  <ns0:v>-8.11173177273</ns0:v>
                </ns0:pt>
                <ns0:pt idx="943">
                  <ns0:v>-0.374259269297</ns0:v>
                </ns0:pt>
                <ns0:pt idx="944">
                  <ns0:v>-12.0040676969</ns0:v>
                </ns0:pt>
                <ns0:pt idx="945">
                  <ns0:v>-30.0855299503</ns0:v>
                </ns0:pt>
                <ns0:pt idx="946">
                  <ns0:v>-44.9803720201</ns0:v>
                </ns0:pt>
                <ns0:pt idx="947">
                  <ns0:v>-54.935696046</ns0:v>
                </ns0:pt>
                <ns0:pt idx="948">
                  <ns0:v>-45.5243249552</ns0:v>
                </ns0:pt>
                <ns0:pt idx="949">
                  <ns0:v>-2.20488650998</ns0:v>
                </ns0:pt>
                <ns0:pt idx="950">
                  <ns0:v>55.5907816971</ns0:v>
                </ns0:pt>
                <ns0:pt idx="951">
                  <ns0:v>93.297794101</ns0:v>
                </ns0:pt>
                <ns0:pt idx="952">
                  <ns0:v>92.1984298187</ns0:v>
                </ns0:pt>
                <ns0:pt idx="953">
                  <ns0:v>53.2581358863</ns0:v>
                </ns0:pt>
                <ns0:pt idx="954">
                  <ns0:v>-6.28096530066</ns0:v>
                </ns0:pt>
                <ns0:pt idx="955">
                  <ns0:v>-56.6531425106</ns0:v>
                </ns0:pt>
                <ns0:pt idx="956">
                  <ns0:v>-68.8270356361</ns0:v>
                </ns0:pt>
                <ns0:pt idx="957">
                  <ns0:v>-35.2017468166</ns0:v>
                </ns0:pt>
                <ns0:pt idx="958">
                  <ns0:v>21.7291540632</ns0:v>
                </ns0:pt>
                <ns0:pt idx="959">
                  <ns0:v>59.5788650708</ns0:v>
                </ns0:pt>
                <ns0:pt idx="960">
                  <ns0:v>50.1105376916</ns0:v>
                </ns0:pt>
                <ns0:pt idx="961">
                  <ns0:v>5.74487660687</ns0:v>
                </ns0:pt>
                <ns0:pt idx="962">
                  <ns0:v>-38.9593915965</ns0:v>
                </ns0:pt>
                <ns0:pt idx="963">
                  <ns0:v>-58.7840985376</ns0:v>
                </ns0:pt>
                <ns0:pt idx="964">
                  <ns0:v>-50.4698254458</ns0:v>
                </ns0:pt>
                <ns0:pt idx="965">
                  <ns0:v>-24.2430587508</ns0:v>
                </ns0:pt>
                <ns0:pt idx="966">
                  <ns0:v>8.66680507707</ns0:v>
                </ns0:pt>
                <ns0:pt idx="967">
                  <ns0:v>40.8392508723</ns0:v>
                </ns0:pt>
                <ns0:pt idx="968">
                  <ns0:v>60.1509369492</ns0:v>
                </ns0:pt>
                <ns0:pt idx="969">
                  <ns0:v>53.4688999106</ns0:v>
                </ns0:pt>
                <ns0:pt idx="970">
                  <ns0:v>27.9622117614</ns0:v>
                </ns0:pt>
                <ns0:pt idx="971">
                  <ns0:v>2.62431665931</ns0:v>
                </ns0:pt>
                <ns0:pt idx="972">
                  <ns0:v>-20.0962191373</ns0:v>
                </ns0:pt>
                <ns0:pt idx="973">
                  <ns0:v>-48.5102417405</ns0:v>
                </ns0:pt>
                <ns0:pt idx="974">
                  <ns0:v>-68.9013487527</ns0:v>
                </ns0:pt>
                <ns0:pt idx="975">
                  <ns0:v>-62.2793859805</ns0:v>
                </ns0:pt>
                <ns0:pt idx="976">
                  <ns0:v>-26.38345802</ns0:v>
                </ns0:pt>
                <ns0:pt idx="977">
                  <ns0:v>26.6512956171</ns0:v>
                </ns0:pt>
                <ns0:pt idx="978">
                  <ns0:v>75.9926522211</ns0:v>
                </ns0:pt>
                <ns0:pt idx="979">
                  <ns0:v>93.3643947127</ns0:v>
                </ns0:pt>
                <ns0:pt idx="980">
                  <ns0:v>63.6306877936</ns0:v>
                </ns0:pt>
                <ns0:pt idx="981">
                  <ns0:v>3.96844809966</ns0:v>
                </ns0:pt>
                <ns0:pt idx="982">
                  <ns0:v>-52.7774709911</ns0:v>
                </ns0:pt>
                <ns0:pt idx="983">
                  <ns0:v>-82.5267465166</ns0:v>
                </ns0:pt>
                <ns0:pt idx="984">
                  <ns0:v>-73.1319995048</ns0:v>
                </ns0:pt>
                <ns0:pt idx="985">
                  <ns0:v>-21.8224679324</ns0:v>
                </ns0:pt>
                <ns0:pt idx="986">
                  <ns0:v>51.076993944</ns0:v>
                </ns0:pt>
                <ns0:pt idx="987">
                  <ns0:v>99.3194660088</ns0:v>
                </ns0:pt>
                <ns0:pt idx="988">
                  <ns0:v>87.8706203756</ns0:v>
                </ns0:pt>
                <ns0:pt idx="989">
                  <ns0:v>29.6694136016</ns0:v>
                </ns0:pt>
                <ns0:pt idx="990">
                  <ns0:v>-34.4319902565</ns0:v>
                </ns0:pt>
                <ns0:pt idx="991">
                  <ns0:v>-74.8103984764</ns0:v>
                </ns0:pt>
                <ns0:pt idx="992">
                  <ns0:v>-77.43088624</ns0:v>
                </ns0:pt>
                <ns0:pt idx="993">
                  <ns0:v>-36.4672613153</ns0:v>
                </ns0:pt>
                <ns0:pt idx="994">
                  <ns0:v>36.1728407943</ns0:v>
                </ns0:pt>
                <ns0:pt idx="995">
                  <ns0:v>99.9602748173</ns0:v>
                </ns0:pt>
                <ns0:pt idx="996">
                  <ns0:v>108.2894914</ns0:v>
                </ns0:pt>
                <ns0:pt idx="997">
                  <ns0:v>51.0379184678</ns0:v>
                </ns0:pt>
                <ns0:pt idx="998">
                  <ns0:v>-33.6947415568</ns0:v>
                </ns0:pt>
                <ns0:pt idx="999">
                  <ns0:v>-97.178772631</ns0:v>
                </ns0:pt>
                <ns0:pt idx="1000">
                  <ns0:v>-111.557415227</ns0:v>
                </ns0:pt>
                <ns0:pt idx="1001">
                  <ns0:v>-72.8612320662</ns0:v>
                </ns0:pt>
                <ns0:pt idx="1002">
                  <ns0:v>2.89998390326</ns0:v>
                </ns0:pt>
                <ns0:pt idx="1003">
                  <ns0:v>81.7140046695</ns0:v>
                </ns0:pt>
                <ns0:pt idx="1004">
                  <ns0:v>128.035949635</ns0:v>
                </ns0:pt>
                <ns0:pt idx="1005">
                  <ns0:v>127.957546629</ns0:v>
                </ns0:pt>
                <ns0:pt idx="1006">
                  <ns0:v>87.1775822771</ns0:v>
                </ns0:pt>
                <ns0:pt idx="1007">
                  <ns0:v>24.7481855943</ns0:v>
                </ns0:pt>
                <ns0:pt idx="1008">
                  <ns0:v>-31.2238785307</ns0:v>
                </ns0:pt>
                <ns0:pt idx="1009">
                  <ns0:v>-60.0499731872</ns0:v>
                </ns0:pt>
                <ns0:pt idx="1010">
                  <ns0:v>-58.3652591736</ns0:v>
                </ns0:pt>
                <ns0:pt idx="1011">
                  <ns0:v>-35.6060855179</ns0:v>
                </ns0:pt>
                <ns0:pt idx="1012">
                  <ns0:v>-4.03001699163</ns0:v>
                </ns0:pt>
                <ns0:pt idx="1013">
                  <ns0:v>29.3391671117</ns0:v>
                </ns0:pt>
                <ns0:pt idx="1014">
                  <ns0:v>64.4680915517</ns0:v>
                </ns0:pt>
                <ns0:pt idx="1015">
                  <ns0:v>84.0370686086</ns0:v>
                </ns0:pt>
                <ns0:pt idx="1016">
                  <ns0:v>63.4806301853</ns0:v>
                </ns0:pt>
                <ns0:pt idx="1017">
                  <ns0:v>6.4943382513</ns0:v>
                </ns0:pt>
                <ns0:pt idx="1018">
                  <ns0:v>-49.7821052004</ns0:v>
                </ns0:pt>
                <ns0:pt idx="1019">
                  <ns0:v>-75.2653579292</ns0:v>
                </ns0:pt>
                <ns0:pt idx="1020">
                  <ns0:v>-60.107712371</ns0:v>
                </ns0:pt>
                <ns0:pt idx="1021">
                  <ns0:v>-2.61462769021</ns0:v>
                </ns0:pt>
                <ns0:pt idx="1022">
                  <ns0:v>69.7962631928</ns0:v>
                </ns0:pt>
                <ns0:pt idx="1023">
                  <ns0:v>102.814938978</ns0:v>
                </ns0:pt>
                <ns0:pt idx="1024">
                  <ns0:v>69.9860193178</ns0:v>
                </ns0:pt>
                <ns0:pt idx="1025">
                  <ns0:v>-1.48289197284</ns0:v>
                </ns0:pt>
                <ns0:pt idx="1026">
                  <ns0:v>-71.0815907642</ns0:v>
                </ns0:pt>
                <ns0:pt idx="1027">
                  <ns0:v>-116.978019399</ns0:v>
                </ns0:pt>
                <ns0:pt idx="1028">
                  <ns0:v>-124.481725861</ns0:v>
                </ns0:pt>
                <ns0:pt idx="1029">
                  <ns0:v>-83.2842874035</ns0:v>
                </ns0:pt>
                <ns0:pt idx="1030">
                  <ns0:v>-6.1695350622</ns0:v>
                </ns0:pt>
                <ns0:pt idx="1031">
                  <ns0:v>70.0213424008</ns0:v>
                </ns0:pt>
                <ns0:pt idx="1032">
                  <ns0:v>103.223497815</ns0:v>
                </ns0:pt>
                <ns0:pt idx="1033">
                  <ns0:v>79.164080719</ns0:v>
                </ns0:pt>
                <ns0:pt idx="1034">
                  <ns0:v>21.7374787879</ns0:v>
                </ns0:pt>
                <ns0:pt idx="1035">
                  <ns0:v>-36.1873067261</ns0:v>
                </ns0:pt>
                <ns0:pt idx="1036">
                  <ns0:v>-67.6798114354</ns0:v>
                </ns0:pt>
                <ns0:pt idx="1037">
                  <ns0:v>-48.5706897917</ns0:v>
                </ns0:pt>
                <ns0:pt idx="1038">
                  <ns0:v>15.7243083903</ns0:v>
                </ns0:pt>
                <ns0:pt idx="1039">
                  <ns0:v>81.2718224244</ns0:v>
                </ns0:pt>
                <ns0:pt idx="1040">
                  <ns0:v>103.416892565</ns0:v>
                </ns0:pt>
                <ns0:pt idx="1041">
                  <ns0:v>73.5391146066</ns0:v>
                </ns0:pt>
                <ns0:pt idx="1042">
                  <ns0:v>15.79815999</ns0:v>
                </ns0:pt>
                <ns0:pt idx="1043">
                  <ns0:v>-40.0649182971</ns0:v>
                </ns0:pt>
                <ns0:pt idx="1044">
                  <ns0:v>-68.4434688407</ns0:v>
                </ns0:pt>
                <ns0:pt idx="1045">
                  <ns0:v>-54.317242008</ns0:v>
                </ns0:pt>
                <ns0:pt idx="1046">
                  <ns0:v>-1.60889857394</ns0:v>
                </ns0:pt>
                <ns0:pt idx="1047">
                  <ns0:v>63.7364702628</ns0:v>
                </ns0:pt>
                <ns0:pt idx="1048">
                  <ns0:v>101.014518956</ns0:v>
                </ns0:pt>
                <ns0:pt idx="1049">
                  <ns0:v>82.7657705074</ns0:v>
                </ns0:pt>
                <ns0:pt idx="1050">
                  <ns0:v>23.1042849181</ns0:v>
                </ns0:pt>
                <ns0:pt idx="1051">
                  <ns0:v>-42.6481485503</ns0:v>
                </ns0:pt>
                <ns0:pt idx="1052">
                  <ns0:v>-86.8795268376</ns0:v>
                </ns0:pt>
                <ns0:pt idx="1053">
                  <ns0:v>-86.6656879113</ns0:v>
                </ns0:pt>
                <ns0:pt idx="1054">
                  <ns0:v>-35.0651277327</ns0:v>
                </ns0:pt>
                <ns0:pt idx="1055">
                  <ns0:v>38.9066974038</ns0:v>
                </ns0:pt>
                <ns0:pt idx="1056">
                  <ns0:v>92.9891165912</ns0:v>
                </ns0:pt>
                <ns0:pt idx="1057">
                  <ns0:v>101.437050467</ns0:v>
                </ns0:pt>
                <ns0:pt idx="1058">
                  <ns0:v>61.1228085261</ns0:v>
                </ns0:pt>
                <ns0:pt idx="1059">
                  <ns0:v>-7.42930622243</ns0:v>
                </ns0:pt>
                <ns0:pt idx="1060">
                  <ns0:v>-66.4353211945</ns0:v>
                </ns0:pt>
                <ns0:pt idx="1061">
                  <ns0:v>-86.840017765</ns0:v>
                </ns0:pt>
                <ns0:pt idx="1062">
                  <ns0:v>-64.5251290693</ns0:v>
                </ns0:pt>
                <ns0:pt idx="1063">
                  <ns0:v>-9.33522993417</ns0:v>
                </ns0:pt>
                <ns0:pt idx="1064">
                  <ns0:v>55.4023731718</ns0:v>
                </ns0:pt>
                <ns0:pt idx="1065">
                  <ns0:v>90.3459900392</ns0:v>
                </ns0:pt>
                <ns0:pt idx="1066">
                  <ns0:v>71.7222928755</ns0:v>
                </ns0:pt>
                <ns0:pt idx="1067">
                  <ns0:v>14.5870890983</ns0:v>
                </ns0:pt>
                <ns0:pt idx="1068">
                  <ns0:v>-45.6869972232</ns0:v>
                </ns0:pt>
                <ns0:pt idx="1069">
                  <ns0:v>-75.4285425015</ns0:v>
                </ns0:pt>
                <ns0:pt idx="1070">
                  <ns0:v>-59.8891538705</ns0:v>
                </ns0:pt>
                <ns0:pt idx="1071">
                  <ns0:v>-14.410017671</ns0:v>
                </ns0:pt>
                <ns0:pt idx="1072">
                  <ns0:v>32.4236495205</ns0:v>
                </ns0:pt>
                <ns0:pt idx="1073">
                  <ns0:v>59.9266135674</ns0:v>
                </ns0:pt>
                <ns0:pt idx="1074">
                  <ns0:v>60.5797471629</ns0:v>
                </ns0:pt>
                <ns0:pt idx="1075">
                  <ns0:v>40.7464344345</ns0:v>
                </ns0:pt>
                <ns0:pt idx="1076">
                  <ns0:v>10.8146251578</ns0:v>
                </ns0:pt>
                <ns0:pt idx="1077">
                  <ns0:v>-21.6854144923</ns0:v>
                </ns0:pt>
                <ns0:pt idx="1078">
                  <ns0:v>-43.9869699613</ns0:v>
                </ns0:pt>
                <ns0:pt idx="1079">
                  <ns0:v>-41.652087817</ns0:v>
                </ns0:pt>
                <ns0:pt idx="1080">
                  <ns0:v>-24.9658707259</ns0:v>
                </ns0:pt>
                <ns0:pt idx="1081">
                  <ns0:v>-13.3502615755</ns0:v>
                </ns0:pt>
                <ns0:pt idx="1082">
                  <ns0:v>-5.81324107858</ns0:v>
                </ns0:pt>
                <ns0:pt idx="1083">
                  <ns0:v>3.16572988646</ns0:v>
                </ns0:pt>
                <ns0:pt idx="1084">
                  <ns0:v>10.1766338669</ns0:v>
                </ns0:pt>
                <ns0:pt idx="1085">
                  <ns0:v>22.6161127623</ns0:v>
                </ns0:pt>
                <ns0:pt idx="1086">
                  <ns0:v>49.7500692613</ns0:v>
                </ns0:pt>
                <ns0:pt idx="1087">
                  <ns0:v>71.5176944163</ns0:v>
                </ns0:pt>
                <ns0:pt idx="1088">
                  <ns0:v>64.7749641264</ns0:v>
                </ns0:pt>
                <ns0:pt idx="1089">
                  <ns0:v>29.743400889</ns0:v>
                </ns0:pt>
                <ns0:pt idx="1090">
                  <ns0:v>-14.7689070664</ns0:v>
                </ns0:pt>
                <ns0:pt idx="1091">
                  <ns0:v>-63.1780379895</ns0:v>
                </ns0:pt>
                <ns0:pt idx="1092">
                  <ns0:v>-109.593012112</ns0:v>
                </ns0:pt>
                <ns0:pt idx="1093">
                  <ns0:v>-120.21572418</ns0:v>
                </ns0:pt>
                <ns0:pt idx="1094">
                  <ns0:v>-71.6329908031</ns0:v>
                </ns0:pt>
                <ns0:pt idx="1095">
                  <ns0:v>10.4452309744</ns0:v>
                </ns0:pt>
                <ns0:pt idx="1096">
                  <ns0:v>77.4998694524</ns0:v>
                </ns0:pt>
                <ns0:pt idx="1097">
                  <ns0:v>110.392357321</ns0:v>
                </ns0:pt>
                <ns0:pt idx="1098">
                  <ns0:v>107.69821941</ns0:v>
                </ns0:pt>
                <ns0:pt idx="1099">
                  <ns0:v>60.9102086491</ns0:v>
                </ns0:pt>
                <ns0:pt idx="1100">
                  <ns0:v>-14.1266486197</ns0:v>
                </ns0:pt>
                <ns0:pt idx="1101">
                  <ns0:v>-75.469059474</ns0:v>
                </ns0:pt>
                <ns0:pt idx="1102">
                  <ns0:v>-92.8120224837</ns0:v>
                </ns0:pt>
                <ns0:pt idx="1103">
                  <ns0:v>-66.5205730681</ns0:v>
                </ns0:pt>
                <ns0:pt idx="1104">
                  <ns0:v>-14.2750917953</ns0:v>
                </ns0:pt>
                <ns0:pt idx="1105">
                  <ns0:v>39.7555122495</ns0:v>
                </ns0:pt>
                <ns0:pt idx="1106">
                  <ns0:v>76.1153531401</ns0:v>
                </ns0:pt>
                <ns0:pt idx="1107">
                  <ns0:v>87.1624960311</ns0:v>
                </ns0:pt>
                <ns0:pt idx="1108">
                  <ns0:v>67.098250339</ns0:v>
                </ns0:pt>
                <ns0:pt idx="1109">
                  <ns0:v>21.3495621766</ns0:v>
                </ns0:pt>
                <ns0:pt idx="1110">
                  <ns0:v>-25.1360790431</ns0:v>
                </ns0:pt>
                <ns0:pt idx="1111">
                  <ns0:v>-50.9745807318</ns0:v>
                </ns0:pt>
                <ns0:pt idx="1112">
                  <ns0:v>-54.1602376941</ns0:v>
                </ns0:pt>
                <ns0:pt idx="1113">
                  <ns0:v>-38.806785247</ns0:v>
                </ns0:pt>
                <ns0:pt idx="1114">
                  <ns0:v>-11.1974895746</ns0:v>
                </ns0:pt>
                <ns0:pt idx="1115">
                  <ns0:v>14.6003452721</ns0:v>
                </ns0:pt>
                <ns0:pt idx="1116">
                  <ns0:v>26.9063775782</ns0:v>
                </ns0:pt>
                <ns0:pt idx="1117">
                  <ns0:v>21.180087535</ns0:v>
                </ns0:pt>
                <ns0:pt idx="1118">
                  <ns0:v>1.06278799424</ns0:v>
                </ns0:pt>
                <ns0:pt idx="1119">
                  <ns0:v>-13.8129478666</ns0:v>
                </ns0:pt>
                <ns0:pt idx="1120">
                  <ns0:v>-6.97010196531</ns0:v>
                </ns0:pt>
                <ns0:pt idx="1121">
                  <ns0:v>11.3501788645</ns0:v>
                </ns0:pt>
                <ns0:pt idx="1122">
                  <ns0:v>24.3363627064</ns0:v>
                </ns0:pt>
                <ns0:pt idx="1123">
                  <ns0:v>32.2368182515</ns0:v>
                </ns0:pt>
                <ns0:pt idx="1124">
                  <ns0:v>35.6005435177</ns0:v>
                </ns0:pt>
                <ns0:pt idx="1125">
                  <ns0:v>21.0869384362</ns0:v>
                </ns0:pt>
                <ns0:pt idx="1126">
                  <ns0:v>-14.7841755256</ns0:v>
                </ns0:pt>
                <ns0:pt idx="1127">
                  <ns0:v>-44.6338653135</ns0:v>
                </ns0:pt>
                <ns0:pt idx="1128">
                  <ns0:v>-38.308960005</ns0:v>
                </ns0:pt>
                <ns0:pt idx="1129">
                  <ns0:v>-3.45437173252</ns0:v>
                </ns0:pt>
                <ns0:pt idx="1130">
                  <ns0:v>33.2241997975</ns0:v>
                </ns0:pt>
                <ns0:pt idx="1131">
                  <ns0:v>54.2536580849</ns0:v>
                </ns0:pt>
                <ns0:pt idx="1132">
                  <ns0:v>42.9274865418</ns0:v>
                </ns0:pt>
                <ns0:pt idx="1133">
                  <ns0:v>-11.4486871284</ns0:v>
                </ns0:pt>
                <ns0:pt idx="1134">
                  <ns0:v>-75.9394525515</ns0:v>
                </ns0:pt>
                <ns0:pt idx="1135">
                  <ns0:v>-101.422676632</ns0:v>
                </ns0:pt>
                <ns0:pt idx="1136">
                  <ns0:v>-72.9107285186</ns0:v>
                </ns0:pt>
                <ns0:pt idx="1137">
                  <ns0:v>-16.7187000914</ns0:v>
                </ns0:pt>
                <ns0:pt idx="1138">
                  <ns0:v>35.2922987436</ns0:v>
                </ns0:pt>
                <ns0:pt idx="1139">
                  <ns0:v>58.3492826908</ns0:v>
                </ns0:pt>
                <ns0:pt idx="1140">
                  <ns0:v>47.6801473135</ns0:v>
                </ns0:pt>
                <ns0:pt idx="1141">
                  <ns0:v>22.5178891518</ns0:v>
                </ns0:pt>
                <ns0:pt idx="1142">
                  <ns0:v>-4.18964184818</ns0:v>
                </ns0:pt>
                <ns0:pt idx="1143">
                  <ns0:v>-30.4822585255</ns0:v>
                </ns0:pt>
                <ns0:pt idx="1144">
                  <ns0:v>-44.8642408595</ns0:v>
                </ns0:pt>
                <ns0:pt idx="1145">
                  <ns0:v>-36.6222560866</ns0:v>
                </ns0:pt>
                <ns0:pt idx="1146">
                  <ns0:v>-17.8846441978</ns0:v>
                </ns0:pt>
                <ns0:pt idx="1147">
                  <ns0:v>-4.48500372152</ns0:v>
                </ns0:pt>
                <ns0:pt idx="1148">
                  <ns0:v>2.25266126658</ns0:v>
                </ns0:pt>
                <ns0:pt idx="1149">
                  <ns0:v>11.0647442007</ns0:v>
                </ns0:pt>
                <ns0:pt idx="1150">
                  <ns0:v>25.7010089361</ns0:v>
                </ns0:pt>
                <ns0:pt idx="1151">
                  <ns0:v>31.1845150817</ns0:v>
                </ns0:pt>
                <ns0:pt idx="1152">
                  <ns0:v>10.313602797</ns0:v>
                </ns0:pt>
                <ns0:pt idx="1153">
                  <ns0:v>-24.9878443868</ns0:v>
                </ns0:pt>
                <ns0:pt idx="1154">
                  <ns0:v>-47.3201049856</ns0:v>
                </ns0:pt>
                <ns0:pt idx="1155">
                  <ns0:v>-44.1068509282</ns0:v>
                </ns0:pt>
                <ns0:pt idx="1156">
                  <ns0:v>-21.4465455062</ns0:v>
                </ns0:pt>
                <ns0:pt idx="1157">
                  <ns0:v>6.90052109996</ns0:v>
                </ns0:pt>
                <ns0:pt idx="1158">
                  <ns0:v>27.4386481645</ns0:v>
                </ns0:pt>
                <ns0:pt idx="1159">
                  <ns0:v>42.0725041251</ns0:v>
                </ns0:pt>
                <ns0:pt idx="1160">
                  <ns0:v>58.4028377083</ns0:v>
                </ns0:pt>
                <ns0:pt idx="1161">
                  <ns0:v>64.8469149515</ns0:v>
                </ns0:pt>
                <ns0:pt idx="1162">
                  <ns0:v>48.2271591858</ns0:v>
                </ns0:pt>
                <ns0:pt idx="1163">
                  <ns0:v>8.46374955369</ns0:v>
                </ns0:pt>
                <ns0:pt idx="1164">
                  <ns0:v>-41.1092169129</ns0:v>
                </ns0:pt>
                <ns0:pt idx="1165">
                  <ns0:v>-76.5637283479</ns0:v>
                </ns0:pt>
                <ns0:pt idx="1166">
                  <ns0:v>-76.8744699875</ns0:v>
                </ns0:pt>
                <ns0:pt idx="1167">
                  <ns0:v>-43.8078586968</ns0:v>
                </ns0:pt>
                <ns0:pt idx="1168">
                  <ns0:v>5.93238791866</ns0:v>
                </ns0:pt>
                <ns0:pt idx="1169">
                  <ns0:v>55.5143261681</ns0:v>
                </ns0:pt>
                <ns0:pt idx="1170">
                  <ns0:v>79.9596357383</ns0:v>
                </ns0:pt>
                <ns0:pt idx="1171">
                  <ns0:v>56.0053098665</ns0:v>
                </ns0:pt>
                <ns0:pt idx="1172">
                  <ns0:v>-5.51401546843</ns0:v>
                </ns0:pt>
                <ns0:pt idx="1173">
                  <ns0:v>-63.6204386836</ns0:v>
                </ns0:pt>
                <ns0:pt idx="1174">
                  <ns0:v>-80.5764193368</ns0:v>
                </ns0:pt>
                <ns0:pt idx="1175">
                  <ns0:v>-54.2670975294</ns0:v>
                </ns0:pt>
                <ns0:pt idx="1176">
                  <ns0:v>-13.9814397975</ns0:v>
                </ns0:pt>
                <ns0:pt idx="1177">
                  <ns0:v>18.6149408538</ns0:v>
                </ns0:pt>
                <ns0:pt idx="1178">
                  <ns0:v>41.6033385199</ns0:v>
                </ns0:pt>
                <ns0:pt idx="1179">
                  <ns0:v>56.2887480005</ns0:v>
                </ns0:pt>
                <ns0:pt idx="1180">
                  <ns0:v>54.5313683764</ns0:v>
                </ns0:pt>
                <ns0:pt idx="1181">
                  <ns0:v>30.4662047747</ns0:v>
                </ns0:pt>
                <ns0:pt idx="1182">
                  <ns0:v>-16.77641425</ns0:v>
                </ns0:pt>
                <ns0:pt idx="1183">
                  <ns0:v>-73.6187539116</ns0:v>
                </ns0:pt>
                <ns0:pt idx="1184">
                  <ns0:v>-109.454869372</ns0:v>
                </ns0:pt>
                <ns0:pt idx="1185">
                  <ns0:v>-102.072103571</ns0:v>
                </ns0:pt>
                <ns0:pt idx="1186">
                  <ns0:v>-52.2675160524</ns0:v>
                </ns0:pt>
                <ns0:pt idx="1187">
                  <ns0:v>17.9171545269</ns0:v>
                </ns0:pt>
                <ns0:pt idx="1188">
                  <ns0:v>69.839476278</ns0:v>
                </ns0:pt>
                <ns0:pt idx="1189">
                  <ns0:v>71.7060587151</ns0:v>
                </ns0:pt>
                <ns0:pt idx="1190">
                  <ns0:v>32.4660893075</ns0:v>
                </ns0:pt>
                <ns0:pt idx="1191">
                  <ns0:v>-10.2008980934</ns0:v>
                </ns0:pt>
                <ns0:pt idx="1192">
                  <ns0:v>-32.0796313914</ns0:v>
                </ns0:pt>
                <ns0:pt idx="1193">
                  <ns0:v>-29.8668843789</ns0:v>
                </ns0:pt>
                <ns0:pt idx="1194">
                  <ns0:v>-13.3674119276</ns0:v>
                </ns0:pt>
                <ns0:pt idx="1195">
                  <ns0:v>5.49709308354</ns0:v>
                </ns0:pt>
                <ns0:pt idx="1196">
                  <ns0:v>24.8433700345</ns0:v>
                </ns0:pt>
                <ns0:pt idx="1197">
                  <ns0:v>39.0462320506</ns0:v>
                </ns0:pt>
                <ns0:pt idx="1198">
                  <ns0:v>35.5545217565</ns0:v>
                </ns0:pt>
                <ns0:pt idx="1199">
                  <ns0:v>26.9100042883</ns0:v>
                </ns0:pt>
                <ns0:pt idx="1200">
                  <ns0:v>30.1142756576</ns0:v>
                </ns0:pt>
                <ns0:pt idx="1201">
                  <ns0:v>29.8930649602</ns0:v>
                </ns0:pt>
                <ns0:pt idx="1202">
                  <ns0:v>9.2944519648</ns0:v>
                </ns0:pt>
                <ns0:pt idx="1203">
                  <ns0:v>-20.8493928163</ns0:v>
                </ns0:pt>
                <ns0:pt idx="1204">
                  <ns0:v>-45.795999963</ns0:v>
                </ns0:pt>
                <ns0:pt idx="1205">
                  <ns0:v>-61.1115538675</ns0:v>
                </ns0:pt>
                <ns0:pt idx="1206">
                  <ns0:v>-52.5452628719</ns0:v>
                </ns0:pt>
                <ns0:pt idx="1207">
                  <ns0:v>-16.5831781966</ns0:v>
                </ns0:pt>
                <ns0:pt idx="1208">
                  <ns0:v>20.394646021</ns0:v>
                </ns0:pt>
                <ns0:pt idx="1209">
                  <ns0:v>36.5744158165</ns0:v>
                </ns0:pt>
                <ns0:pt idx="1210">
                  <ns0:v>31.6869917077</ns0:v>
                </ns0:pt>
                <ns0:pt idx="1211">
                  <ns0:v>15.5300841634</ns0:v>
                </ns0:pt>
                <ns0:pt idx="1212">
                  <ns0:v>3.36738969853</ns0:v>
                </ns0:pt>
                <ns0:pt idx="1213">
                  <ns0:v>1.2702589479</ns0:v>
                </ns0:pt>
                <ns0:pt idx="1214">
                  <ns0:v>-1.8934450298</ns0:v>
                </ns0:pt>
                <ns0:pt idx="1215">
                  <ns0:v>-13.2896847463</ns0:v>
                </ns0:pt>
                <ns0:pt idx="1216">
                  <ns0:v>-25.5495971262</ns0:v>
                </ns0:pt>
                <ns0:pt idx="1217">
                  <ns0:v>-35.2274976462</ns0:v>
                </ns0:pt>
                <ns0:pt idx="1218">
                  <ns0:v>-37.4025634983</ns0:v>
                </ns0:pt>
                <ns0:pt idx="1219">
                  <ns0:v>-21.6864774754</ns0:v>
                </ns0:pt>
                <ns0:pt idx="1220">
                  <ns0:v>8.99124484176</ns0:v>
                </ns0:pt>
                <ns0:pt idx="1221">
                  <ns0:v>39.4902453116</ns0:v>
                </ns0:pt>
                <ns0:pt idx="1222">
                  <ns0:v>57.1623367611</ns0:v>
                </ns0:pt>
                <ns0:pt idx="1223">
                  <ns0:v>50.3167086717</ns0:v>
                </ns0:pt>
                <ns0:pt idx="1224">
                  <ns0:v>18.5003804777</ns0:v>
                </ns0:pt>
                <ns0:pt idx="1225">
                  <ns0:v>-20.9055673184</ns0:v>
                </ns0:pt>
                <ns0:pt idx="1226">
                  <ns0:v>-56.1078260791</ns0:v>
                </ns0:pt>
                <ns0:pt idx="1227">
                  <ns0:v>-79.7109142456</ns0:v>
                </ns0:pt>
                <ns0:pt idx="1228">
                  <ns0:v>-74.7496557305</ns0:v>
                </ns0:pt>
                <ns0:pt idx="1229">
                  <ns0:v>-40.436081272</ns0:v>
                </ns0:pt>
                <ns0:pt idx="1230">
                  <ns0:v>0.509006159613</ns0:v>
                </ns0:pt>
                <ns0:pt idx="1231">
                  <ns0:v>32.9501778613</ns0:v>
                </ns0:pt>
                <ns0:pt idx="1232">
                  <ns0:v>52.4771094265</ns0:v>
                </ns0:pt>
                <ns0:pt idx="1233">
                  <ns0:v>50.4685591079</ns0:v>
                </ns0:pt>
                <ns0:pt idx="1234">
                  <ns0:v>29.4411408295</ns0:v>
                </ns0:pt>
                <ns0:pt idx="1235">
                  <ns0:v>7.41896027114</ns0:v>
                </ns0:pt>
                <ns0:pt idx="1236">
                  <ns0:v>-5.45653032563</ns0:v>
                </ns0:pt>
                <ns0:pt idx="1237">
                  <ns0:v>-2.98171360962</ns0:v>
                </ns0:pt>
                <ns0:pt idx="1238">
                  <ns0:v>19.1954299026</ns0:v>
                </ns0:pt>
                <ns0:pt idx="1239">
                  <ns0:v>44.4164276596</ns0:v>
                </ns0:pt>
                <ns0:pt idx="1240">
                  <ns0:v>45.3134699437</ns0:v>
                </ns0:pt>
                <ns0:pt idx="1241">
                  <ns0:v>13.7856392341</ns0:v>
                </ns0:pt>
                <ns0:pt idx="1242">
                  <ns0:v>-30.6042198662</ns0:v>
                </ns0:pt>
                <ns0:pt idx="1243">
                  <ns0:v>-61.0214352715</ns0:v>
                </ns0:pt>
                <ns0:pt idx="1244">
                  <ns0:v>-60.4021090509</ns0:v>
                </ns0:pt>
                <ns0:pt idx="1245">
                  <ns0:v>-31.8738297073</ns0:v>
                </ns0:pt>
                <ns0:pt idx="1246">
                  <ns0:v>6.56047546065</ns0:v>
                </ns0:pt>
                <ns0:pt idx="1247">
                  <ns0:v>36.7601671583</ns0:v>
                </ns0:pt>
                <ns0:pt idx="1248">
                  <ns0:v>49.0992519615</ns0:v>
                </ns0:pt>
                <ns0:pt idx="1249">
                  <ns0:v>43.029685007</ns0:v>
                </ns0:pt>
                <ns0:pt idx="1250">
                  <ns0:v>18.8652683731</ns0:v>
                </ns0:pt>
                <ns0:pt idx="1251">
                  <ns0:v>-22.6408935862</ns0:v>
                </ns0:pt>
                <ns0:pt idx="1252">
                  <ns0:v>-63.8872167278</ns0:v>
                </ns0:pt>
                <ns0:pt idx="1253">
                  <ns0:v>-79.1889829492</ns0:v>
                </ns0:pt>
                <ns0:pt idx="1254">
                  <ns0:v>-62.3979465712</ns0:v>
                </ns0:pt>
                <ns0:pt idx="1255">
                  <ns0:v>-25.2302334935</ns0:v>
                </ns0:pt>
                <ns0:pt idx="1256">
                  <ns0:v>19.3109492481</ns0:v>
                </ns0:pt>
                <ns0:pt idx="1257">
                  <ns0:v>55.5330236982</ns0:v>
                </ns0:pt>
                <ns0:pt idx="1258">
                  <ns0:v>71.2167533832</ns0:v>
                </ns0:pt>
                <ns0:pt idx="1259">
                  <ns0:v>68.2627266893</ns0:v>
                </ns0:pt>
                <ns0:pt idx="1260">
                  <ns0:v>49.7509734527</ns0:v>
                </ns0:pt>
                <ns0:pt idx="1261">
                  <ns0:v>24.5987463691</ns0:v>
                </ns0:pt>
                <ns0:pt idx="1262">
                  <ns0:v>12.1188888248</ns0:v>
                </ns0:pt>
                <ns0:pt idx="1263">
                  <ns0:v>14.2291527764</ns0:v>
                </ns0:pt>
                <ns0:pt idx="1264">
                  <ns0:v>16.8724382626</ns0:v>
                </ns0:pt>
                <ns0:pt idx="1265">
                  <ns0:v>15.6034625443</ns0:v>
                </ns0:pt>
                <ns0:pt idx="1266">
                  <ns0:v>21.2440530496</ns0:v>
                </ns0:pt>
                <ns0:pt idx="1267">
                  <ns0:v>32.1566803506</ns0:v>
                </ns0:pt>
                <ns0:pt idx="1268">
                  <ns0:v>37.3320129897</ns0:v>
                </ns0:pt>
                <ns0:pt idx="1269">
                  <ns0:v>26.0953052475</ns0:v>
                </ns0:pt>
                <ns0:pt idx="1270">
                  <ns0:v>-5.23949491021</ns0:v>
                </ns0:pt>
                <ns0:pt idx="1271">
                  <ns0:v>-36.7036968468</ns0:v>
                </ns0:pt>
                <ns0:pt idx="1272">
                  <ns0:v>-41.178754638</ns0:v>
                </ns0:pt>
                <ns0:pt idx="1273">
                  <ns0:v>-21.8610067826</ns0:v>
                </ns0:pt>
                <ns0:pt idx="1274">
                  <ns0:v>1.56020391252</ns0:v>
                </ns0:pt>
                <ns0:pt idx="1275">
                  <ns0:v>17.6879716964</ns0:v>
                </ns0:pt>
                <ns0:pt idx="1276">
                  <ns0:v>13.3669798309</ns0:v>
                </ns0:pt>
                <ns0:pt idx="1277">
                  <ns0:v>-12.8383142827</ns0:v>
                </ns0:pt>
                <ns0:pt idx="1278">
                  <ns0:v>-37.8735107324</ns0:v>
                </ns0:pt>
                <ns0:pt idx="1279">
                  <ns0:v>-44.4140875018</ns0:v>
                </ns0:pt>
                <ns0:pt idx="1280">
                  <ns0:v>-43.672469467</ns0:v>
                </ns0:pt>
                <ns0:pt idx="1281">
                  <ns0:v>-42.8622266599</ns0:v>
                </ns0:pt>
                <ns0:pt idx="1282">
                  <ns0:v>-38.8758460332</ns0:v>
                </ns0:pt>
                <ns0:pt idx="1283">
                  <ns0:v>-30.1668779761</ns0:v>
                </ns0:pt>
                <ns0:pt idx="1284">
                  <ns0:v>-12.6044559402</ns0:v>
                </ns0:pt>
                <ns0:pt idx="1285">
                  <ns0:v>11.587650685</ns0:v>
                </ns0:pt>
                <ns0:pt idx="1286">
                  <ns0:v>19.1268252402</ns0:v>
                </ns0:pt>
                <ns0:pt idx="1287">
                  <ns0:v>0.818674790301</ns0:v>
                </ns0:pt>
                <ns0:pt idx="1288">
                  <ns0:v>-20.3669652384</ns0:v>
                </ns0:pt>
                <ns0:pt idx="1289">
                  <ns0:v>-20.4669415959</ns0:v>
                </ns0:pt>
                <ns0:pt idx="1290">
                  <ns0:v>-5.6906134143</ns0:v>
                </ns0:pt>
                <ns0:pt idx="1291">
                  <ns0:v>7.84761387434</ns0:v>
                </ns0:pt>
                <ns0:pt idx="1292">
                  <ns0:v>18.8735384048</ns0:v>
                </ns0:pt>
                <ns0:pt idx="1293">
                  <ns0:v>29.543423435</ns0:v>
                </ns0:pt>
                <ns0:pt idx="1294">
                  <ns0:v>28.6774686693</ns0:v>
                </ns0:pt>
                <ns0:pt idx="1295">
                  <ns0:v>7.59201432065</ns0:v>
                </ns0:pt>
                <ns0:pt idx="1296">
                  <ns0:v>-21.6150101648</ns0:v>
                </ns0:pt>
                <ns0:pt idx="1297">
                  <ns0:v>-41.4148021256</ns0:v>
                </ns0:pt>
                <ns0:pt idx="1298">
                  <ns0:v>-45.9766891487</ns0:v>
                </ns0:pt>
                <ns0:pt idx="1299">
                  <ns0:v>-31.4285332031</ns0:v>
                </ns0:pt>
                <ns0:pt idx="1300">
                  <ns0:v>9.18985582281</ns0:v>
                </ns0:pt>
                <ns0:pt idx="1301">
                  <ns0:v>61.4118807696</ns0:v>
                </ns0:pt>
                <ns0:pt idx="1302">
                  <ns0:v>88.5366496525</ns0:v>
                </ns0:pt>
                <ns0:pt idx="1303">
                  <ns0:v>64.5996026827</ns0:v>
                </ns0:pt>
                <ns0:pt idx="1304">
                  <ns0:v>8.11473644794</ns0:v>
                </ns0:pt>
                <ns0:pt idx="1305">
                  <ns0:v>-40.426551248</ns0:v>
                </ns0:pt>
                <ns0:pt idx="1306">
                  <ns0:v>-65.4653333753</ns0:v>
                </ns0:pt>
                <ns0:pt idx="1307">
                  <ns0:v>-69.0693827091</ns0:v>
                </ns0:pt>
                <ns0:pt idx="1308">
                  <ns0:v>-40.1361376718</ns0:v>
                </ns0:pt>
                <ns0:pt idx="1309">
                  <ns0:v>17.4985741314</ns0:v>
                </ns0:pt>
                <ns0:pt idx="1310">
                  <ns0:v>64.7891147086</ns0:v>
                </ns0:pt>
                <ns0:pt idx="1311">
                  <ns0:v>75.1460458733</ns0:v>
                </ns0:pt>
                <ns0:pt idx="1312">
                  <ns0:v>54.5219910658</ns0:v>
                </ns0:pt>
                <ns0:pt idx="1313">
                  <ns0:v>11.5324059058</ns0:v>
                </ns0:pt>
                <ns0:pt idx="1314">
                  <ns0:v>-40.9459076883</ns0:v>
                </ns0:pt>
                <ns0:pt idx="1315">
                  <ns0:v>-71.8049756168</ns0:v>
                </ns0:pt>
                <ns0:pt idx="1316">
                  <ns0:v>-60.6039745669</ns0:v>
                </ns0:pt>
                <ns0:pt idx="1317">
                  <ns0:v>-16.580920487</ns0:v>
                </ns0:pt>
                <ns0:pt idx="1318">
                  <ns0:v>38.8221856038</ns0:v>
                </ns0:pt>
                <ns0:pt idx="1319">
                  <ns0:v>79.317231816</ns0:v>
                </ns0:pt>
                <ns0:pt idx="1320">
                  <ns0:v>86.9451521996</ns0:v>
                </ns0:pt>
                <ns0:pt idx="1321">
                  <ns0:v>64.4890179719</ns0:v>
                </ns0:pt>
                <ns0:pt idx="1322">
                  <ns0:v>19.7373031993</ns0:v>
                </ns0:pt>
                <ns0:pt idx="1323">
                  <ns0:v>-33.4579910367</ns0:v>
                </ns0:pt>
                <ns0:pt idx="1324">
                  <ns0:v>-64.9085778409</ns0:v>
                </ns0:pt>
                <ns0:pt idx="1325">
                  <ns0:v>-56.9371702969</ns0:v>
                </ns0:pt>
                <ns0:pt idx="1326">
                  <ns0:v>-27.5011426511</ns0:v>
                </ns0:pt>
                <ns0:pt idx="1327">
                  <ns0:v>2.7946758402</ns0:v>
                </ns0:pt>
                <ns0:pt idx="1328">
                  <ns0:v>23.0987792071</ns0:v>
                </ns0:pt>
                <ns0:pt idx="1329">
                  <ns0:v>19.7221459139</ns0:v>
                </ns0:pt>
                <ns0:pt idx="1330">
                  <ns0:v>-5.00421101167</ns0:v>
                </ns0:pt>
                <ns0:pt idx="1331">
                  <ns0:v>-25.4877649572</ns0:v>
                </ns0:pt>
                <ns0:pt idx="1332">
                  <ns0:v>-20.6829578056</ns0:v>
                </ns0:pt>
                <ns0:pt idx="1333">
                  <ns0:v>6.02700011972</ns0:v>
                </ns0:pt>
                <ns0:pt idx="1334">
                  <ns0:v>41.4106715847</ns0:v>
                </ns0:pt>
                <ns0:pt idx="1335">
                  <ns0:v>72.8898483978</ns0:v>
                </ns0:pt>
                <ns0:pt idx="1336">
                  <ns0:v>84.4919216353</ns0:v>
                </ns0:pt>
                <ns0:pt idx="1337">
                  <ns0:v>56.7342708919</ns0:v>
                </ns0:pt>
                <ns0:pt idx="1338">
                  <ns0:v>-12.7693966132</ns0:v>
                </ns0:pt>
                <ns0:pt idx="1339">
                  <ns0:v>-81.6052132364</ns0:v>
                </ns0:pt>
                <ns0:pt idx="1340">
                  <ns0:v>-96.3429835015</ns0:v>
                </ns0:pt>
                <ns0:pt idx="1341">
                  <ns0:v>-53.5212919482</ns0:v>
                </ns0:pt>
                <ns0:pt idx="1342">
                  <ns0:v>9.26619098488</ns0:v>
                </ns0:pt>
                <ns0:pt idx="1343">
                  <ns0:v>54.4097353774</ns0:v>
                </ns0:pt>
                <ns0:pt idx="1344">
                  <ns0:v>59.8734655894</ns0:v>
                </ns0:pt>
                <ns0:pt idx="1345">
                  <ns0:v>32.3630489535</ns0:v>
                </ns0:pt>
                <ns0:pt idx="1346">
                  <ns0:v>4.92596778081</ns0:v>
                </ns0:pt>
                <ns0:pt idx="1347">
                  <ns0:v>-8.53990281492</ns0:v>
                </ns0:pt>
                <ns0:pt idx="1348">
                  <ns0:v>-13.9233656505</ns0:v>
                </ns0:pt>
                <ns0:pt idx="1349">
                  <ns0:v>-13.6938142369</ns0:v>
                </ns0:pt>
                <ns0:pt idx="1350">
                  <ns0:v>-7.67040000126</ns0:v>
                </ns0:pt>
                <ns0:pt idx="1351">
                  <ns0:v>-3.39664102881</ns0:v>
                </ns0:pt>
                <ns0:pt idx="1352">
                  <ns0:v>0.86119387452</ns0:v>
                </ns0:pt>
                <ns0:pt idx="1353">
                  <ns0:v>12.815444666</ns0:v>
                </ns0:pt>
                <ns0:pt idx="1354">
                  <ns0:v>23.8457111008</ns0:v>
                </ns0:pt>
                <ns0:pt idx="1355">
                  <ns0:v>19.5812881823</ns0:v>
                </ns0:pt>
                <ns0:pt idx="1356">
                  <ns0:v>-1.57707298788</ns0:v>
                </ns0:pt>
                <ns0:pt idx="1357">
                  <ns0:v>-26.3575587054</ns0:v>
                </ns0:pt>
                <ns0:pt idx="1358">
                  <ns0:v>-32.1011376712</ns0:v>
                </ns0:pt>
                <ns0:pt idx="1359">
                  <ns0:v>-12.2311733893</ns0:v>
                </ns0:pt>
                <ns0:pt idx="1360">
                  <ns0:v>8.26560244184</ns0:v>
                </ns0:pt>
                <ns0:pt idx="1361">
                  <ns0:v>5.08472643062</ns0:v>
                </ns0:pt>
                <ns0:pt idx="1362">
                  <ns0:v>-14.7503545291</ns0:v>
                </ns0:pt>
                <ns0:pt idx="1363">
                  <ns0:v>-32.8786447514</ns0:v>
                </ns0:pt>
                <ns0:pt idx="1364">
                  <ns0:v>-35.7941874385</ns0:v>
                </ns0:pt>
                <ns0:pt idx="1365">
                  <ns0:v>-22.2602249369</ns0:v>
                </ns0:pt>
                <ns0:pt idx="1366">
                  <ns0:v>-5.45296373589</ns0:v>
                </ns0:pt>
                <ns0:pt idx="1367">
                  <ns0:v>0.59924277969</ns0:v>
                </ns0:pt>
                <ns0:pt idx="1368">
                  <ns0:v>-4.56105615009</ns0:v>
                </ns0:pt>
                <ns0:pt idx="1369">
                  <ns0:v>-15.9177655209</ns0:v>
                </ns0:pt>
                <ns0:pt idx="1370">
                  <ns0:v>-28.920260305</ns0:v>
                </ns0:pt>
                <ns0:pt idx="1371">
                  <ns0:v>-32.9903357994</ns0:v>
                </ns0:pt>
                <ns0:pt idx="1372">
                  <ns0:v>-18.6392884752</ns0:v>
                </ns0:pt>
                <ns0:pt idx="1373">
                  <ns0:v>5.94195123882</ns0:v>
                </ns0:pt>
                <ns0:pt idx="1374">
                  <ns0:v>25.321003065</ns0:v>
                </ns0:pt>
                <ns0:pt idx="1375">
                  <ns0:v>33.945555342</ns0:v>
                </ns0:pt>
                <ns0:pt idx="1376">
                  <ns0:v>31.3863519389</ns0:v>
                </ns0:pt>
                <ns0:pt idx="1377">
                  <ns0:v>19.4648819703</ns0:v>
                </ns0:pt>
                <ns0:pt idx="1378">
                  <ns0:v>11.0438450508</ns0:v>
                </ns0:pt>
                <ns0:pt idx="1379">
                  <ns0:v>17.0000705689</ns0:v>
                </ns0:pt>
                <ns0:pt idx="1380">
                  <ns0:v>28.7947352277</ns0:v>
                </ns0:pt>
                <ns0:pt idx="1381">
                  <ns0:v>29.6211301778</ns0:v>
                </ns0:pt>
                <ns0:pt idx="1382">
                  <ns0:v>10.964084063</ns0:v>
                </ns0:pt>
                <ns0:pt idx="1383">
                  <ns0:v>-17.3600243593</ns0:v>
                </ns0:pt>
                <ns0:pt idx="1384">
                  <ns0:v>-33.8186407853</ns0:v>
                </ns0:pt>
                <ns0:pt idx="1385">
                  <ns0:v>-21.1792243096</ns0:v>
                </ns0:pt>
                <ns0:pt idx="1386">
                  <ns0:v>15.0926668882</ns0:v>
                </ns0:pt>
                <ns0:pt idx="1387">
                  <ns0:v>51.0915862801</ns0:v>
                </ns0:pt>
                <ns0:pt idx="1388">
                  <ns0:v>61.1287123837</ns0:v>
                </ns0:pt>
                <ns0:pt idx="1389">
                  <ns0:v>35.1537648175</ns0:v>
                </ns0:pt>
                <ns0:pt idx="1390">
                  <ns0:v>-11.5220440358</ns0:v>
                </ns0:pt>
                <ns0:pt idx="1391">
                  <ns0:v>-50.1960489446</ns0:v>
                </ns0:pt>
                <ns0:pt idx="1392">
                  <ns0:v>-62.4345286829</ns0:v>
                </ns0:pt>
                <ns0:pt idx="1393">
                  <ns0:v>-47.2566581984</ns0:v>
                </ns0:pt>
                <ns0:pt idx="1394">
                  <ns0:v>-11.9257365546</ns0:v>
                </ns0:pt>
                <ns0:pt idx="1395">
                  <ns0:v>22.3269932752</ns0:v>
                </ns0:pt>
                <ns0:pt idx="1396">
                  <ns0:v>26.5221736897</ns0:v>
                </ns0:pt>
                <ns0:pt idx="1397">
                  <ns0:v>4.70439936015</ns0:v>
                </ns0:pt>
                <ns0:pt idx="1398">
                  <ns0:v>-5.19371472284</ns0:v>
                </ns0:pt>
                <ns0:pt idx="1399">
                  <ns0:v>11.4559211173</ns0:v>
                </ns0:pt>
                <ns0:pt idx="1400">
                  <ns0:v>31.1917540241</ns0:v>
                </ns0:pt>
                <ns0:pt idx="1401">
                  <ns0:v>30.0255760021</ns0:v>
                </ns0:pt>
                <ns0:pt idx="1402">
                  <ns0:v>6.22350968927</ns0:v>
                </ns0:pt>
                <ns0:pt idx="1403">
                  <ns0:v>-25.721052012</ns0:v>
                </ns0:pt>
                <ns0:pt idx="1404">
                  <ns0:v>-44.2623438954</ns0:v>
                </ns0:pt>
                <ns0:pt idx="1405">
                  <ns0:v>-34.1869387767</ns0:v>
                </ns0:pt>
                <ns0:pt idx="1406">
                  <ns0:v>-8.23590934039</ns0:v>
                </ns0:pt>
                <ns0:pt idx="1407">
                  <ns0:v>8.28020963417</ns0:v>
                </ns0:pt>
                <ns0:pt idx="1408">
                  <ns0:v>12.4357981326</ns0:v>
                </ns0:pt>
                <ns0:pt idx="1409">
                  <ns0:v>15.530326276</ns0:v>
                </ns0:pt>
                <ns0:pt idx="1410">
                  <ns0:v>17.423880562</ns0:v>
                </ns0:pt>
                <ns0:pt idx="1411">
                  <ns0:v>17.6255309407</ns0:v>
                </ns0:pt>
                <ns0:pt idx="1412">
                  <ns0:v>24.9828585507</ns0:v>
                </ns0:pt>
                <ns0:pt idx="1413">
                  <ns0:v>32.0228972952</ns0:v>
                </ns0:pt>
                <ns0:pt idx="1414">
                  <ns0:v>23.0058595752</ns0:v>
                </ns0:pt>
                <ns0:pt idx="1415">
                  <ns0:v>3.33435379328</ns0:v>
                </ns0:pt>
                <ns0:pt idx="1416">
                  <ns0:v>-10.3573592628</ns0:v>
                </ns0:pt>
                <ns0:pt idx="1417">
                  <ns0:v>-18.5536429789</ns0:v>
                </ns0:pt>
                <ns0:pt idx="1418">
                  <ns0:v>-19.8300626914</ns0:v>
                </ns0:pt>
                <ns0:pt idx="1419">
                  <ns0:v>-1.97988020737</ns0:v>
                </ns0:pt>
                <ns0:pt idx="1420">
                  <ns0:v>24.3674748798</ns0:v>
                </ns0:pt>
                <ns0:pt idx="1421">
                  <ns0:v>36.1970444782</ns0:v>
                </ns0:pt>
                <ns0:pt idx="1422">
                  <ns0:v>32.6688625353</ns0:v>
                </ns0:pt>
                <ns0:pt idx="1423">
                  <ns0:v>24.3396659612</ns0:v>
                </ns0:pt>
                <ns0:pt idx="1424">
                  <ns0:v>8.98548533993</ns0:v>
                </ns0:pt>
                <ns0:pt idx="1425">
                  <ns0:v>-17.6630505383</ns0:v>
                </ns0:pt>
                <ns0:pt idx="1426">
                  <ns0:v>-48.9694865691</ns0:v>
                </ns0:pt>
                <ns0:pt idx="1427">
                  <ns0:v>-71.9457222278</ns0:v>
                </ns0:pt>
                <ns0:pt idx="1428">
                  <ns0:v>-75.7889352858</ns0:v>
                </ns0:pt>
                <ns0:pt idx="1429">
                  <ns0:v>-60.1619594892</ns0:v>
                </ns0:pt>
                <ns0:pt idx="1430">
                  <ns0:v>-32.1887083627</ns0:v>
                </ns0:pt>
                <ns0:pt idx="1431">
                  <ns0:v>2.4080590316</ns0:v>
                </ns0:pt>
                <ns0:pt idx="1432">
                  <ns0:v>38.09880904</ns0:v>
                </ns0:pt>
                <ns0:pt idx="1433">
                  <ns0:v>61.7927971539</ns0:v>
                </ns0:pt>
                <ns0:pt idx="1434">
                  <ns0:v>61.768506122</ns0:v>
                </ns0:pt>
                <ns0:pt idx="1435">
                  <ns0:v>37.2503762942</ns0:v>
                </ns0:pt>
                <ns0:pt idx="1436">
                  <ns0:v>-4.68058220715</ns0:v>
                </ns0:pt>
                <ns0:pt idx="1437">
                  <ns0:v>-50.314480692</ns0:v>
                </ns0:pt>
                <ns0:pt idx="1438">
                  <ns0:v>-79.8924270007</ns0:v>
                </ns0:pt>
                <ns0:pt idx="1439">
                  <ns0:v>-78.8209679349</ns0:v>
                </ns0:pt>
                <ns0:pt idx="1440">
                  <ns0:v>-45.2386442666</ns0:v>
                </ns0:pt>
                <ns0:pt idx="1441">
                  <ns0:v>9.95554866596</ns0:v>
                </ns0:pt>
                <ns0:pt idx="1442">
                  <ns0:v>64.7898311777</ns0:v>
                </ns0:pt>
                <ns0:pt idx="1443">
                  <ns0:v>92.6432119346</ns0:v>
                </ns0:pt>
                <ns0:pt idx="1444">
                  <ns0:v>78.6142207034</ns0:v>
                </ns0:pt>
                <ns0:pt idx="1445">
                  <ns0:v>31.4743894267</ns0:v>
                </ns0:pt>
                <ns0:pt idx="1446">
                  <ns0:v>-25.4813085939</ns0:v>
                </ns0:pt>
                <ns0:pt idx="1447">
                  <ns0:v>-72.2609819731</ns0:v>
                </ns0:pt>
                <ns0:pt idx="1448">
                  <ns0:v>-93.0562153472</ns0:v>
                </ns0:pt>
                <ns0:pt idx="1449">
                  <ns0:v>-73.8426252066</ns0:v>
                </ns0:pt>
                <ns0:pt idx="1450">
                  <ns0:v>-18.3497035023</ns0:v>
                </ns0:pt>
                <ns0:pt idx="1451">
                  <ns0:v>46.735853277</ns0:v>
                </ns0:pt>
                <ns0:pt idx="1452">
                  <ns0:v>90.7582583355</ns0:v>
                </ns0:pt>
                <ns0:pt idx="1453">
                  <ns0:v>93.2894720392</ns0:v>
                </ns0:pt>
                <ns0:pt idx="1454">
                  <ns0:v>50.2495326113</ns0:v>
                </ns0:pt>
                <ns0:pt idx="1455">
                  <ns0:v>-19.7087947948</ns0:v>
                </ns0:pt>
                <ns0:pt idx="1456">
                  <ns0:v>-80.8880958106</ns0:v>
                </ns0:pt>
                <ns0:pt idx="1457">
                  <ns0:v>-94.9950793364</ns0:v>
                </ns0:pt>
                <ns0:pt idx="1458">
                  <ns0:v>-48.5503004219</ns0:v>
                </ns0:pt>
                <ns0:pt idx="1459">
                  <ns0:v>26.4646637606</ns0:v>
                </ns0:pt>
                <ns0:pt idx="1460">
                  <ns0:v>76.6593458161</ns0:v>
                </ns0:pt>
                <ns0:pt idx="1461">
                  <ns0:v>80.1415389235</ns0:v>
                </ns0:pt>
                <ns0:pt idx="1462">
                  <ns0:v>56.257775455</ns0:v>
                </ns0:pt>
                <ns0:pt idx="1463">
                  <ns0:v>21.5568800764</ns0:v>
                </ns0:pt>
                <ns0:pt idx="1464">
                  <ns0:v>-16.6503967061</ns0:v>
                </ns0:pt>
                <ns0:pt idx="1465">
                  <ns0:v>-41.5094446985</ns0:v>
                </ns0:pt>
                <ns0:pt idx="1466">
                  <ns0:v>-35.1530148689</ns0:v>
                </ns0:pt>
                <ns0:pt idx="1467">
                  <ns0:v>-0.933444606961</ns0:v>
                </ns0:pt>
                <ns0:pt idx="1468">
                  <ns0:v>39.2373963911</ns0:v>
                </ns0:pt>
                <ns0:pt idx="1469">
                  <ns0:v>56.7412099111</ns0:v>
                </ns0:pt>
                <ns0:pt idx="1470">
                  <ns0:v>41.2233906912</ns0:v>
                </ns0:pt>
                <ns0:pt idx="1471">
                  <ns0:v>15.8879664765</ns0:v>
                </ns0:pt>
                <ns0:pt idx="1472">
                  <ns0:v>-0.972313119696</ns0:v>
                </ns0:pt>
                <ns0:pt idx="1473">
                  <ns0:v>-13.8434977172</ns0:v>
                </ns0:pt>
                <ns0:pt idx="1474">
                  <ns0:v>-24.225075858</ns0:v>
                </ns0:pt>
                <ns0:pt idx="1475">
                  <ns0:v>-19.0611375309</ns0:v>
                </ns0:pt>
                <ns0:pt idx="1476">
                  <ns0:v>1.1929288685</ns0:v>
                </ns0:pt>
                <ns0:pt idx="1477">
                  <ns0:v>20.1768312857</ns0:v>
                </ns0:pt>
                <ns0:pt idx="1478">
                  <ns0:v>26.5464610001</ns0:v>
                </ns0:pt>
                <ns0:pt idx="1479">
                  <ns0:v>21.7253323611</ns0:v>
                </ns0:pt>
                <ns0:pt idx="1480">
                  <ns0:v>16.9206954168</ns0:v>
                </ns0:pt>
                <ns0:pt idx="1481">
                  <ns0:v>19.2580765025</ns0:v>
                </ns0:pt>
                <ns0:pt idx="1482">
                  <ns0:v>27.3287011249</ns0:v>
                </ns0:pt>
                <ns0:pt idx="1483">
                  <ns0:v>42.3555421437</ns0:v>
                </ns0:pt>
                <ns0:pt idx="1484">
                  <ns0:v>58.6621406673</ns0:v>
                </ns0:pt>
                <ns0:pt idx="1485">
                  <ns0:v>57.9377778231</ns0:v>
                </ns0:pt>
                <ns0:pt idx="1486">
                  <ns0:v>30.9556380537</ns0:v>
                </ns0:pt>
                <ns0:pt idx="1487">
                  <ns0:v>-7.72577595023</ns0:v>
                </ns0:pt>
                <ns0:pt idx="1488">
                  <ns0:v>-38.1443525767</ns0:v>
                </ns0:pt>
                <ns0:pt idx="1489">
                  <ns0:v>-45.9527259649</ns0:v>
                </ns0:pt>
                <ns0:pt idx="1490">
                  <ns0:v>-16.0689408309</ns0:v>
                </ns0:pt>
                <ns0:pt idx="1491">
                  <ns0:v>40.8420524699</ns0:v>
                </ns0:pt>
                <ns0:pt idx="1492">
                  <ns0:v>85.0286535321</ns0:v>
                </ns0:pt>
                <ns0:pt idx="1493">
                  <ns0:v>83.4007036724</ns0:v>
                </ns0:pt>
                <ns0:pt idx="1494">
                  <ns0:v>39.3935392658</ns0:v>
                </ns0:pt>
                <ns0:pt idx="1495">
                  <ns0:v>-15.6895450293</ns0:v>
                </ns0:pt>
                <ns0:pt idx="1496">
                  <ns0:v>-54.5899957629</ns0:v>
                </ns0:pt>
                <ns0:pt idx="1497">
                  <ns0:v>-71.3364143957</ns0:v>
                </ns0:pt>
                <ns0:pt idx="1498">
                  <ns0:v>-66.6063562248</ns0:v>
                </ns0:pt>
                <ns0:pt idx="1499">
                  <ns0:v>-31.2839682544</ns0:v>
                </ns0:pt>
                <ns0:pt idx="1500">
                  <ns0:v>29.0046547501</ns0:v>
                </ns0:pt>
                <ns0:pt idx="1501">
                  <ns0:v>73.9365923761</ns0:v>
                </ns0:pt>
                <ns0:pt idx="1502">
                  <ns0:v>68.4671281135</ns0:v>
                </ns0:pt>
                <ns0:pt idx="1503">
                  <ns0:v>21.4414202687</ns0:v>
                </ns0:pt>
                <ns0:pt idx="1504">
                  <ns0:v>-33.6624762473</ns0:v>
                </ns0:pt>
                <ns0:pt idx="1505">
                  <ns0:v>-69.0679529401</ns0:v>
                </ns0:pt>
                <ns0:pt idx="1506">
                  <ns0:v>-69.1061070841</ns0:v>
                </ns0:pt>
                <ns0:pt idx="1507">
                  <ns0:v>-31.4959620733</ns0:v>
                </ns0:pt>
                <ns0:pt idx="1508">
                  <ns0:v>28.1741631904</ns0:v>
                </ns0:pt>
                <ns0:pt idx="1509">
                  <ns0:v>81.38589292</ns0:v>
                </ns0:pt>
                <ns0:pt idx="1510">
                  <ns0:v>100.599126736</ns0:v>
                </ns0:pt>
                <ns0:pt idx="1511">
                  <ns0:v>72.4826793443</ns0:v>
                </ns0:pt>
                <ns0:pt idx="1512">
                  <ns0:v>7.72580736945</ns0:v>
                </ns0:pt>
                <ns0:pt idx="1513">
                  <ns0:v>-58.962214092</ns0:v>
                </ns0:pt>
                <ns0:pt idx="1514">
                  <ns0:v>-87.4995748334</ns0:v>
                </ns0:pt>
                <ns0:pt idx="1515">
                  <ns0:v>-70.3629038979</ns0:v>
                </ns0:pt>
                <ns0:pt idx="1516">
                  <ns0:v>-39.1408991878</ns0:v>
                </ns0:pt>
                <ns0:pt idx="1517">
                  <ns0:v>-16.8864405844</ns0:v>
                </ns0:pt>
                <ns0:pt idx="1518">
                  <ns0:v>-6.9230622743</ns0:v>
                </ns0:pt>
                <ns0:pt idx="1519">
                  <ns0:v>-6.70578580694</ns0:v>
                </ns0:pt>
                <ns0:pt idx="1520">
                  <ns0:v>-7.35551159839</ns0:v>
                </ns0:pt>
                <ns0:pt idx="1521">
                  <ns0:v>1.11174141643</ns0:v>
                </ns0:pt>
                <ns0:pt idx="1522">
                  <ns0:v>14.6003788869</ns0:v>
                </ns0:pt>
                <ns0:pt idx="1523">
                  <ns0:v>24.9643557327</ns0:v>
                </ns0:pt>
                <ns0:pt idx="1524">
                  <ns0:v>32.8282823063</ns0:v>
                </ns0:pt>
                <ns0:pt idx="1525">
                  <ns0:v>35.1086089304</ns0:v>
                </ns0:pt>
                <ns0:pt idx="1526">
                  <ns0:v>24.5109000398</ns0:v>
                </ns0:pt>
                <ns0:pt idx="1527">
                  <ns0:v>3.21622380523</ns0:v>
                </ns0:pt>
                <ns0:pt idx="1528">
                  <ns0:v>-17.4485369829</ns0:v>
                </ns0:pt>
                <ns0:pt idx="1529">
                  <ns0:v>-26.1552682059</ns0:v>
                </ns0:pt>
                <ns0:pt idx="1530">
                  <ns0:v>-17.5939100842</ns0:v>
                </ns0:pt>
                <ns0:pt idx="1531">
                  <ns0:v>-1.40135276115</ns0:v>
                </ns0:pt>
                <ns0:pt idx="1532">
                  <ns0:v>8.45821271434</ns0:v>
                </ns0:pt>
                <ns0:pt idx="1533">
                  <ns0:v>17.4477168338</ns0:v>
                </ns0:pt>
                <ns0:pt idx="1534">
                  <ns0:v>31.6094618244</ns0:v>
                </ns0:pt>
                <ns0:pt idx="1535">
                  <ns0:v>31.8742242297</ns0:v>
                </ns0:pt>
                <ns0:pt idx="1536">
                  <ns0:v>2.5209622305</ns0:v>
                </ns0:pt>
                <ns0:pt idx="1537">
                  <ns0:v>-35.5268831763</ns0:v>
                </ns0:pt>
                <ns0:pt idx="1538">
                  <ns0:v>-48.0616098533</ns0:v>
                </ns0:pt>
                <ns0:pt idx="1539">
                  <ns0:v>-22.6956746364</ns0:v>
                </ns0:pt>
                <ns0:pt idx="1540">
                  <ns0:v>29.2310795549</ns0:v>
                </ns0:pt>
                <ns0:pt idx="1541">
                  <ns0:v>83.9260203218</ns0:v>
                </ns0:pt>
                <ns0:pt idx="1542">
                  <ns0:v>112.287786422</ns0:v>
                </ns0:pt>
                <ns0:pt idx="1543">
                  <ns0:v>96.8130865078</ns0:v>
                </ns0:pt>
                <ns0:pt idx="1544">
                  <ns0:v>49.1945732957</ns0:v>
                </ns0:pt>
                <ns0:pt idx="1545">
                  <ns0:v>1.00571575745</ns0:v>
                </ns0:pt>
                <ns0:pt idx="1546">
                  <ns0:v>-28.9594882676</ns0:v>
                </ns0:pt>
                <ns0:pt idx="1547">
                  <ns0:v>-42.4104817588</ns0:v>
                </ns0:pt>
                <ns0:pt idx="1548">
                  <ns0:v>-46.6575274808</ns0:v>
                </ns0:pt>
                <ns0:pt idx="1549">
                  <ns0:v>-34.2184868562</ns0:v>
                </ns0:pt>
                <ns0:pt idx="1550">
                  <ns0:v>-1.23142926805</ns0:v>
                </ns0:pt>
                <ns0:pt idx="1551">
                  <ns0:v>37.2909711401</ns0:v>
                </ns0:pt>
                <ns0:pt idx="1552">
                  <ns0:v>63.4754940388</ns0:v>
                </ns0:pt>
                <ns0:pt idx="1553">
                  <ns0:v>68.1620354838</ns0:v>
                </ns0:pt>
                <ns0:pt idx="1554">
                  <ns0:v>47.4267704302</ns0:v>
                </ns0:pt>
                <ns0:pt idx="1555">
                  <ns0:v>7.10073012901</ns0:v>
                </ns0:pt>
                <ns0:pt idx="1556">
                  <ns0:v>-33.533023657</ns0:v>
                </ns0:pt>
                <ns0:pt idx="1557">
                  <ns0:v>-53.0027787317</ns0:v>
                </ns0:pt>
                <ns0:pt idx="1558">
                  <ns0:v>-45.8632604265</ns0:v>
                </ns0:pt>
                <ns0:pt idx="1559">
                  <ns0:v>-23.6709920872</ns0:v>
                </ns0:pt>
                <ns0:pt idx="1560">
                  <ns0:v>3.20788944071</ns0:v>
                </ns0:pt>
                <ns0:pt idx="1561">
                  <ns0:v>30.7590335644</ns0:v>
                </ns0:pt>
                <ns0:pt idx="1562">
                  <ns0:v>48.444808325</ns0:v>
                </ns0:pt>
                <ns0:pt idx="1563">
                  <ns0:v>42.6042536952</ns0:v>
                </ns0:pt>
                <ns0:pt idx="1564">
                  <ns0:v>20.1313465913</ns0:v>
                </ns0:pt>
                <ns0:pt idx="1565">
                  <ns0:v>6.12694003183</ns0:v>
                </ns0:pt>
                <ns0:pt idx="1566">
                  <ns0:v>8.16550431122</ns0:v>
                </ns0:pt>
                <ns0:pt idx="1567">
                  <ns0:v>14.8007903668</ns0:v>
                </ns0:pt>
                <ns0:pt idx="1568">
                  <ns0:v>11.6437585741</ns0:v>
                </ns0:pt>
                <ns0:pt idx="1569">
                  <ns0:v>-4.01936061863</ns0:v>
                </ns0:pt>
                <ns0:pt idx="1570">
                  <ns0:v>-23.737290916</ns0:v>
                </ns0:pt>
                <ns0:pt idx="1571">
                  <ns0:v>-39.195241973</ns0:v>
                </ns0:pt>
                <ns0:pt idx="1572">
                  <ns0:v>-47.8127647942</ns0:v>
                </ns0:pt>
                <ns0:pt idx="1573">
                  <ns0:v>-49.5791672991</ns0:v>
                </ns0:pt>
                <ns0:pt idx="1574">
                  <ns0:v>-44.1009446099</ns0:v>
                </ns0:pt>
                <ns0:pt idx="1575">
                  <ns0:v>-31.8934012457</ns0:v>
                </ns0:pt>
                <ns0:pt idx="1576">
                  <ns0:v>-16.4507162457</ns0:v>
                </ns0:pt>
                <ns0:pt idx="1577">
                  <ns0:v>-4.00613106764</ns0:v>
                </ns0:pt>
                <ns0:pt idx="1578">
                  <ns0:v>2.65645421063</ns0:v>
                </ns0:pt>
                <ns0:pt idx="1579">
                  <ns0:v>9.46447469922</ns0:v>
                </ns0:pt>
                <ns0:pt idx="1580">
                  <ns0:v>18.9275926804</ns0:v>
                </ns0:pt>
                <ns0:pt idx="1581">
                  <ns0:v>18.2576438271</ns0:v>
                </ns0:pt>
                <ns0:pt idx="1582">
                  <ns0:v>-5.55030011367</ns0:v>
                </ns0:pt>
                <ns0:pt idx="1583">
                  <ns0:v>-43.6307157756</ns0:v>
                </ns0:pt>
                <ns0:pt idx="1584">
                  <ns0:v>-72.056000546</ns0:v>
                </ns0:pt>
                <ns0:pt idx="1585">
                  <ns0:v>-68.3858430674</ns0:v>
                </ns0:pt>
                <ns0:pt idx="1586">
                  <ns0:v>-32.6084196967</ns0:v>
                </ns0:pt>
                <ns0:pt idx="1587">
                  <ns0:v>5.18946987497</ns0:v>
                </ns0:pt>
                <ns0:pt idx="1588">
                  <ns0:v>20.9941616064</ns0:v>
                </ns0:pt>
                <ns0:pt idx="1589">
                  <ns0:v>17.4053518719</ns0:v>
                </ns0:pt>
                <ns0:pt idx="1590">
                  <ns0:v>8.35341995277</ns0:v>
                </ns0:pt>
                <ns0:pt idx="1591">
                  <ns0:v>5.96416080746</ns0:v>
                </ns0:pt>
                <ns0:pt idx="1592">
                  <ns0:v>21.2199280343</ns0:v>
                </ns0:pt>
                <ns0:pt idx="1593">
                  <ns0:v>46.5855410605</ns0:v>
                </ns0:pt>
                <ns0:pt idx="1594">
                  <ns0:v>55.8662649143</ns0:v>
                </ns0:pt>
                <ns0:pt idx="1595">
                  <ns0:v>27.3416549292</ns0:v>
                </ns0:pt>
                <ns0:pt idx="1596">
                  <ns0:v>-30.5662810334</ns0:v>
                </ns0:pt>
                <ns0:pt idx="1597">
                  <ns0:v>-86.4950721467</ns0:v>
                </ns0:pt>
                <ns0:pt idx="1598">
                  <ns0:v>-106.044102294</ns0:v>
                </ns0:pt>
                <ns0:pt idx="1599">
                  <ns0:v>-71.6069621589</ns0:v>
                </ns0:pt>
                <ns0:pt idx="1600">
                  <ns0:v>5.66415732869</ns0:v>
                </ns0:pt>
                <ns0:pt idx="1601">
                  <ns0:v>97.566811731</ns0:v>
                </ns0:pt>
                <ns0:pt idx="1602">
                  <ns0:v>158.191205131</ns0:v>
                </ns0:pt>
                <ns0:pt idx="1603">
                  <ns0:v>142.195825785</ns0:v>
                </ns0:pt>
                <ns0:pt idx="1604">
                  <ns0:v>52.6160295576</ns0:v>
                </ns0:pt>
                <ns0:pt idx="1605">
                  <ns0:v>-48.5813738674</ns0:v>
                </ns0:pt>
                <ns0:pt idx="1606">
                  <ns0:v>-100.682962326</ns0:v>
                </ns0:pt>
                <ns0:pt idx="1607">
                  <ns0:v>-83.6154898543</ns0:v>
                </ns0:pt>
                <ns0:pt idx="1608">
                  <ns0:v>-9.98027211259</ns0:v>
                </ns0:pt>
                <ns0:pt idx="1609">
                  <ns0:v>83.3741692916</ns0:v>
                </ns0:pt>
                <ns0:pt idx="1610">
                  <ns0:v>147.183820369</ns0:v>
                </ns0:pt>
                <ns0:pt idx="1611">
                  <ns0:v>148.35034843</ns0:v>
                </ns0:pt>
                <ns0:pt idx="1612">
                  <ns0:v>86.1193288489</ns0:v>
                </ns0:pt>
                <ns0:pt idx="1613">
                  <ns0:v>-12.5994052526</ns0:v>
                </ns0:pt>
                <ns0:pt idx="1614">
                  <ns0:v>-105.359860314</ns0:v>
                </ns0:pt>
                <ns0:pt idx="1615">
                  <ns0:v>-142.082350995</ns0:v>
                </ns0:pt>
                <ns0:pt idx="1616">
                  <ns0:v>-97.0502208847</ns0:v>
                </ns0:pt>
                <ns0:pt idx="1617">
                  <ns0:v>2.75899172663</ns0:v>
                </ns0:pt>
                <ns0:pt idx="1618">
                  <ns0:v>96.881300704</ns0:v>
                </ns0:pt>
                <ns0:pt idx="1619">
                  <ns0:v>126.173523066</ns0:v>
                </ns0:pt>
                <ns0:pt idx="1620">
                  <ns0:v>74.4505085038</ns0:v>
                </ns0:pt>
                <ns0:pt idx="1621">
                  <ns0:v>-18.8564347838</ns0:v>
                </ns0:pt>
                <ns0:pt idx="1622">
                  <ns0:v>-90.6039343438</ns0:v>
                </ns0:pt>
                <ns0:pt idx="1623">
                  <ns0:v>-103.842082899</ns0:v>
                </ns0:pt>
                <ns0:pt idx="1624">
                  <ns0:v>-63.8118844151</ns0:v>
                </ns0:pt>
                <ns0:pt idx="1625">
                  <ns0:v>0.0495120122225</ns0:v>
                </ns0:pt>
                <ns0:pt idx="1626">
                  <ns0:v>57.2210226986</ns0:v>
                </ns0:pt>
                <ns0:pt idx="1627">
                  <ns0:v>81.1111552837</ns0:v>
                </ns0:pt>
                <ns0:pt idx="1628">
                  <ns0:v>62.346276771</ns0:v>
                </ns0:pt>
                <ns0:pt idx="1629">
                  <ns0:v>15.3528127093</ns0:v>
                </ns0:pt>
                <ns0:pt idx="1630">
                  <ns0:v>-38.8806186973</ns0:v>
                </ns0:pt>
                <ns0:pt idx="1631">
                  <ns0:v>-78.1008278703</ns0:v>
                </ns0:pt>
                <ns0:pt idx="1632">
                  <ns0:v>-77.042359338</ns0:v>
                </ns0:pt>
                <ns0:pt idx="1633">
                  <ns0:v>-36.3530130791</ns0:v>
                </ns0:pt>
                <ns0:pt idx="1634">
                  <ns0:v>9.79766014889</ns0:v>
                </ns0:pt>
                <ns0:pt idx="1635">
                  <ns0:v>38.2937453818</ns0:v>
                </ns0:pt>
                <ns0:pt idx="1636">
                  <ns0:v>52.5536102296</ns0:v>
                </ns0:pt>
                <ns0:pt idx="1637">
                  <ns0:v>57.0819065049</ns0:v>
                </ns0:pt>
                <ns0:pt idx="1638">
                  <ns0:v>47.9087220148</ns0:v>
                </ns0:pt>
                <ns0:pt idx="1639">
                  <ns0:v>29.141078743</ns0:v>
                </ns0:pt>
                <ns0:pt idx="1640">
                  <ns0:v>7.39653920281</ns0:v>
                </ns0:pt>
                <ns0:pt idx="1641">
                  <ns0:v>-13.8930552422</ns0:v>
                </ns0:pt>
                <ns0:pt idx="1642">
                  <ns0:v>-26.9599724614</ns0:v>
                </ns0:pt>
                <ns0:pt idx="1643">
                  <ns0:v>-19.990820631</ns0:v>
                </ns0:pt>
                <ns0:pt idx="1644">
                  <ns0:v>5.58022145594</ns0:v>
                </ns0:pt>
                <ns0:pt idx="1645">
                  <ns0:v>32.9994851727</ns0:v>
                </ns0:pt>
                <ns0:pt idx="1646">
                  <ns0:v>44.389530653</ns0:v>
                </ns0:pt>
                <ns0:pt idx="1647">
                  <ns0:v>34.659173646</ns0:v>
                </ns0:pt>
                <ns0:pt idx="1648">
                  <ns0:v>11.9729750537</ns0:v>
                </ns0:pt>
                <ns0:pt idx="1649">
                  <ns0:v>-11.2309989287</ns0:v>
                </ns0:pt>
                <ns0:pt idx="1650">
                  <ns0:v>-18.1637796787</ns0:v>
                </ns0:pt>
                <ns0:pt idx="1651">
                  <ns0:v>1.5395422629</ns0:v>
                </ns0:pt>
                <ns0:pt idx="1652">
                  <ns0:v>32.2483911899</ns0:v>
                </ns0:pt>
                <ns0:pt idx="1653">
                  <ns0:v>46.8704873916</ns0:v>
                </ns0:pt>
                <ns0:pt idx="1654">
                  <ns0:v>35.375212256</ns0:v>
                </ns0:pt>
                <ns0:pt idx="1655">
                  <ns0:v>5.76517067815</ns0:v>
                </ns0:pt>
                <ns0:pt idx="1656">
                  <ns0:v>-33.2544190826</ns0:v>
                </ns0:pt>
                <ns0:pt idx="1657">
                  <ns0:v>-61.132982655</ns0:v>
                </ns0:pt>
                <ns0:pt idx="1658">
                  <ns0:v>-49.1316353223</ns0:v>
                </ns0:pt>
                <ns0:pt idx="1659">
                  <ns0:v>0.0699278433224</ns0:v>
                </ns0:pt>
                <ns0:pt idx="1660">
                  <ns0:v>55.9092712076</ns0:v>
                </ns0:pt>
                <ns0:pt idx="1661">
                  <ns0:v>91.0672474746</ns0:v>
                </ns0:pt>
                <ns0:pt idx="1662">
                  <ns0:v>88.8869973706</ns0:v>
                </ns0:pt>
                <ns0:pt idx="1663">
                  <ns0:v>46.2920068165</ns0:v>
                </ns0:pt>
                <ns0:pt idx="1664">
                  <ns0:v>-16.900743581</ns0:v>
                </ns0:pt>
                <ns0:pt idx="1665">
                  <ns0:v>-69.1910739602</ns0:v>
                </ns0:pt>
                <ns0:pt idx="1666">
                  <ns0:v>-87.5617026526</ns0:v>
                </ns0:pt>
                <ns0:pt idx="1667">
                  <ns0:v>-67.6363138882</ns0:v>
                </ns0:pt>
                <ns0:pt idx="1668">
                  <ns0:v>-20.78484373</ns0:v>
                </ns0:pt>
                <ns0:pt idx="1669">
                  <ns0:v>38.2336783739</ns0:v>
                </ns0:pt>
                <ns0:pt idx="1670">
                  <ns0:v>95.1025245279</ns0:v>
                </ns0:pt>
                <ns0:pt idx="1671">
                  <ns0:v>121.384196987</ns0:v>
                </ns0:pt>
                <ns0:pt idx="1672">
                  <ns0:v>89.7265880895</ns0:v>
                </ns0:pt>
                <ns0:pt idx="1673">
                  <ns0:v>5.78859716651</ns0:v>
                </ns0:pt>
                <ns0:pt idx="1674">
                  <ns0:v>-90.40731394</ns0:v>
                </ns0:pt>
                <ns0:pt idx="1675">
                  <ns0:v>-150.718079319</ns0:v>
                </ns0:pt>
                <ns0:pt idx="1676">
                  <ns0:v>-139.741581338</ns0:v>
                </ns0:pt>
                <ns0:pt idx="1677">
                  <ns0:v>-55.359390455</ns0:v>
                </ns0:pt>
                <ns0:pt idx="1678">
                  <ns0:v>61.1469527706</ns0:v>
                </ns0:pt>
                <ns0:pt idx="1679">
                  <ns0:v>145.057936571</ns0:v>
                </ns0:pt>
                <ns0:pt idx="1680">
                  <ns0:v>145.373010681</ns0:v>
                </ns0:pt>
                <ns0:pt idx="1681">
                  <ns0:v>63.1937732406</ns0:v>
                </ns0:pt>
                <ns0:pt idx="1682">
                  <ns0:v>-50.8652427855</ns0:v>
                </ns0:pt>
                <ns0:pt idx="1683">
                  <ns0:v>-136.44131071</ns0:v>
                </ns0:pt>
                <ns0:pt idx="1684">
                  <ns0:v>-153.968257763</ns0:v>
                </ns0:pt>
                <ns0:pt idx="1685">
                  <ns0:v>-99.4063503848</ns0:v>
                </ns0:pt>
                <ns0:pt idx="1686">
                  <ns0:v>-1.99840629971</ns0:v>
                </ns0:pt>
                <ns0:pt idx="1687">
                  <ns0:v>85.6901391965</ns0:v>
                </ns0:pt>
                <ns0:pt idx="1688">
                  <ns0:v>117.531660103</ns0:v>
                </ns0:pt>
                <ns0:pt idx="1689">
                  <ns0:v>88.893712966</ns0:v>
                </ns0:pt>
                <ns0:pt idx="1690">
                  <ns0:v>25.3489931557</ns0:v>
                </ns0:pt>
                <ns0:pt idx="1691">
                  <ns0:v>-48.7490896356</ns0:v>
                </ns0:pt>
                <ns0:pt idx="1692">
                  <ns0:v>-97.3690321927</ns0:v>
                </ns0:pt>
                <ns0:pt idx="1693">
                  <ns0:v>-80.0889495277</ns0:v>
                </ns0:pt>
                <ns0:pt idx="1694">
                  <ns0:v>-9.68783374957</ns0:v>
                </ns0:pt>
                <ns0:pt idx="1695">
                  <ns0:v>68.3103968147</ns0:v>
                </ns0:pt>
                <ns0:pt idx="1696">
                  <ns0:v>125.381864666</ns0:v>
                </ns0:pt>
                <ns0:pt idx="1697">
                  <ns0:v>139.849085797</ns0:v>
                </ns0:pt>
                <ns0:pt idx="1698">
                  <ns0:v>93.322920404</ns0:v>
                </ns0:pt>
                <ns0:pt idx="1699">
                  <ns0:v>6.50652899492</ns0:v>
                </ns0:pt>
                <ns0:pt idx="1700">
                  <ns0:v>-74.5732150084</ns0:v>
                </ns0:pt>
                <ns0:pt idx="1701">
                  <ns0:v>-118.121211728</ns0:v>
                </ns0:pt>
                <ns0:pt idx="1702">
                  <ns0:v>-110.960115297</ns0:v>
                </ns0:pt>
                <ns0:pt idx="1703">
                  <ns0:v>-52.3992043244</ns0:v>
                </ns0:pt>
                <ns0:pt idx="1704">
                  <ns0:v>32.134181212</ns0:v>
                </ns0:pt>
                <ns0:pt idx="1705">
                  <ns0:v>97.4871824137</ns0:v>
                </ns0:pt>
                <ns0:pt idx="1706">
                  <ns0:v>109.900416701</ns0:v>
                </ns0:pt>
                <ns0:pt idx="1707">
                  <ns0:v>70.3609299731</ns0:v>
                </ns0:pt>
                <ns0:pt idx="1708">
                  <ns0:v>5.28504449142</ns0:v>
                </ns0:pt>
                <ns0:pt idx="1709">
                  <ns0:v>-53.2465914038</ns0:v>
                </ns0:pt>
                <ns0:pt idx="1710">
                  <ns0:v>-76.6061979625</ns0:v>
                </ns0:pt>
                <ns0:pt idx="1711">
                  <ns0:v>-55.6365901077</ns0:v>
                </ns0:pt>
                <ns0:pt idx="1712">
                  <ns0:v>-14.3497125386</ns0:v>
                </ns0:pt>
                <ns0:pt idx="1713">
                  <ns0:v>17.0779130828</ns0:v>
                </ns0:pt>
                <ns0:pt idx="1714">
                  <ns0:v>33.1723966007</ns0:v>
                </ns0:pt>
                <ns0:pt idx="1715">
                  <ns0:v>41.3090999677</ns0:v>
                </ns0:pt>
                <ns0:pt idx="1716">
                  <ns0:v>36.7121513831</ns0:v>
                </ns0:pt>
                <ns0:pt idx="1717">
                  <ns0:v>15.959633411</ns0:v>
                </ns0:pt>
                <ns0:pt idx="1718">
                  <ns0:v>-8.9130568098</ns0:v>
                </ns0:pt>
                <ns0:pt idx="1719">
                  <ns0:v>-25.9019375921</ns0:v>
                </ns0:pt>
                <ns0:pt idx="1720">
                  <ns0:v>-26.3070420095</ns0:v>
                </ns0:pt>
                <ns0:pt idx="1721">
                  <ns0:v>-2.80818948611</ns0:v>
                </ns0:pt>
                <ns0:pt idx="1722">
                  <ns0:v>28.7706406991</ns0:v>
                </ns0:pt>
                <ns0:pt idx="1723">
                  <ns0:v>41.8242118962</ns0:v>
                </ns0:pt>
                <ns0:pt idx="1724">
                  <ns0:v>40.309307353</ns0:v>
                </ns0:pt>
                <ns0:pt idx="1725">
                  <ns0:v>41.0314787501</ns0:v>
                </ns0:pt>
                <ns0:pt idx="1726">
                  <ns0:v>32.0516101307</ns0:v>
                </ns0:pt>
                <ns0:pt idx="1727">
                  <ns0:v>-2.14633658362</ns0:v>
                </ns0:pt>
                <ns0:pt idx="1728">
                  <ns0:v>-45.2729868185</ns0:v>
                </ns0:pt>
                <ns0:pt idx="1729">
                  <ns0:v>-62.3277667191</ns0:v>
                </ns0:pt>
                <ns0:pt idx="1730">
                  <ns0:v>-36.4262133558</ns0:v>
                </ns0:pt>
                <ns0:pt idx="1731">
                  <ns0:v>18.8571401484</ns0:v>
                </ns0:pt>
                <ns0:pt idx="1732">
                  <ns0:v>76.6962842456</ns0:v>
                </ns0:pt>
                <ns0:pt idx="1733">
                  <ns0:v>116.902415606</ns0:v>
                </ns0:pt>
                <ns0:pt idx="1734">
                  <ns0:v>127.42779574</ns0:v>
                </ns0:pt>
                <ns0:pt idx="1735">
                  <ns0:v>96.5461347211</ns0:v>
                </ns0:pt>
                <ns0:pt idx="1736">
                  <ns0:v>29.406186376</ns0:v>
                </ns0:pt>
                <ns0:pt idx="1737">
                  <ns0:v>-39.1251347172</ns0:v>
                </ns0:pt>
                <ns0:pt idx="1738">
                  <ns0:v>-67.5666098165</ns0:v>
                </ns0:pt>
                <ns0:pt idx="1739">
                  <ns0:v>-47.4492802062</ns0:v>
                </ns0:pt>
                <ns0:pt idx="1740">
                  <ns0:v>1.17280272815</ns0:v>
                </ns0:pt>
                <ns0:pt idx="1741">
                  <ns0:v>56.683836917</ns0:v>
                </ns0:pt>
                <ns0:pt idx="1742">
                  <ns0:v>96.2725255237</ns0:v>
                </ns0:pt>
                <ns0:pt idx="1743">
                  <ns0:v>92.6891625157</ns0:v>
                </ns0:pt>
                <ns0:pt idx="1744">
                  <ns0:v>42.4452236173</ns0:v>
                </ns0:pt>
                <ns0:pt idx="1745">
                  <ns0:v>-24.3005890569</ns0:v>
                </ns0:pt>
                <ns0:pt idx="1746">
                  <ns0:v>-73.8484593993</ns0:v>
                </ns0:pt>
                <ns0:pt idx="1747">
                  <ns0:v>-83.891551895</ns0:v>
                </ns0:pt>
                <ns0:pt idx="1748">
                  <ns0:v>-47.4175056824</ns0:v>
                </ns0:pt>
                <ns0:pt idx="1749">
                  <ns0:v>13.5600972133</ns0:v>
                </ns0:pt>
                <ns0:pt idx="1750">
                  <ns0:v>61.3098788323</ns0:v>
                </ns0:pt>
                <ns0:pt idx="1751">
                  <ns0:v>75.0790547677</ns0:v>
                </ns0:pt>
                <ns0:pt idx="1752">
                  <ns0:v>54.6373082107</ns0:v>
                </ns0:pt>
                <ns0:pt idx="1753">
                  <ns0:v>8.06161498809</ns0:v>
                </ns0:pt>
                <ns0:pt idx="1754">
                  <ns0:v>-39.5616413643</ns0:v>
                </ns0:pt>
                <ns0:pt idx="1755">
                  <ns0:v>-51.04201869</ns0:v>
                </ns0:pt>
                <ns0:pt idx="1756">
                  <ns0:v>-19.0821428239</ns0:v>
                </ns0:pt>
                <ns0:pt idx="1757">
                  <ns0:v>32.2526639427</ns0:v>
                </ns0:pt>
                <ns0:pt idx="1758">
                  <ns0:v>68.1606519773</ns0:v>
                </ns0:pt>
                <ns0:pt idx="1759">
                  <ns0:v>54.0645293153</ns0:v>
                </ns0:pt>
                <ns0:pt idx="1760">
                  <ns0:v>-7.85657524664</ns0:v>
                </ns0:pt>
                <ns0:pt idx="1761">
                  <ns0:v>-70.5346957187</ns0:v>
                </ns0:pt>
                <ns0:pt idx="1762">
                  <ns0:v>-82.9635277664</ns0:v>
                </ns0:pt>
                <ns0:pt idx="1763">
                  <ns0:v>-41.8212582017</ns0:v>
                </ns0:pt>
                <ns0:pt idx="1764">
                  <ns0:v>22.8543098334</ns0:v>
                </ns0:pt>
                <ns0:pt idx="1765">
                  <ns0:v>80.5987452048</ns0:v>
                </ns0:pt>
                <ns0:pt idx="1766">
                  <ns0:v>107.664377293</ns0:v>
                </ns0:pt>
                <ns0:pt idx="1767">
                  <ns0:v>91.781249236</ns0:v>
                </ns0:pt>
                <ns0:pt idx="1768">
                  <ns0:v>41.7921773267</ns0:v>
                </ns0:pt>
                <ns0:pt idx="1769">
                  <ns0:v>-18.4048638214</ns0:v>
                </ns0:pt>
                <ns0:pt idx="1770">
                  <ns0:v>-63.714800322</ns0:v>
                </ns0:pt>
                <ns0:pt idx="1771">
                  <ns0:v>-76.6503828275</ns0:v>
                </ns0:pt>
                <ns0:pt idx="1772">
                  <ns0:v>-55.9935914107</ns0:v>
                </ns0:pt>
                <ns0:pt idx="1773">
                  <ns0:v>-15.7205969251</ns0:v>
                </ns0:pt>
                <ns0:pt idx="1774">
                  <ns0:v>29.0961906386</ns0:v>
                </ns0:pt>
                <ns0:pt idx="1775">
                  <ns0:v>66.0603021739</ns0:v>
                </ns0:pt>
                <ns0:pt idx="1776">
                  <ns0:v>77.7297555494</ns0:v>
                </ns0:pt>
                <ns0:pt idx="1777">
                  <ns0:v>53.4113354851</ns0:v>
                </ns0:pt>
                <ns0:pt idx="1778">
                  <ns0:v>7.43957668771</ns0:v>
                </ns0:pt>
                <ns0:pt idx="1779">
                  <ns0:v>-33.7244752802</ns0:v>
                </ns0:pt>
                <ns0:pt idx="1780">
                  <ns0:v>-55.7176657516</ns0:v>
                </ns0:pt>
                <ns0:pt idx="1781">
                  <ns0:v>-54.4180092472</ns0:v>
                </ns0:pt>
                <ns0:pt idx="1782">
                  <ns0:v>-26.2768122488</ns0:v>
                </ns0:pt>
                <ns0:pt idx="1783">
                  <ns0:v>19.1898474275</ns0:v>
                </ns0:pt>
                <ns0:pt idx="1784">
                  <ns0:v>57.0069181376</ns0:v>
                </ns0:pt>
                <ns0:pt idx="1785">
                  <ns0:v>68.7654748464</ns0:v>
                </ns0:pt>
                <ns0:pt idx="1786">
                  <ns0:v>52.9545912344</ns0:v>
                </ns0:pt>
                <ns0:pt idx="1787">
                  <ns0:v>17.1535846368</ns0:v>
                </ns0:pt>
                <ns0:pt idx="1788">
                  <ns0:v>-26.0195989149</ns0:v>
                </ns0:pt>
                <ns0:pt idx="1789">
                  <ns0:v>-63.3051054819</ns0:v>
                </ns0:pt>
                <ns0:pt idx="1790">
                  <ns0:v>-83.0128422922</ns0:v>
                </ns0:pt>
                <ns0:pt idx="1791">
                  <ns0:v>-70.5253411051</ns0:v>
                </ns0:pt>
                <ns0:pt idx="1792">
                  <ns0:v>-17.1784244768</ns0:v>
                </ns0:pt>
                <ns0:pt idx="1793">
                  <ns0:v>52.7625998446</ns0:v>
                </ns0:pt>
                <ns0:pt idx="1794">
                  <ns0:v>89.5175996794</ns0:v>
                </ns0:pt>
                <ns0:pt idx="1795">
                  <ns0:v>69.4853792273</ns0:v>
                </ns0:pt>
                <ns0:pt idx="1796">
                  <ns0:v>18.4092219365</ns0:v>
                </ns0:pt>
                <ns0:pt idx="1797">
                  <ns0:v>-22.6438026523</ns0:v>
                </ns0:pt>
                <ns0:pt idx="1798">
                  <ns0:v>-35.9457437228</ns0:v>
                </ns0:pt>
                <ns0:pt idx="1799">
                  <ns0:v>-23.238679315</ns0:v>
                </ns0:pt>
                <ns0:pt idx="1800">
                  <ns0:v>3.77514455141</ns0:v>
                </ns0:pt>
                <ns0:pt idx="1801">
                  <ns0:v>33.6846723836</ns0:v>
                </ns0:pt>
                <ns0:pt idx="1802">
                  <ns0:v>55.6011018521</ns0:v>
                </ns0:pt>
                <ns0:pt idx="1803">
                  <ns0:v>51.8505972154</ns0:v>
                </ns0:pt>
                <ns0:pt idx="1804">
                  <ns0:v>9.99224262285</ns0:v>
                </ns0:pt>
                <ns0:pt idx="1805">
                  <ns0:v>-47.8855793902</ns0:v>
                </ns0:pt>
                <ns0:pt idx="1806">
                  <ns0:v>-79.5410881862</ns0:v>
                </ns0:pt>
                <ns0:pt idx="1807">
                  <ns0:v>-65.552490668</ns0:v>
                </ns0:pt>
                <ns0:pt idx="1808">
                  <ns0:v>-23.2900607618</ns0:v>
                </ns0:pt>
                <ns0:pt idx="1809">
                  <ns0:v>22.1990860107</ns0:v>
                </ns0:pt>
                <ns0:pt idx="1810">
                  <ns0:v>53.1118734763</ns0:v>
                </ns0:pt>
                <ns0:pt idx="1811">
                  <ns0:v>58.0942779614</ns0:v>
                </ns0:pt>
                <ns0:pt idx="1812">
                  <ns0:v>34.7903045262</ns0:v>
                </ns0:pt>
                <ns0:pt idx="1813">
                  <ns0:v>-7.76994638636</ns0:v>
                </ns0:pt>
                <ns0:pt idx="1814">
                  <ns0:v>-43.6179033985</ns0:v>
                </ns0:pt>
                <ns0:pt idx="1815">
                  <ns0:v>-41.9255577884</ns0:v>
                </ns0:pt>
                <ns0:pt idx="1816">
                  <ns0:v>-8.8416987164</ns0:v>
                </ns0:pt>
                <ns0:pt idx="1817">
                  <ns0:v>17.1517196419</ns0:v>
                </ns0:pt>
                <ns0:pt idx="1818">
                  <ns0:v>14.6118176094</ns0:v>
                </ns0:pt>
                <ns0:pt idx="1819">
                  <ns0:v>-6.20586347744</ns0:v>
                </ns0:pt>
                <ns0:pt idx="1820">
                  <ns0:v>-27.2423285371</ns0:v>
                </ns0:pt>
                <ns0:pt idx="1821">
                  <ns0:v>-35.3027549494</ns0:v>
                </ns0:pt>
                <ns0:pt idx="1822">
                  <ns0:v>-31.1241556798</ns0:v>
                </ns0:pt>
                <ns0:pt idx="1823">
                  <ns0:v>-24.4300309988</ns0:v>
                </ns0:pt>
                <ns0:pt idx="1824">
                  <ns0:v>-15.6438564999</ns0:v>
                </ns0:pt>
                <ns0:pt idx="1825">
                  <ns0:v>-2.95956470478</ns0:v>
                </ns0:pt>
                <ns0:pt idx="1826">
                  <ns0:v>-0.138633716252</ns0:v>
                </ns0:pt>
                <ns0:pt idx="1827">
                  <ns0:v>-14.3020010549</ns0:v>
                </ns0:pt>
                <ns0:pt idx="1828">
                  <ns0:v>-31.6063318032</ns0:v>
                </ns0:pt>
                <ns0:pt idx="1829">
                  <ns0:v>-39.9177528675</ns0:v>
                </ns0:pt>
                <ns0:pt idx="1830">
                  <ns0:v>-38.3277317597</ns0:v>
                </ns0:pt>
                <ns0:pt idx="1831">
                  <ns0:v>-26.6095329863</ns0:v>
                </ns0:pt>
                <ns0:pt idx="1832">
                  <ns0:v>-6.18222012431</ns0:v>
                </ns0:pt>
                <ns0:pt idx="1833">
                  <ns0:v>19.9724622598</ns0:v>
                </ns0:pt>
                <ns0:pt idx="1834">
                  <ns0:v>50.0414936073</ns0:v>
                </ns0:pt>
                <ns0:pt idx="1835">
                  <ns0:v>72.8878889622</ns0:v>
                </ns0:pt>
                <ns0:pt idx="1836">
                  <ns0:v>75.1686722632</ns0:v>
                </ns0:pt>
                <ns0:pt idx="1837">
                  <ns0:v>55.00021276</ns0:v>
                </ns0:pt>
                <ns0:pt idx="1838">
                  <ns0:v>20.9758690489</ns0:v>
                </ns0:pt>
                <ns0:pt idx="1839">
                  <ns0:v>-11.6274646414</ns0:v>
                </ns0:pt>
                <ns0:pt idx="1840">
                  <ns0:v>-30.106985251</ns0:v>
                </ns0:pt>
                <ns0:pt idx="1841">
                  <ns0:v>-36.0119544952</ns0:v>
                </ns0:pt>
                <ns0:pt idx="1842">
                  <ns0:v>-26.4892860585</ns0:v>
                </ns0:pt>
                <ns0:pt idx="1843">
                  <ns0:v>16.1911232186</ns0:v>
                </ns0:pt>
                <ns0:pt idx="1844">
                  <ns0:v>67.1119265224</ns0:v>
                </ns0:pt>
                <ns0:pt idx="1845">
                  <ns0:v>75.714791234</ns0:v>
                </ns0:pt>
                <ns0:pt idx="1846">
                  <ns0:v>35.2881544942</ns0:v>
                </ns0:pt>
                <ns0:pt idx="1847">
                  <ns0:v>-16.3396508535</ns0:v>
                </ns0:pt>
                <ns0:pt idx="1848">
                  <ns0:v>-55.2903954642</ns0:v>
                </ns0:pt>
                <ns0:pt idx="1849">
                  <ns0:v>-75.3054830962</ns0:v>
                </ns0:pt>
                <ns0:pt idx="1850">
                  <ns0:v>-64.6863574143</ns0:v>
                </ns0:pt>
                <ns0:pt idx="1851">
                  <ns0:v>-28.2864402823</ns0:v>
                </ns0:pt>
                <ns0:pt idx="1852">
                  <ns0:v>11.6445140461</ns0:v>
                </ns0:pt>
                <ns0:pt idx="1853">
                  <ns0:v>44.0293761877</ns0:v>
                </ns0:pt>
                <ns0:pt idx="1854">
                  <ns0:v>63.2493717263</ns0:v>
                </ns0:pt>
                <ns0:pt idx="1855">
                  <ns0:v>53.8830990877</ns0:v>
                </ns0:pt>
                <ns0:pt idx="1856">
                  <ns0:v>10.1635075488</ns0:v>
                </ns0:pt>
                <ns0:pt idx="1857">
                  <ns0:v>-45.0007227945</ns0:v>
                </ns0:pt>
                <ns0:pt idx="1858">
                  <ns0:v>-73.2292069233</ns0:v>
                </ns0:pt>
                <ns0:pt idx="1859">
                  <ns0:v>-54.3223224834</ns0:v>
                </ns0:pt>
                <ns0:pt idx="1860">
                  <ns0:v>-5.3099628932</ns0:v>
                </ns0:pt>
                <ns0:pt idx="1861">
                  <ns0:v>43.3038215501</ns0:v>
                </ns0:pt>
                <ns0:pt idx="1862">
                  <ns0:v>74.7754751658</ns0:v>
                </ns0:pt>
                <ns0:pt idx="1863">
                  <ns0:v>83.8472632628</ns0:v>
                </ns0:pt>
                <ns0:pt idx="1864">
                  <ns0:v>67.9238821305</ns0:v>
                </ns0:pt>
                <ns0:pt idx="1865">
                  <ns0:v>33.3657101063</ns0:v>
                </ns0:pt>
                <ns0:pt idx="1866">
                  <ns0:v>-4.77678593285</ns0:v>
                </ns0:pt>
                <ns0:pt idx="1867">
                  <ns0:v>-31.2476137671</ns0:v>
                </ns0:pt>
                <ns0:pt idx="1868">
                  <ns0:v>-40.1319436692</ns0:v>
                </ns0:pt>
                <ns0:pt idx="1869">
                  <ns0:v>-37.0960196228</ns0:v>
                </ns0:pt>
                <ns0:pt idx="1870">
                  <ns0:v>-24.5763687406</ns0:v>
                </ns0:pt>
                <ns0:pt idx="1871">
                  <ns0:v>-0.555354378207</ns0:v>
                </ns0:pt>
                <ns0:pt idx="1872">
                  <ns0:v>25.9645813031</ns0:v>
                </ns0:pt>
                <ns0:pt idx="1873">
                  <ns0:v>40.5642669216</ns0:v>
                </ns0:pt>
                <ns0:pt idx="1874">
                  <ns0:v>39.343246425</ns0:v>
                </ns0:pt>
                <ns0:pt idx="1875">
                  <ns0:v>18.200778326</ns0:v>
                </ns0:pt>
                <ns0:pt idx="1876">
                  <ns0:v>-24.7020606102</ns0:v>
                </ns0:pt>
                <ns0:pt idx="1877">
                  <ns0:v>-64.497928348</ns0:v>
                </ns0:pt>
                <ns0:pt idx="1878">
                  <ns0:v>-71.4675248974</ns0:v>
                </ns0:pt>
                <ns0:pt idx="1879">
                  <ns0:v>-46.8608684295</ns0:v>
                </ns0:pt>
                <ns0:pt idx="1880">
                  <ns0:v>-8.93675230551</ns0:v>
                </ns0:pt>
                <ns0:pt idx="1881">
                  <ns0:v>31.1426057129</ns0:v>
                </ns0:pt>
                <ns0:pt idx="1882">
                  <ns0:v>58.6315008573</ns0:v>
                </ns0:pt>
                <ns0:pt idx="1883">
                  <ns0:v>56.4868423971</ns0:v>
                </ns0:pt>
                <ns0:pt idx="1884">
                  <ns0:v>28.0723285507</ns0:v>
                </ns0:pt>
                <ns0:pt idx="1885">
                  <ns0:v>-7.94024516041</ns0:v>
                </ns0:pt>
                <ns0:pt idx="1886">
                  <ns0:v>-39.9558848765</ns0:v>
                </ns0:pt>
                <ns0:pt idx="1887">
                  <ns0:v>-61.4608459366</ns0:v>
                </ns0:pt>
                <ns0:pt idx="1888">
                  <ns0:v>-57.9086323697</ns0:v>
                </ns0:pt>
                <ns0:pt idx="1889">
                  <ns0:v>-18.8490495561</ns0:v>
                </ns0:pt>
                <ns0:pt idx="1890">
                  <ns0:v>38.1576256294</ns0:v>
                </ns0:pt>
                <ns0:pt idx="1891">
                  <ns0:v>80.5708656801</ns0:v>
                </ns0:pt>
                <ns0:pt idx="1892">
                  <ns0:v>95.0828123219</ns0:v>
                </ns0:pt>
                <ns0:pt idx="1893">
                  <ns0:v>83.9501027803</ns0:v>
                </ns0:pt>
                <ns0:pt idx="1894">
                  <ns0:v>43.3564587519</ns0:v>
                </ns0:pt>
                <ns0:pt idx="1895">
                  <ns0:v>-21.0791187171</ns0:v>
                </ns0:pt>
                <ns0:pt idx="1896">
                  <ns0:v>-78.4999440226</ns0:v>
                </ns0:pt>
                <ns0:pt idx="1897">
                  <ns0:v>-92.1638965815</ns0:v>
                </ns0:pt>
                <ns0:pt idx="1898">
                  <ns0:v>-61.5097953768</ns0:v>
                </ns0:pt>
                <ns0:pt idx="1899">
                  <ns0:v>-10.9214868478</ns0:v>
                </ns0:pt>
                <ns0:pt idx="1900">
                  <ns0:v>41.3266150266</ns0:v>
                </ns0:pt>
                <ns0:pt idx="1901">
                  <ns0:v>73.8330373249</ns0:v>
                </ns0:pt>
                <ns0:pt idx="1902">
                  <ns0:v>61.4033612045</ns0:v>
                </ns0:pt>
                <ns0:pt idx="1903">
                  <ns0:v>14.3589553503</ns0:v>
                </ns0:pt>
                <ns0:pt idx="1904">
                  <ns0:v>-25.1185041522</ns0:v>
                </ns0:pt>
                <ns0:pt idx="1905">
                  <ns0:v>-39.474607677</ns0:v>
                </ns0:pt>
                <ns0:pt idx="1906">
                  <ns0:v>-39.2774213318</ns0:v>
                </ns0:pt>
                <ns0:pt idx="1907">
                  <ns0:v>-29.747196018</ns0:v>
                </ns0:pt>
                <ns0:pt idx="1908">
                  <ns0:v>-9.42860111887</ns0:v>
                </ns0:pt>
                <ns0:pt idx="1909">
                  <ns0:v>13.3468299013</ns0:v>
                </ns0:pt>
                <ns0:pt idx="1910">
                  <ns0:v>33.0337275173</ns0:v>
                </ns0:pt>
                <ns0:pt idx="1911">
                  <ns0:v>44.5222216192</ns0:v>
                </ns0:pt>
                <ns0:pt idx="1912">
                  <ns0:v>29.9176389439</ns0:v>
                </ns0:pt>
                <ns0:pt idx="1913">
                  <ns0:v>-14.7857849251</ns0:v>
                </ns0:pt>
                <ns0:pt idx="1914">
                  <ns0:v>-63.3223641081</ns0:v>
                </ns0:pt>
                <ns0:pt idx="1915">
                  <ns0:v>-86.766519471</ns0:v>
                </ns0:pt>
                <ns0:pt idx="1916">
                  <ns0:v>-66.6947624835</ns0:v>
                </ns0:pt>
                <ns0:pt idx="1917">
                  <ns0:v>-4.19605574413</ns0:v>
                </ns0:pt>
                <ns0:pt idx="1918">
                  <ns0:v>66.4953393664</ns0:v>
                </ns0:pt>
                <ns0:pt idx="1919">
                  <ns0:v>103.052676805</ns0:v>
                </ns0:pt>
                <ns0:pt idx="1920">
                  <ns0:v>93.7309951488</ns0:v>
                </ns0:pt>
                <ns0:pt idx="1921">
                  <ns0:v>52.3501473961</ns0:v>
                </ns0:pt>
                <ns0:pt idx="1922">
                  <ns0:v>-4.52047082222</ns0:v>
                </ns0:pt>
                <ns0:pt idx="1923">
                  <ns0:v>-55.4407731743</ns0:v>
                </ns0:pt>
                <ns0:pt idx="1924">
                  <ns0:v>-77.7623963151</ns0:v>
                </ns0:pt>
                <ns0:pt idx="1925">
                  <ns0:v>-58.9907996907</ns0:v>
                </ns0:pt>
                <ns0:pt idx="1926">
                  <ns0:v>-4.38480050506</ns0:v>
                </ns0:pt>
                <ns0:pt idx="1927">
                  <ns0:v>59.2581438941</ns0:v>
                </ns0:pt>
                <ns0:pt idx="1928">
                  <ns0:v>94.6442219833</ns0:v>
                </ns0:pt>
                <ns0:pt idx="1929">
                  <ns0:v>81.4912558744</ns0:v>
                </ns0:pt>
                <ns0:pt idx="1930">
                  <ns0:v>30.058144973</ns0:v>
                </ns0:pt>
                <ns0:pt idx="1931">
                  <ns0:v>-30.7595079348</ns0:v>
                </ns0:pt>
                <ns0:pt idx="1932">
                  <ns0:v>-67.9276313326</ns0:v>
                </ns0:pt>
                <ns0:pt idx="1933">
                  <ns0:v>-64.0011088158</ns0:v>
                </ns0:pt>
                <ns0:pt idx="1934">
                  <ns0:v>-28.8929850492</ns0:v>
                </ns0:pt>
                <ns0:pt idx="1935">
                  <ns0:v>16.995348823</ns0:v>
                </ns0:pt>
                <ns0:pt idx="1936">
                  <ns0:v>53.8696660277</ns0:v>
                </ns0:pt>
                <ns0:pt idx="1937">
                  <ns0:v>62.2352636636</ns0:v>
                </ns0:pt>
                <ns0:pt idx="1938">
                  <ns0:v>40.2196406962</ns0:v>
                </ns0:pt>
                <ns0:pt idx="1939">
                  <ns0:v>3.94573560759</ns0:v>
                </ns0:pt>
                <ns0:pt idx="1940">
                  <ns0:v>-34.3634840399</ns0:v>
                </ns0:pt>
                <ns0:pt idx="1941">
                  <ns0:v>-58.1045882236</ns0:v>
                </ns0:pt>
                <ns0:pt idx="1942">
                  <ns0:v>-37.9759009454</ns0:v>
                </ns0:pt>
                <ns0:pt idx="1943">
                  <ns0:v>18.1555919651</ns0:v>
                </ns0:pt>
                <ns0:pt idx="1944">
                  <ns0:v>65.8390715943</ns0:v>
                </ns0:pt>
                <ns0:pt idx="1945">
                  <ns0:v>75.4674301976</ns0:v>
                </ns0:pt>
                <ns0:pt idx="1946">
                  <ns0:v>56.2530037099</ns0:v>
                </ns0:pt>
                <ns0:pt idx="1947">
                  <ns0:v>23.3592627191</ns0:v>
                </ns0:pt>
                <ns0:pt idx="1948">
                  <ns0:v>-15.5803123735</ns0:v>
                </ns0:pt>
                <ns0:pt idx="1949">
                  <ns0:v>-47.5396337675</ns0:v>
                </ns0:pt>
                <ns0:pt idx="1950">
                  <ns0:v>-50.9101182741</ns0:v>
                </ns0:pt>
                <ns0:pt idx="1951">
                  <ns0:v>-15.7742162011</ns0:v>
                </ns0:pt>
                <ns0:pt idx="1952">
                  <ns0:v>39.0964657686</ns0:v>
                </ns0:pt>
                <ns0:pt idx="1953">
                  <ns0:v>78.4484325658</ns0:v>
                </ns0:pt>
                <ns0:pt idx="1954">
                  <ns0:v>78.085103354</ns0:v>
                </ns0:pt>
                <ns0:pt idx="1955">
                  <ns0:v>43.0526664116</ns0:v>
                </ns0:pt>
                <ns0:pt idx="1956">
                  <ns0:v>-10.6545421514</ns0:v>
                </ns0:pt>
                <ns0:pt idx="1957">
                  <ns0:v>-73.526580527</ns0:v>
                </ns0:pt>
                <ns0:pt idx="1958">
                  <ns0:v>-119.21863856</ns0:v>
                </ns0:pt>
                <ns0:pt idx="1959">
                  <ns0:v>-113.341690745</ns0:v>
                </ns0:pt>
                <ns0:pt idx="1960">
                  <ns0:v>-49.2609218945</ns0:v>
                </ns0:pt>
                <ns0:pt idx="1961">
                  <ns0:v>41.3580578509</ns0:v>
                </ns0:pt>
                <ns0:pt idx="1962">
                  <ns0:v>111.475178369</ns0:v>
                </ns0:pt>
                <ns0:pt idx="1963">
                  <ns0:v>120.6608161</ns0:v>
                </ns0:pt>
                <ns0:pt idx="1964">
                  <ns0:v>67.3923549979</ns0:v>
                </ns0:pt>
                <ns0:pt idx="1965">
                  <ns0:v>-6.36296994807</ns0:v>
                </ns0:pt>
                <ns0:pt idx="1966">
                  <ns0:v>-62.2227679104</ns0:v>
                </ns0:pt>
                <ns0:pt idx="1967">
                  <ns0:v>-85.1292398542</ns0:v>
                </ns0:pt>
                <ns0:pt idx="1968">
                  <ns0:v>-67.0724094145</ns0:v>
                </ns0:pt>
                <ns0:pt idx="1969">
                  <ns0:v>-9.93975500751</ns0:v>
                </ns0:pt>
                <ns0:pt idx="1970">
                  <ns0:v>48.3444723799</ns0:v>
                </ns0:pt>
                <ns0:pt idx="1971">
                  <ns0:v>64.1725496423</ns0:v>
                </ns0:pt>
                <ns0:pt idx="1972">
                  <ns0:v>38.9555793969</ns0:v>
                </ns0:pt>
                <ns0:pt idx="1973">
                  <ns0:v>4.06544446223</ns0:v>
                </ns0:pt>
                <ns0:pt idx="1974">
                  <ns0:v>-22.205863816</ns0:v>
                </ns0:pt>
                <ns0:pt idx="1975">
                  <ns0:v>-39.1863259632</ns0:v>
                </ns0:pt>
                <ns0:pt idx="1976">
                  <ns0:v>-45.7153696653</ns0:v>
                </ns0:pt>
                <ns0:pt idx="1977">
                  <ns0:v>-45.3093437655</ns0:v>
                </ns0:pt>
                <ns0:pt idx="1978">
                  <ns0:v>-51.6042911141</ns0:v>
                </ns0:pt>
                <ns0:pt idx="1979">
                  <ns0:v>-59.0000411163</ns0:v>
                </ns0:pt>
                <ns0:pt idx="1980">
                  <ns0:v>-49.7760524168</ns0:v>
                </ns0:pt>
                <ns0:pt idx="1981">
                  <ns0:v>-20.4398398891</ns0:v>
                </ns0:pt>
                <ns0:pt idx="1982">
                  <ns0:v>12.468441492</ns0:v>
                </ns0:pt>
                <ns0:pt idx="1983">
                  <ns0:v>39.4398911595</ns0:v>
                </ns0:pt>
                <ns0:pt idx="1984">
                  <ns0:v>57.7986525894</ns0:v>
                </ns0:pt>
                <ns0:pt idx="1985">
                  <ns0:v>54.5382437828</ns0:v>
                </ns0:pt>
                <ns0:pt idx="1986">
                  <ns0:v>30.2264916963</ns0:v>
                </ns0:pt>
                <ns0:pt idx="1987">
                  <ns0:v>3.21369338095</ns0:v>
                </ns0:pt>
                <ns0:pt idx="1988">
                  <ns0:v>-20.7840885619</ns0:v>
                </ns0:pt>
                <ns0:pt idx="1989">
                  <ns0:v>-38.0853162925</ns0:v>
                </ns0:pt>
                <ns0:pt idx="1990">
                  <ns0:v>-26.1353905534</ns0:v>
                </ns0:pt>
                <ns0:pt idx="1991">
                  <ns0:v>8.31093780778</ns0:v>
                </ns0:pt>
                <ns0:pt idx="1992">
                  <ns0:v>24.7512613516</ns0:v>
                </ns0:pt>
                <ns0:pt idx="1993">
                  <ns0:v>12.2955197378</ns0:v>
                </ns0:pt>
                <ns0:pt idx="1994">
                  <ns0:v>-10.4735821515</ns0:v>
                </ns0:pt>
                <ns0:pt idx="1995">
                  <ns0:v>-28.5146444238</ns0:v>
                </ns0:pt>
                <ns0:pt idx="1996">
                  <ns0:v>-29.9107469925</ns0:v>
                </ns0:pt>
                <ns0:pt idx="1997">
                  <ns0:v>-6.51316141609</ns0:v>
                </ns0:pt>
                <ns0:pt idx="1998">
                  <ns0:v>27.609699891</ns0:v>
                </ns0:pt>
              </ns0:numCache>
            </ns0:numRef>
          </ns0:yVal>
          <ns0:smooth val="0"/>
        </ns0:ser>
        <ns0:axId val="48650112"/>
        <ns0:axId val="48672768"/>
      </ns0:scatterChart>
      <ns0:valAx>
        <ns0:axId val="48672768"/>
        <ns0:scaling>
          <ns0:orientation val="minMax"/>
          <ns0:max val="350"/>
          <ns0:min val="-350"/>
        </ns0:scaling>
        <ns0:delete val="0"/>
        <ns0:axPos val="l"/>
        <ns0:majorGridlines>
          <ns0:spPr>
            <ns1:ln w="4763">
              <ns1:solidFill>
                <ns1:srgbClr val="D8D5CE"/>
              </ns1:solidFill>
              <ns1:prstDash val="solid"/>
            </ns1:ln>
          </ns0:spPr>
        </ns0:majorGridlines>
        <ns0:title>
          <ns0:tx>
            <ns0:rich>
              <ns1:bodyPr/>
              <ns1:lstStyle/>
              <ns1:p>
                <ns1:r>
                  <ns1:rPr sz="1425">
                    <ns1:latin typeface="Arial"/>
                    <ns1:ea typeface="Arial"/>
                    <ns1:cs typeface="Arial"/>
                  </ns1:rPr>
                  <ns1:t>Output (mV)</ns1:t>
                </ns1:r>
              </ns1:p>
            </ns0:rich>
          </ns0:tx>
          <ns0:overlay val="0"/>
          <ns0:txPr>
            <ns1:bodyPr anchorCtr="1"/>
            <ns1:lstStyle/>
            <ns1:p>
              <ns1:pPr>
                <ns1:defRPr sz="1425">
                  <ns1:latin typeface="Arial"/>
                  <ns1:ea typeface="Arial"/>
                  <ns1:cs typeface="Arial"/>
                </ns1:defRPr>
              </ns1:pPr>
            </ns1:p>
          </ns0:txPr>
        </ns0:title>
        <ns0:numFmt formatCode="0"/>
        <ns0:majorTickMark val="none"/>
        <ns0:minorTickMark val="none"/>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50112"/>
        <ns0:majorUnit val="350"/>
      </ns0:valAx>
      <ns0:valAx>
        <ns0:axId val="48650112"/>
        <ns0:scaling>
          <ns0:orientation val="minMax"/>
          <ns0:max val="3.3"/>
          <ns0:min val="0"/>
        </ns0:scaling>
        <ns0:delete val="0"/>
        <ns0:axPos val="b"/>
        <ns0:numFmt formatCode="0.0"/>
        <ns0:majorTickMark val="none"/>
        <ns0:minorTickMark val="none"/>
        <ns0:tickLblPos val="low"/>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72768"/>
        <ns0:majorUnit val="1"/>
      </ns0:valAx>
      <ns0:spPr>
        <ns1:solidFill>
          <ns1:srgbClr val="F5F3EF"/>
        </ns1:solidFill>
        <ns1:ln w="0">
          <ns1:noFill/>
          <ns1:prstDash val="solid"/>
        </ns1:ln>
      </ns0:spPr>
    </ns0:plotArea>
    <ns0:legend>
      <ns0:legendPos val="b"/>
      <ns0:overlay val="0"/>
      <ns0:txPr>
        <ns1:bodyPr anchorCtr="1"/>
        <ns1:lstStyle/>
        <ns1:p>
          <ns1:pPr>
            <ns1:defRPr sz="1350">
              <ns1:solidFill>
                <ns1:srgbClr val="1C1C1C"/>
              </ns1:solidFill>
              <ns1:latin typeface="Arial"/>
              <ns1:ea typeface="Arial"/>
              <ns1:cs typeface="Arial"/>
            </ns1:defRPr>
          </ns1:pPr>
        </ns1:p>
      </ns0:txPr>
    </ns0:legend>
    <ns0:plotVisOnly val="1"/>
  </ns0:chart>
  <ns0:spPr>
    <ns1:solidFill>
      <ns1:srgbClr val="F5F3EF"/>
    </ns1:solidFill>
    <ns1:ln w="0">
      <ns1:noFill/>
      <ns1:prstDash val="solid"/>
    </ns1:ln>
  </ns0:spPr>
  <ns0:externalData r:id="rIdChartSnapshot1">
    <ns0:autoUpdate val="0"/>
  </ns0:externalData>
</ns0:chartSpace>
</file>

<file path=ppt/slides/charts/chart2.xml><?xml version="1.0" encoding="utf-8"?>
<ns0:chartSpace xmlns:ns0="http://schemas.openxmlformats.org/drawingml/2006/chart" xmlns:ns1="http://schemas.openxmlformats.org/drawingml/2006/main" xmlns:r="http://schemas.openxmlformats.org/officeDocument/2006/relationships">
  <ns0:lang val="en-US"/>
  <ns0:chart>
    <ns0:title>
      <ns0:tx>
        <ns0:rich>
          <ns1:bodyPr/>
          <ns1:lstStyle/>
          <ns1:p>
            <ns1:r>
              <ns1:rPr sz="1500">
                <ns1:solidFill>
                  <ns1:srgbClr val="1C1C1C"/>
                </ns1:solidFill>
                <ns1:latin typeface="Arial"/>
                <ns1:ea typeface="Arial"/>
                <ns1:cs typeface="Arial"/>
              </ns1:rPr>
              <ns1:t>Residual: Prediction Minus Measurement</ns1:t>
            </ns1:r>
          </ns1:p>
        </ns0:rich>
      </ns0:tx>
      <ns0:overlay val="0"/>
      <ns0:txPr>
        <ns1:bodyPr anchorCtr="1"/>
        <ns1:lstStyle/>
        <ns1:p>
          <ns1:pPr>
            <ns1:defRPr sz="1500">
              <ns1:solidFill>
                <ns1:srgbClr val="1C1C1C"/>
              </ns1:solidFill>
              <ns1:latin typeface="Arial"/>
              <ns1:ea typeface="Arial"/>
              <ns1:cs typeface="Arial"/>
            </ns1:defRPr>
          </ns1:pPr>
        </ns1:p>
      </ns0:txPr>
    </ns0:title>
    <ns0:plotArea>
      <ns0:scatterChart>
        <ns0:scatterStyle val="lineMarker"/>
        <ns0:varyColors val="0"/>
        <ns0:ser>
          <ns0:idx val="0"/>
          <ns0:order val="0"/>
          <ns0:tx>
            <ns0:v>Neural ODE Residual</ns0:v>
          </ns0:tx>
          <ns0:spPr>
            <ns1:ln w="13335">
              <ns1:solidFill>
                <ns1:srgbClr val="A4343A"/>
              </ns1:solidFill>
              <ns1:prstDash val="solid"/>
            </ns1:ln>
          </ns0:spPr>
          <ns0:marker>
            <ns0:symbol val="none"/>
          </ns0:marker>
          <ns0:xVal>
            <ns0:numRef>
              <ns0:f>'Chart Data'!$A$2:$A$1999</ns0:f>
              <ns0:numCache>
                <ns0:formatCode>General</ns0:formatCode>
                <ns0:ptCount val="1998"/>
                <ns0:pt idx="0">
                  <ns0:v>0.00163840419431</ns0:v>
                </ns0:pt>
                <ns0:pt idx="1">
                  <ns0:v>0.00327680838863</ns0:v>
                </ns0:pt>
                <ns0:pt idx="2">
                  <ns0:v>0.00491521258294</ns0:v>
                </ns0:pt>
                <ns0:pt idx="3">
                  <ns0:v>0.00655361677726</ns0:v>
                </ns0:pt>
                <ns0:pt idx="4">
                  <ns0:v>0.00819202097157</ns0:v>
                </ns0:pt>
                <ns0:pt idx="5">
                  <ns0:v>0.00983042516589</ns0:v>
                </ns0:pt>
                <ns0:pt idx="6">
                  <ns0:v>0.0114688293602</ns0:v>
                </ns0:pt>
                <ns0:pt idx="7">
                  <ns0:v>0.0131072335545</ns0:v>
                </ns0:pt>
                <ns0:pt idx="8">
                  <ns0:v>0.0147456377488</ns0:v>
                </ns0:pt>
                <ns0:pt idx="9">
                  <ns0:v>0.0163840419431</ns0:v>
                </ns0:pt>
                <ns0:pt idx="10">
                  <ns0:v>0.0180224461375</ns0:v>
                </ns0:pt>
                <ns0:pt idx="11">
                  <ns0:v>0.0196608503318</ns0:v>
                </ns0:pt>
                <ns0:pt idx="12">
                  <ns0:v>0.0212992545261</ns0:v>
                </ns0:pt>
                <ns0:pt idx="13">
                  <ns0:v>0.0229376587204</ns0:v>
                </ns0:pt>
                <ns0:pt idx="14">
                  <ns0:v>0.0245760629147</ns0:v>
                </ns0:pt>
                <ns0:pt idx="15">
                  <ns0:v>0.026214467109</ns0:v>
                </ns0:pt>
                <ns0:pt idx="16">
                  <ns0:v>0.0278528713034</ns0:v>
                </ns0:pt>
                <ns0:pt idx="17">
                  <ns0:v>0.0294912754977</ns0:v>
                </ns0:pt>
                <ns0:pt idx="18">
                  <ns0:v>0.031129679692</ns0:v>
                </ns0:pt>
                <ns0:pt idx="19">
                  <ns0:v>0.0327680838863</ns0:v>
                </ns0:pt>
                <ns0:pt idx="20">
                  <ns0:v>0.0344064880806</ns0:v>
                </ns0:pt>
                <ns0:pt idx="21">
                  <ns0:v>0.0360448922749</ns0:v>
                </ns0:pt>
                <ns0:pt idx="22">
                  <ns0:v>0.0376832964692</ns0:v>
                </ns0:pt>
                <ns0:pt idx="23">
                  <ns0:v>0.0393217006636</ns0:v>
                </ns0:pt>
                <ns0:pt idx="24">
                  <ns0:v>0.0409601048579</ns0:v>
                </ns0:pt>
                <ns0:pt idx="25">
                  <ns0:v>0.0425985090522</ns0:v>
                </ns0:pt>
                <ns0:pt idx="26">
                  <ns0:v>0.0442369132465</ns0:v>
                </ns0:pt>
                <ns0:pt idx="27">
                  <ns0:v>0.0458753174408</ns0:v>
                </ns0:pt>
                <ns0:pt idx="28">
                  <ns0:v>0.0475137216351</ns0:v>
                </ns0:pt>
                <ns0:pt idx="29">
                  <ns0:v>0.0491521258294</ns0:v>
                </ns0:pt>
                <ns0:pt idx="30">
                  <ns0:v>0.0507905300238</ns0:v>
                </ns0:pt>
                <ns0:pt idx="31">
                  <ns0:v>0.0524289342181</ns0:v>
                </ns0:pt>
                <ns0:pt idx="32">
                  <ns0:v>0.0540673384124</ns0:v>
                </ns0:pt>
                <ns0:pt idx="33">
                  <ns0:v>0.0557057426067</ns0:v>
                </ns0:pt>
                <ns0:pt idx="34">
                  <ns0:v>0.057344146801</ns0:v>
                </ns0:pt>
                <ns0:pt idx="35">
                  <ns0:v>0.0589825509953</ns0:v>
                </ns0:pt>
                <ns0:pt idx="36">
                  <ns0:v>0.0606209551896</ns0:v>
                </ns0:pt>
                <ns0:pt idx="37">
                  <ns0:v>0.062259359384</ns0:v>
                </ns0:pt>
                <ns0:pt idx="38">
                  <ns0:v>0.0638977635783</ns0:v>
                </ns0:pt>
                <ns0:pt idx="39">
                  <ns0:v>0.0655361677726</ns0:v>
                </ns0:pt>
                <ns0:pt idx="40">
                  <ns0:v>0.0671745719669</ns0:v>
                </ns0:pt>
                <ns0:pt idx="41">
                  <ns0:v>0.0688129761612</ns0:v>
                </ns0:pt>
                <ns0:pt idx="42">
                  <ns0:v>0.0704513803555</ns0:v>
                </ns0:pt>
                <ns0:pt idx="43">
                  <ns0:v>0.0720897845498</ns0:v>
                </ns0:pt>
                <ns0:pt idx="44">
                  <ns0:v>0.0737281887442</ns0:v>
                </ns0:pt>
                <ns0:pt idx="45">
                  <ns0:v>0.0753665929385</ns0:v>
                </ns0:pt>
                <ns0:pt idx="46">
                  <ns0:v>0.0770049971328</ns0:v>
                </ns0:pt>
                <ns0:pt idx="47">
                  <ns0:v>0.0786434013271</ns0:v>
                </ns0:pt>
                <ns0:pt idx="48">
                  <ns0:v>0.0802818055214</ns0:v>
                </ns0:pt>
                <ns0:pt idx="49">
                  <ns0:v>0.0819202097157</ns0:v>
                </ns0:pt>
                <ns0:pt idx="50">
                  <ns0:v>0.0835586139101</ns0:v>
                </ns0:pt>
                <ns0:pt idx="51">
                  <ns0:v>0.0851970181044</ns0:v>
                </ns0:pt>
                <ns0:pt idx="52">
                  <ns0:v>0.0868354222987</ns0:v>
                </ns0:pt>
                <ns0:pt idx="53">
                  <ns0:v>0.088473826493</ns0:v>
                </ns0:pt>
                <ns0:pt idx="54">
                  <ns0:v>0.0901122306873</ns0:v>
                </ns0:pt>
                <ns0:pt idx="55">
                  <ns0:v>0.0917506348816</ns0:v>
                </ns0:pt>
                <ns0:pt idx="56">
                  <ns0:v>0.0933890390759</ns0:v>
                </ns0:pt>
                <ns0:pt idx="57">
                  <ns0:v>0.0950274432703</ns0:v>
                </ns0:pt>
                <ns0:pt idx="58">
                  <ns0:v>0.0966658474646</ns0:v>
                </ns0:pt>
                <ns0:pt idx="59">
                  <ns0:v>0.0983042516589</ns0:v>
                </ns0:pt>
                <ns0:pt idx="60">
                  <ns0:v>0.0999426558532</ns0:v>
                </ns0:pt>
                <ns0:pt idx="61">
                  <ns0:v>0.101581060048</ns0:v>
                </ns0:pt>
                <ns0:pt idx="62">
                  <ns0:v>0.103219464242</ns0:v>
                </ns0:pt>
                <ns0:pt idx="63">
                  <ns0:v>0.104857868436</ns0:v>
                </ns0:pt>
                <ns0:pt idx="64">
                  <ns0:v>0.10649627263</ns0:v>
                </ns0:pt>
                <ns0:pt idx="65">
                  <ns0:v>0.108134676825</ns0:v>
                </ns0:pt>
                <ns0:pt idx="66">
                  <ns0:v>0.109773081019</ns0:v>
                </ns0:pt>
                <ns0:pt idx="67">
                  <ns0:v>0.111411485213</ns0:v>
                </ns0:pt>
                <ns0:pt idx="68">
                  <ns0:v>0.113049889408</ns0:v>
                </ns0:pt>
                <ns0:pt idx="69">
                  <ns0:v>0.114688293602</ns0:v>
                </ns0:pt>
                <ns0:pt idx="70">
                  <ns0:v>0.116326697796</ns0:v>
                </ns0:pt>
                <ns0:pt idx="71">
                  <ns0:v>0.117965101991</ns0:v>
                </ns0:pt>
                <ns0:pt idx="72">
                  <ns0:v>0.119603506185</ns0:v>
                </ns0:pt>
                <ns0:pt idx="73">
                  <ns0:v>0.121241910379</ns0:v>
                </ns0:pt>
                <ns0:pt idx="74">
                  <ns0:v>0.122880314574</ns0:v>
                </ns0:pt>
                <ns0:pt idx="75">
                  <ns0:v>0.124518718768</ns0:v>
                </ns0:pt>
                <ns0:pt idx="76">
                  <ns0:v>0.126157122962</ns0:v>
                </ns0:pt>
                <ns0:pt idx="77">
                  <ns0:v>0.127795527157</ns0:v>
                </ns0:pt>
                <ns0:pt idx="78">
                  <ns0:v>0.129433931351</ns0:v>
                </ns0:pt>
                <ns0:pt idx="79">
                  <ns0:v>0.131072335545</ns0:v>
                </ns0:pt>
                <ns0:pt idx="80">
                  <ns0:v>0.132710739739</ns0:v>
                </ns0:pt>
                <ns0:pt idx="81">
                  <ns0:v>0.134349143934</ns0:v>
                </ns0:pt>
                <ns0:pt idx="82">
                  <ns0:v>0.135987548128</ns0:v>
                </ns0:pt>
                <ns0:pt idx="83">
                  <ns0:v>0.137625952322</ns0:v>
                </ns0:pt>
                <ns0:pt idx="84">
                  <ns0:v>0.139264356517</ns0:v>
                </ns0:pt>
                <ns0:pt idx="85">
                  <ns0:v>0.140902760711</ns0:v>
                </ns0:pt>
                <ns0:pt idx="86">
                  <ns0:v>0.142541164905</ns0:v>
                </ns0:pt>
                <ns0:pt idx="87">
                  <ns0:v>0.1441795691</ns0:v>
                </ns0:pt>
                <ns0:pt idx="88">
                  <ns0:v>0.145817973294</ns0:v>
                </ns0:pt>
                <ns0:pt idx="89">
                  <ns0:v>0.147456377488</ns0:v>
                </ns0:pt>
                <ns0:pt idx="90">
                  <ns0:v>0.149094781683</ns0:v>
                </ns0:pt>
                <ns0:pt idx="91">
                  <ns0:v>0.150733185877</ns0:v>
                </ns0:pt>
                <ns0:pt idx="92">
                  <ns0:v>0.152371590071</ns0:v>
                </ns0:pt>
                <ns0:pt idx="93">
                  <ns0:v>0.154009994266</ns0:v>
                </ns0:pt>
                <ns0:pt idx="94">
                  <ns0:v>0.15564839846</ns0:v>
                </ns0:pt>
                <ns0:pt idx="95">
                  <ns0:v>0.157286802654</ns0:v>
                </ns0:pt>
                <ns0:pt idx="96">
                  <ns0:v>0.158925206849</ns0:v>
                </ns0:pt>
                <ns0:pt idx="97">
                  <ns0:v>0.160563611043</ns0:v>
                </ns0:pt>
                <ns0:pt idx="98">
                  <ns0:v>0.162202015237</ns0:v>
                </ns0:pt>
                <ns0:pt idx="99">
                  <ns0:v>0.163840419431</ns0:v>
                </ns0:pt>
                <ns0:pt idx="100">
                  <ns0:v>0.165478823626</ns0:v>
                </ns0:pt>
                <ns0:pt idx="101">
                  <ns0:v>0.16711722782</ns0:v>
                </ns0:pt>
                <ns0:pt idx="102">
                  <ns0:v>0.168755632014</ns0:v>
                </ns0:pt>
                <ns0:pt idx="103">
                  <ns0:v>0.170394036209</ns0:v>
                </ns0:pt>
                <ns0:pt idx="104">
                  <ns0:v>0.172032440403</ns0:v>
                </ns0:pt>
                <ns0:pt idx="105">
                  <ns0:v>0.173670844597</ns0:v>
                </ns0:pt>
                <ns0:pt idx="106">
                  <ns0:v>0.175309248792</ns0:v>
                </ns0:pt>
                <ns0:pt idx="107">
                  <ns0:v>0.176947652986</ns0:v>
                </ns0:pt>
                <ns0:pt idx="108">
                  <ns0:v>0.17858605718</ns0:v>
                </ns0:pt>
                <ns0:pt idx="109">
                  <ns0:v>0.180224461375</ns0:v>
                </ns0:pt>
                <ns0:pt idx="110">
                  <ns0:v>0.181862865569</ns0:v>
                </ns0:pt>
                <ns0:pt idx="111">
                  <ns0:v>0.183501269763</ns0:v>
                </ns0:pt>
                <ns0:pt idx="112">
                  <ns0:v>0.185139673958</ns0:v>
                </ns0:pt>
                <ns0:pt idx="113">
                  <ns0:v>0.186778078152</ns0:v>
                </ns0:pt>
                <ns0:pt idx="114">
                  <ns0:v>0.188416482346</ns0:v>
                </ns0:pt>
                <ns0:pt idx="115">
                  <ns0:v>0.190054886541</ns0:v>
                </ns0:pt>
                <ns0:pt idx="116">
                  <ns0:v>0.191693290735</ns0:v>
                </ns0:pt>
                <ns0:pt idx="117">
                  <ns0:v>0.193331694929</ns0:v>
                </ns0:pt>
                <ns0:pt idx="118">
                  <ns0:v>0.194970099123</ns0:v>
                </ns0:pt>
                <ns0:pt idx="119">
                  <ns0:v>0.196608503318</ns0:v>
                </ns0:pt>
                <ns0:pt idx="120">
                  <ns0:v>0.198246907512</ns0:v>
                </ns0:pt>
                <ns0:pt idx="121">
                  <ns0:v>0.199885311706</ns0:v>
                </ns0:pt>
                <ns0:pt idx="122">
                  <ns0:v>0.201523715901</ns0:v>
                </ns0:pt>
                <ns0:pt idx="123">
                  <ns0:v>0.203162120095</ns0:v>
                </ns0:pt>
                <ns0:pt idx="124">
                  <ns0:v>0.204800524289</ns0:v>
                </ns0:pt>
                <ns0:pt idx="125">
                  <ns0:v>0.206438928484</ns0:v>
                </ns0:pt>
                <ns0:pt idx="126">
                  <ns0:v>0.208077332678</ns0:v>
                </ns0:pt>
                <ns0:pt idx="127">
                  <ns0:v>0.209715736872</ns0:v>
                </ns0:pt>
                <ns0:pt idx="128">
                  <ns0:v>0.211354141067</ns0:v>
                </ns0:pt>
                <ns0:pt idx="129">
                  <ns0:v>0.212992545261</ns0:v>
                </ns0:pt>
                <ns0:pt idx="130">
                  <ns0:v>0.214630949455</ns0:v>
                </ns0:pt>
                <ns0:pt idx="131">
                  <ns0:v>0.21626935365</ns0:v>
                </ns0:pt>
                <ns0:pt idx="132">
                  <ns0:v>0.217907757844</ns0:v>
                </ns0:pt>
                <ns0:pt idx="133">
                  <ns0:v>0.219546162038</ns0:v>
                </ns0:pt>
                <ns0:pt idx="134">
                  <ns0:v>0.221184566232</ns0:v>
                </ns0:pt>
                <ns0:pt idx="135">
                  <ns0:v>0.222822970427</ns0:v>
                </ns0:pt>
                <ns0:pt idx="136">
                  <ns0:v>0.224461374621</ns0:v>
                </ns0:pt>
                <ns0:pt idx="137">
                  <ns0:v>0.226099778815</ns0:v>
                </ns0:pt>
                <ns0:pt idx="138">
                  <ns0:v>0.22773818301</ns0:v>
                </ns0:pt>
                <ns0:pt idx="139">
                  <ns0:v>0.229376587204</ns0:v>
                </ns0:pt>
                <ns0:pt idx="140">
                  <ns0:v>0.231014991398</ns0:v>
                </ns0:pt>
                <ns0:pt idx="141">
                  <ns0:v>0.232653395593</ns0:v>
                </ns0:pt>
                <ns0:pt idx="142">
                  <ns0:v>0.234291799787</ns0:v>
                </ns0:pt>
                <ns0:pt idx="143">
                  <ns0:v>0.235930203981</ns0:v>
                </ns0:pt>
                <ns0:pt idx="144">
                  <ns0:v>0.237568608176</ns0:v>
                </ns0:pt>
                <ns0:pt idx="145">
                  <ns0:v>0.23920701237</ns0:v>
                </ns0:pt>
                <ns0:pt idx="146">
                  <ns0:v>0.240845416564</ns0:v>
                </ns0:pt>
                <ns0:pt idx="147">
                  <ns0:v>0.242483820759</ns0:v>
                </ns0:pt>
                <ns0:pt idx="148">
                  <ns0:v>0.244122224953</ns0:v>
                </ns0:pt>
                <ns0:pt idx="149">
                  <ns0:v>0.245760629147</ns0:v>
                </ns0:pt>
                <ns0:pt idx="150">
                  <ns0:v>0.247399033342</ns0:v>
                </ns0:pt>
                <ns0:pt idx="151">
                  <ns0:v>0.249037437536</ns0:v>
                </ns0:pt>
                <ns0:pt idx="152">
                  <ns0:v>0.25067584173</ns0:v>
                </ns0:pt>
                <ns0:pt idx="153">
                  <ns0:v>0.252314245924</ns0:v>
                </ns0:pt>
                <ns0:pt idx="154">
                  <ns0:v>0.253952650119</ns0:v>
                </ns0:pt>
                <ns0:pt idx="155">
                  <ns0:v>0.255591054313</ns0:v>
                </ns0:pt>
                <ns0:pt idx="156">
                  <ns0:v>0.257229458507</ns0:v>
                </ns0:pt>
                <ns0:pt idx="157">
                  <ns0:v>0.258867862702</ns0:v>
                </ns0:pt>
                <ns0:pt idx="158">
                  <ns0:v>0.260506266896</ns0:v>
                </ns0:pt>
                <ns0:pt idx="159">
                  <ns0:v>0.26214467109</ns0:v>
                </ns0:pt>
                <ns0:pt idx="160">
                  <ns0:v>0.263783075285</ns0:v>
                </ns0:pt>
                <ns0:pt idx="161">
                  <ns0:v>0.265421479479</ns0:v>
                </ns0:pt>
                <ns0:pt idx="162">
                  <ns0:v>0.267059883673</ns0:v>
                </ns0:pt>
                <ns0:pt idx="163">
                  <ns0:v>0.268698287868</ns0:v>
                </ns0:pt>
                <ns0:pt idx="164">
                  <ns0:v>0.270336692062</ns0:v>
                </ns0:pt>
                <ns0:pt idx="165">
                  <ns0:v>0.271975096256</ns0:v>
                </ns0:pt>
                <ns0:pt idx="166">
                  <ns0:v>0.273613500451</ns0:v>
                </ns0:pt>
                <ns0:pt idx="167">
                  <ns0:v>0.275251904645</ns0:v>
                </ns0:pt>
                <ns0:pt idx="168">
                  <ns0:v>0.276890308839</ns0:v>
                </ns0:pt>
                <ns0:pt idx="169">
                  <ns0:v>0.278528713034</ns0:v>
                </ns0:pt>
                <ns0:pt idx="170">
                  <ns0:v>0.280167117228</ns0:v>
                </ns0:pt>
                <ns0:pt idx="171">
                  <ns0:v>0.281805521422</ns0:v>
                </ns0:pt>
                <ns0:pt idx="172">
                  <ns0:v>0.283443925616</ns0:v>
                </ns0:pt>
                <ns0:pt idx="173">
                  <ns0:v>0.285082329811</ns0:v>
                </ns0:pt>
                <ns0:pt idx="174">
                  <ns0:v>0.286720734005</ns0:v>
                </ns0:pt>
                <ns0:pt idx="175">
                  <ns0:v>0.288359138199</ns0:v>
                </ns0:pt>
                <ns0:pt idx="176">
                  <ns0:v>0.289997542394</ns0:v>
                </ns0:pt>
                <ns0:pt idx="177">
                  <ns0:v>0.291635946588</ns0:v>
                </ns0:pt>
                <ns0:pt idx="178">
                  <ns0:v>0.293274350782</ns0:v>
                </ns0:pt>
                <ns0:pt idx="179">
                  <ns0:v>0.294912754977</ns0:v>
                </ns0:pt>
                <ns0:pt idx="180">
                  <ns0:v>0.296551159171</ns0:v>
                </ns0:pt>
                <ns0:pt idx="181">
                  <ns0:v>0.298189563365</ns0:v>
                </ns0:pt>
                <ns0:pt idx="182">
                  <ns0:v>0.29982796756</ns0:v>
                </ns0:pt>
                <ns0:pt idx="183">
                  <ns0:v>0.301466371754</ns0:v>
                </ns0:pt>
                <ns0:pt idx="184">
                  <ns0:v>0.303104775948</ns0:v>
                </ns0:pt>
                <ns0:pt idx="185">
                  <ns0:v>0.304743180143</ns0:v>
                </ns0:pt>
                <ns0:pt idx="186">
                  <ns0:v>0.306381584337</ns0:v>
                </ns0:pt>
                <ns0:pt idx="187">
                  <ns0:v>0.308019988531</ns0:v>
                </ns0:pt>
                <ns0:pt idx="188">
                  <ns0:v>0.309658392725</ns0:v>
                </ns0:pt>
                <ns0:pt idx="189">
                  <ns0:v>0.31129679692</ns0:v>
                </ns0:pt>
                <ns0:pt idx="190">
                  <ns0:v>0.312935201114</ns0:v>
                </ns0:pt>
                <ns0:pt idx="191">
                  <ns0:v>0.314573605308</ns0:v>
                </ns0:pt>
                <ns0:pt idx="192">
                  <ns0:v>0.316212009503</ns0:v>
                </ns0:pt>
                <ns0:pt idx="193">
                  <ns0:v>0.317850413697</ns0:v>
                </ns0:pt>
                <ns0:pt idx="194">
                  <ns0:v>0.319488817891</ns0:v>
                </ns0:pt>
                <ns0:pt idx="195">
                  <ns0:v>0.321127222086</ns0:v>
                </ns0:pt>
                <ns0:pt idx="196">
                  <ns0:v>0.32276562628</ns0:v>
                </ns0:pt>
                <ns0:pt idx="197">
                  <ns0:v>0.324404030474</ns0:v>
                </ns0:pt>
                <ns0:pt idx="198">
                  <ns0:v>0.326042434669</ns0:v>
                </ns0:pt>
                <ns0:pt idx="199">
                  <ns0:v>0.327680838863</ns0:v>
                </ns0:pt>
                <ns0:pt idx="200">
                  <ns0:v>0.329319243057</ns0:v>
                </ns0:pt>
                <ns0:pt idx="201">
                  <ns0:v>0.330957647252</ns0:v>
                </ns0:pt>
                <ns0:pt idx="202">
                  <ns0:v>0.332596051446</ns0:v>
                </ns0:pt>
                <ns0:pt idx="203">
                  <ns0:v>0.33423445564</ns0:v>
                </ns0:pt>
                <ns0:pt idx="204">
                  <ns0:v>0.335872859835</ns0:v>
                </ns0:pt>
                <ns0:pt idx="205">
                  <ns0:v>0.337511264029</ns0:v>
                </ns0:pt>
                <ns0:pt idx="206">
                  <ns0:v>0.339149668223</ns0:v>
                </ns0:pt>
                <ns0:pt idx="207">
                  <ns0:v>0.340788072417</ns0:v>
                </ns0:pt>
                <ns0:pt idx="208">
                  <ns0:v>0.342426476612</ns0:v>
                </ns0:pt>
                <ns0:pt idx="209">
                  <ns0:v>0.344064880806</ns0:v>
                </ns0:pt>
                <ns0:pt idx="210">
                  <ns0:v>0.345703285</ns0:v>
                </ns0:pt>
                <ns0:pt idx="211">
                  <ns0:v>0.347341689195</ns0:v>
                </ns0:pt>
                <ns0:pt idx="212">
                  <ns0:v>0.348980093389</ns0:v>
                </ns0:pt>
                <ns0:pt idx="213">
                  <ns0:v>0.350618497583</ns0:v>
                </ns0:pt>
                <ns0:pt idx="214">
                  <ns0:v>0.352256901778</ns0:v>
                </ns0:pt>
                <ns0:pt idx="215">
                  <ns0:v>0.353895305972</ns0:v>
                </ns0:pt>
                <ns0:pt idx="216">
                  <ns0:v>0.355533710166</ns0:v>
                </ns0:pt>
                <ns0:pt idx="217">
                  <ns0:v>0.357172114361</ns0:v>
                </ns0:pt>
                <ns0:pt idx="218">
                  <ns0:v>0.358810518555</ns0:v>
                </ns0:pt>
                <ns0:pt idx="219">
                  <ns0:v>0.360448922749</ns0:v>
                </ns0:pt>
                <ns0:pt idx="220">
                  <ns0:v>0.362087326944</ns0:v>
                </ns0:pt>
                <ns0:pt idx="221">
                  <ns0:v>0.363725731138</ns0:v>
                </ns0:pt>
                <ns0:pt idx="222">
                  <ns0:v>0.365364135332</ns0:v>
                </ns0:pt>
                <ns0:pt idx="223">
                  <ns0:v>0.367002539527</ns0:v>
                </ns0:pt>
                <ns0:pt idx="224">
                  <ns0:v>0.368640943721</ns0:v>
                </ns0:pt>
                <ns0:pt idx="225">
                  <ns0:v>0.370279347915</ns0:v>
                </ns0:pt>
                <ns0:pt idx="226">
                  <ns0:v>0.371917752109</ns0:v>
                </ns0:pt>
                <ns0:pt idx="227">
                  <ns0:v>0.373556156304</ns0:v>
                </ns0:pt>
                <ns0:pt idx="228">
                  <ns0:v>0.375194560498</ns0:v>
                </ns0:pt>
                <ns0:pt idx="229">
                  <ns0:v>0.376832964692</ns0:v>
                </ns0:pt>
                <ns0:pt idx="230">
                  <ns0:v>0.378471368887</ns0:v>
                </ns0:pt>
                <ns0:pt idx="231">
                  <ns0:v>0.380109773081</ns0:v>
                </ns0:pt>
                <ns0:pt idx="232">
                  <ns0:v>0.381748177275</ns0:v>
                </ns0:pt>
                <ns0:pt idx="233">
                  <ns0:v>0.38338658147</ns0:v>
                </ns0:pt>
                <ns0:pt idx="234">
                  <ns0:v>0.385024985664</ns0:v>
                </ns0:pt>
                <ns0:pt idx="235">
                  <ns0:v>0.386663389858</ns0:v>
                </ns0:pt>
                <ns0:pt idx="236">
                  <ns0:v>0.388301794053</ns0:v>
                </ns0:pt>
                <ns0:pt idx="237">
                  <ns0:v>0.389940198247</ns0:v>
                </ns0:pt>
                <ns0:pt idx="238">
                  <ns0:v>0.391578602441</ns0:v>
                </ns0:pt>
                <ns0:pt idx="239">
                  <ns0:v>0.393217006636</ns0:v>
                </ns0:pt>
                <ns0:pt idx="240">
                  <ns0:v>0.39485541083</ns0:v>
                </ns0:pt>
                <ns0:pt idx="241">
                  <ns0:v>0.396493815024</ns0:v>
                </ns0:pt>
                <ns0:pt idx="242">
                  <ns0:v>0.398132219218</ns0:v>
                </ns0:pt>
                <ns0:pt idx="243">
                  <ns0:v>0.399770623413</ns0:v>
                </ns0:pt>
                <ns0:pt idx="244">
                  <ns0:v>0.401409027607</ns0:v>
                </ns0:pt>
                <ns0:pt idx="245">
                  <ns0:v>0.403047431801</ns0:v>
                </ns0:pt>
                <ns0:pt idx="246">
                  <ns0:v>0.404685835996</ns0:v>
                </ns0:pt>
                <ns0:pt idx="247">
                  <ns0:v>0.40632424019</ns0:v>
                </ns0:pt>
                <ns0:pt idx="248">
                  <ns0:v>0.407962644384</ns0:v>
                </ns0:pt>
                <ns0:pt idx="249">
                  <ns0:v>0.409601048579</ns0:v>
                </ns0:pt>
                <ns0:pt idx="250">
                  <ns0:v>0.411239452773</ns0:v>
                </ns0:pt>
                <ns0:pt idx="251">
                  <ns0:v>0.412877856967</ns0:v>
                </ns0:pt>
                <ns0:pt idx="252">
                  <ns0:v>0.414516261162</ns0:v>
                </ns0:pt>
                <ns0:pt idx="253">
                  <ns0:v>0.416154665356</ns0:v>
                </ns0:pt>
                <ns0:pt idx="254">
                  <ns0:v>0.41779306955</ns0:v>
                </ns0:pt>
                <ns0:pt idx="255">
                  <ns0:v>0.419431473745</ns0:v>
                </ns0:pt>
                <ns0:pt idx="256">
                  <ns0:v>0.421069877939</ns0:v>
                </ns0:pt>
                <ns0:pt idx="257">
                  <ns0:v>0.422708282133</ns0:v>
                </ns0:pt>
                <ns0:pt idx="258">
                  <ns0:v>0.424346686328</ns0:v>
                </ns0:pt>
                <ns0:pt idx="259">
                  <ns0:v>0.425985090522</ns0:v>
                </ns0:pt>
                <ns0:pt idx="260">
                  <ns0:v>0.427623494716</ns0:v>
                </ns0:pt>
                <ns0:pt idx="261">
                  <ns0:v>0.42926189891</ns0:v>
                </ns0:pt>
                <ns0:pt idx="262">
                  <ns0:v>0.430900303105</ns0:v>
                </ns0:pt>
                <ns0:pt idx="263">
                  <ns0:v>0.432538707299</ns0:v>
                </ns0:pt>
                <ns0:pt idx="264">
                  <ns0:v>0.434177111493</ns0:v>
                </ns0:pt>
                <ns0:pt idx="265">
                  <ns0:v>0.435815515688</ns0:v>
                </ns0:pt>
                <ns0:pt idx="266">
                  <ns0:v>0.437453919882</ns0:v>
                </ns0:pt>
                <ns0:pt idx="267">
                  <ns0:v>0.439092324076</ns0:v>
                </ns0:pt>
                <ns0:pt idx="268">
                  <ns0:v>0.440730728271</ns0:v>
                </ns0:pt>
                <ns0:pt idx="269">
                  <ns0:v>0.442369132465</ns0:v>
                </ns0:pt>
                <ns0:pt idx="270">
                  <ns0:v>0.444007536659</ns0:v>
                </ns0:pt>
                <ns0:pt idx="271">
                  <ns0:v>0.445645940854</ns0:v>
                </ns0:pt>
                <ns0:pt idx="272">
                  <ns0:v>0.447284345048</ns0:v>
                </ns0:pt>
                <ns0:pt idx="273">
                  <ns0:v>0.448922749242</ns0:v>
                </ns0:pt>
                <ns0:pt idx="274">
                  <ns0:v>0.450561153437</ns0:v>
                </ns0:pt>
                <ns0:pt idx="275">
                  <ns0:v>0.452199557631</ns0:v>
                </ns0:pt>
                <ns0:pt idx="276">
                  <ns0:v>0.453837961825</ns0:v>
                </ns0:pt>
                <ns0:pt idx="277">
                  <ns0:v>0.455476366019</ns0:v>
                </ns0:pt>
                <ns0:pt idx="278">
                  <ns0:v>0.457114770214</ns0:v>
                </ns0:pt>
                <ns0:pt idx="279">
                  <ns0:v>0.458753174408</ns0:v>
                </ns0:pt>
                <ns0:pt idx="280">
                  <ns0:v>0.460391578602</ns0:v>
                </ns0:pt>
                <ns0:pt idx="281">
                  <ns0:v>0.462029982797</ns0:v>
                </ns0:pt>
                <ns0:pt idx="282">
                  <ns0:v>0.463668386991</ns0:v>
                </ns0:pt>
                <ns0:pt idx="283">
                  <ns0:v>0.465306791185</ns0:v>
                </ns0:pt>
                <ns0:pt idx="284">
                  <ns0:v>0.46694519538</ns0:v>
                </ns0:pt>
                <ns0:pt idx="285">
                  <ns0:v>0.468583599574</ns0:v>
                </ns0:pt>
                <ns0:pt idx="286">
                  <ns0:v>0.470222003768</ns0:v>
                </ns0:pt>
                <ns0:pt idx="287">
                  <ns0:v>0.471860407963</ns0:v>
                </ns0:pt>
                <ns0:pt idx="288">
                  <ns0:v>0.473498812157</ns0:v>
                </ns0:pt>
                <ns0:pt idx="289">
                  <ns0:v>0.475137216351</ns0:v>
                </ns0:pt>
                <ns0:pt idx="290">
                  <ns0:v>0.476775620546</ns0:v>
                </ns0:pt>
                <ns0:pt idx="291">
                  <ns0:v>0.47841402474</ns0:v>
                </ns0:pt>
                <ns0:pt idx="292">
                  <ns0:v>0.480052428934</ns0:v>
                </ns0:pt>
                <ns0:pt idx="293">
                  <ns0:v>0.481690833129</ns0:v>
                </ns0:pt>
                <ns0:pt idx="294">
                  <ns0:v>0.483329237323</ns0:v>
                </ns0:pt>
                <ns0:pt idx="295">
                  <ns0:v>0.484967641517</ns0:v>
                </ns0:pt>
                <ns0:pt idx="296">
                  <ns0:v>0.486606045711</ns0:v>
                </ns0:pt>
                <ns0:pt idx="297">
                  <ns0:v>0.488244449906</ns0:v>
                </ns0:pt>
                <ns0:pt idx="298">
                  <ns0:v>0.4898828541</ns0:v>
                </ns0:pt>
                <ns0:pt idx="299">
                  <ns0:v>0.491521258294</ns0:v>
                </ns0:pt>
                <ns0:pt idx="300">
                  <ns0:v>0.493159662489</ns0:v>
                </ns0:pt>
                <ns0:pt idx="301">
                  <ns0:v>0.494798066683</ns0:v>
                </ns0:pt>
                <ns0:pt idx="302">
                  <ns0:v>0.496436470877</ns0:v>
                </ns0:pt>
                <ns0:pt idx="303">
                  <ns0:v>0.498074875072</ns0:v>
                </ns0:pt>
                <ns0:pt idx="304">
                  <ns0:v>0.499713279266</ns0:v>
                </ns0:pt>
                <ns0:pt idx="305">
                  <ns0:v>0.50135168346</ns0:v>
                </ns0:pt>
                <ns0:pt idx="306">
                  <ns0:v>0.502990087655</ns0:v>
                </ns0:pt>
                <ns0:pt idx="307">
                  <ns0:v>0.504628491849</ns0:v>
                </ns0:pt>
                <ns0:pt idx="308">
                  <ns0:v>0.506266896043</ns0:v>
                </ns0:pt>
                <ns0:pt idx="309">
                  <ns0:v>0.507905300238</ns0:v>
                </ns0:pt>
                <ns0:pt idx="310">
                  <ns0:v>0.509543704432</ns0:v>
                </ns0:pt>
                <ns0:pt idx="311">
                  <ns0:v>0.511182108626</ns0:v>
                </ns0:pt>
                <ns0:pt idx="312">
                  <ns0:v>0.512820512821</ns0:v>
                </ns0:pt>
                <ns0:pt idx="313">
                  <ns0:v>0.514458917015</ns0:v>
                </ns0:pt>
                <ns0:pt idx="314">
                  <ns0:v>0.516097321209</ns0:v>
                </ns0:pt>
                <ns0:pt idx="315">
                  <ns0:v>0.517735725403</ns0:v>
                </ns0:pt>
                <ns0:pt idx="316">
                  <ns0:v>0.519374129598</ns0:v>
                </ns0:pt>
                <ns0:pt idx="317">
                  <ns0:v>0.521012533792</ns0:v>
                </ns0:pt>
                <ns0:pt idx="318">
                  <ns0:v>0.522650937986</ns0:v>
                </ns0:pt>
                <ns0:pt idx="319">
                  <ns0:v>0.524289342181</ns0:v>
                </ns0:pt>
                <ns0:pt idx="320">
                  <ns0:v>0.525927746375</ns0:v>
                </ns0:pt>
                <ns0:pt idx="321">
                  <ns0:v>0.527566150569</ns0:v>
                </ns0:pt>
                <ns0:pt idx="322">
                  <ns0:v>0.529204554764</ns0:v>
                </ns0:pt>
                <ns0:pt idx="323">
                  <ns0:v>0.530842958958</ns0:v>
                </ns0:pt>
                <ns0:pt idx="324">
                  <ns0:v>0.532481363152</ns0:v>
                </ns0:pt>
                <ns0:pt idx="325">
                  <ns0:v>0.534119767347</ns0:v>
                </ns0:pt>
                <ns0:pt idx="326">
                  <ns0:v>0.535758171541</ns0:v>
                </ns0:pt>
                <ns0:pt idx="327">
                  <ns0:v>0.537396575735</ns0:v>
                </ns0:pt>
                <ns0:pt idx="328">
                  <ns0:v>0.53903497993</ns0:v>
                </ns0:pt>
                <ns0:pt idx="329">
                  <ns0:v>0.540673384124</ns0:v>
                </ns0:pt>
                <ns0:pt idx="330">
                  <ns0:v>0.542311788318</ns0:v>
                </ns0:pt>
                <ns0:pt idx="331">
                  <ns0:v>0.543950192512</ns0:v>
                </ns0:pt>
                <ns0:pt idx="332">
                  <ns0:v>0.545588596707</ns0:v>
                </ns0:pt>
                <ns0:pt idx="333">
                  <ns0:v>0.547227000901</ns0:v>
                </ns0:pt>
                <ns0:pt idx="334">
                  <ns0:v>0.548865405095</ns0:v>
                </ns0:pt>
                <ns0:pt idx="335">
                  <ns0:v>0.55050380929</ns0:v>
                </ns0:pt>
                <ns0:pt idx="336">
                  <ns0:v>0.552142213484</ns0:v>
                </ns0:pt>
                <ns0:pt idx="337">
                  <ns0:v>0.553780617678</ns0:v>
                </ns0:pt>
                <ns0:pt idx="338">
                  <ns0:v>0.555419021873</ns0:v>
                </ns0:pt>
                <ns0:pt idx="339">
                  <ns0:v>0.557057426067</ns0:v>
                </ns0:pt>
                <ns0:pt idx="340">
                  <ns0:v>0.558695830261</ns0:v>
                </ns0:pt>
                <ns0:pt idx="341">
                  <ns0:v>0.560334234456</ns0:v>
                </ns0:pt>
                <ns0:pt idx="342">
                  <ns0:v>0.56197263865</ns0:v>
                </ns0:pt>
                <ns0:pt idx="343">
                  <ns0:v>0.563611042844</ns0:v>
                </ns0:pt>
                <ns0:pt idx="344">
                  <ns0:v>0.565249447039</ns0:v>
                </ns0:pt>
                <ns0:pt idx="345">
                  <ns0:v>0.566887851233</ns0:v>
                </ns0:pt>
                <ns0:pt idx="346">
                  <ns0:v>0.568526255427</ns0:v>
                </ns0:pt>
                <ns0:pt idx="347">
                  <ns0:v>0.570164659622</ns0:v>
                </ns0:pt>
                <ns0:pt idx="348">
                  <ns0:v>0.571803063816</ns0:v>
                </ns0:pt>
                <ns0:pt idx="349">
                  <ns0:v>0.57344146801</ns0:v>
                </ns0:pt>
                <ns0:pt idx="350">
                  <ns0:v>0.575079872204</ns0:v>
                </ns0:pt>
                <ns0:pt idx="351">
                  <ns0:v>0.576718276399</ns0:v>
                </ns0:pt>
                <ns0:pt idx="352">
                  <ns0:v>0.578356680593</ns0:v>
                </ns0:pt>
                <ns0:pt idx="353">
                  <ns0:v>0.579995084787</ns0:v>
                </ns0:pt>
                <ns0:pt idx="354">
                  <ns0:v>0.581633488982</ns0:v>
                </ns0:pt>
                <ns0:pt idx="355">
                  <ns0:v>0.583271893176</ns0:v>
                </ns0:pt>
                <ns0:pt idx="356">
                  <ns0:v>0.58491029737</ns0:v>
                </ns0:pt>
                <ns0:pt idx="357">
                  <ns0:v>0.586548701565</ns0:v>
                </ns0:pt>
                <ns0:pt idx="358">
                  <ns0:v>0.588187105759</ns0:v>
                </ns0:pt>
                <ns0:pt idx="359">
                  <ns0:v>0.589825509953</ns0:v>
                </ns0:pt>
                <ns0:pt idx="360">
                  <ns0:v>0.591463914148</ns0:v>
                </ns0:pt>
                <ns0:pt idx="361">
                  <ns0:v>0.593102318342</ns0:v>
                </ns0:pt>
                <ns0:pt idx="362">
                  <ns0:v>0.594740722536</ns0:v>
                </ns0:pt>
                <ns0:pt idx="363">
                  <ns0:v>0.596379126731</ns0:v>
                </ns0:pt>
                <ns0:pt idx="364">
                  <ns0:v>0.598017530925</ns0:v>
                </ns0:pt>
                <ns0:pt idx="365">
                  <ns0:v>0.599655935119</ns0:v>
                </ns0:pt>
                <ns0:pt idx="366">
                  <ns0:v>0.601294339314</ns0:v>
                </ns0:pt>
                <ns0:pt idx="367">
                  <ns0:v>0.602932743508</ns0:v>
                </ns0:pt>
                <ns0:pt idx="368">
                  <ns0:v>0.604571147702</ns0:v>
                </ns0:pt>
                <ns0:pt idx="369">
                  <ns0:v>0.606209551896</ns0:v>
                </ns0:pt>
                <ns0:pt idx="370">
                  <ns0:v>0.607847956091</ns0:v>
                </ns0:pt>
                <ns0:pt idx="371">
                  <ns0:v>0.609486360285</ns0:v>
                </ns0:pt>
                <ns0:pt idx="372">
                  <ns0:v>0.611124764479</ns0:v>
                </ns0:pt>
                <ns0:pt idx="373">
                  <ns0:v>0.612763168674</ns0:v>
                </ns0:pt>
                <ns0:pt idx="374">
                  <ns0:v>0.614401572868</ns0:v>
                </ns0:pt>
                <ns0:pt idx="375">
                  <ns0:v>0.616039977062</ns0:v>
                </ns0:pt>
                <ns0:pt idx="376">
                  <ns0:v>0.617678381257</ns0:v>
                </ns0:pt>
                <ns0:pt idx="377">
                  <ns0:v>0.619316785451</ns0:v>
                </ns0:pt>
                <ns0:pt idx="378">
                  <ns0:v>0.620955189645</ns0:v>
                </ns0:pt>
                <ns0:pt idx="379">
                  <ns0:v>0.62259359384</ns0:v>
                </ns0:pt>
                <ns0:pt idx="380">
                  <ns0:v>0.624231998034</ns0:v>
                </ns0:pt>
                <ns0:pt idx="381">
                  <ns0:v>0.625870402228</ns0:v>
                </ns0:pt>
                <ns0:pt idx="382">
                  <ns0:v>0.627508806423</ns0:v>
                </ns0:pt>
                <ns0:pt idx="383">
                  <ns0:v>0.629147210617</ns0:v>
                </ns0:pt>
                <ns0:pt idx="384">
                  <ns0:v>0.630785614811</ns0:v>
                </ns0:pt>
                <ns0:pt idx="385">
                  <ns0:v>0.632424019005</ns0:v>
                </ns0:pt>
                <ns0:pt idx="386">
                  <ns0:v>0.6340624232</ns0:v>
                </ns0:pt>
                <ns0:pt idx="387">
                  <ns0:v>0.635700827394</ns0:v>
                </ns0:pt>
                <ns0:pt idx="388">
                  <ns0:v>0.637339231588</ns0:v>
                </ns0:pt>
                <ns0:pt idx="389">
                  <ns0:v>0.638977635783</ns0:v>
                </ns0:pt>
                <ns0:pt idx="390">
                  <ns0:v>0.640616039977</ns0:v>
                </ns0:pt>
                <ns0:pt idx="391">
                  <ns0:v>0.642254444171</ns0:v>
                </ns0:pt>
                <ns0:pt idx="392">
                  <ns0:v>0.643892848366</ns0:v>
                </ns0:pt>
                <ns0:pt idx="393">
                  <ns0:v>0.64553125256</ns0:v>
                </ns0:pt>
                <ns0:pt idx="394">
                  <ns0:v>0.647169656754</ns0:v>
                </ns0:pt>
                <ns0:pt idx="395">
                  <ns0:v>0.648808060949</ns0:v>
                </ns0:pt>
                <ns0:pt idx="396">
                  <ns0:v>0.650446465143</ns0:v>
                </ns0:pt>
                <ns0:pt idx="397">
                  <ns0:v>0.652084869337</ns0:v>
                </ns0:pt>
                <ns0:pt idx="398">
                  <ns0:v>0.653723273532</ns0:v>
                </ns0:pt>
                <ns0:pt idx="399">
                  <ns0:v>0.655361677726</ns0:v>
                </ns0:pt>
                <ns0:pt idx="400">
                  <ns0:v>0.65700008192</ns0:v>
                </ns0:pt>
                <ns0:pt idx="401">
                  <ns0:v>0.658638486115</ns0:v>
                </ns0:pt>
                <ns0:pt idx="402">
                  <ns0:v>0.660276890309</ns0:v>
                </ns0:pt>
                <ns0:pt idx="403">
                  <ns0:v>0.661915294503</ns0:v>
                </ns0:pt>
                <ns0:pt idx="404">
                  <ns0:v>0.663553698697</ns0:v>
                </ns0:pt>
                <ns0:pt idx="405">
                  <ns0:v>0.665192102892</ns0:v>
                </ns0:pt>
                <ns0:pt idx="406">
                  <ns0:v>0.666830507086</ns0:v>
                </ns0:pt>
                <ns0:pt idx="407">
                  <ns0:v>0.66846891128</ns0:v>
                </ns0:pt>
                <ns0:pt idx="408">
                  <ns0:v>0.670107315475</ns0:v>
                </ns0:pt>
                <ns0:pt idx="409">
                  <ns0:v>0.671745719669</ns0:v>
                </ns0:pt>
                <ns0:pt idx="410">
                  <ns0:v>0.673384123863</ns0:v>
                </ns0:pt>
                <ns0:pt idx="411">
                  <ns0:v>0.675022528058</ns0:v>
                </ns0:pt>
                <ns0:pt idx="412">
                  <ns0:v>0.676660932252</ns0:v>
                </ns0:pt>
                <ns0:pt idx="413">
                  <ns0:v>0.678299336446</ns0:v>
                </ns0:pt>
                <ns0:pt idx="414">
                  <ns0:v>0.679937740641</ns0:v>
                </ns0:pt>
                <ns0:pt idx="415">
                  <ns0:v>0.681576144835</ns0:v>
                </ns0:pt>
                <ns0:pt idx="416">
                  <ns0:v>0.683214549029</ns0:v>
                </ns0:pt>
                <ns0:pt idx="417">
                  <ns0:v>0.684852953224</ns0:v>
                </ns0:pt>
                <ns0:pt idx="418">
                  <ns0:v>0.686491357418</ns0:v>
                </ns0:pt>
                <ns0:pt idx="419">
                  <ns0:v>0.688129761612</ns0:v>
                </ns0:pt>
                <ns0:pt idx="420">
                  <ns0:v>0.689768165807</ns0:v>
                </ns0:pt>
                <ns0:pt idx="421">
                  <ns0:v>0.691406570001</ns0:v>
                </ns0:pt>
                <ns0:pt idx="422">
                  <ns0:v>0.693044974195</ns0:v>
                </ns0:pt>
                <ns0:pt idx="423">
                  <ns0:v>0.694683378389</ns0:v>
                </ns0:pt>
                <ns0:pt idx="424">
                  <ns0:v>0.696321782584</ns0:v>
                </ns0:pt>
                <ns0:pt idx="425">
                  <ns0:v>0.697960186778</ns0:v>
                </ns0:pt>
                <ns0:pt idx="426">
                  <ns0:v>0.699598590972</ns0:v>
                </ns0:pt>
                <ns0:pt idx="427">
                  <ns0:v>0.701236995167</ns0:v>
                </ns0:pt>
                <ns0:pt idx="428">
                  <ns0:v>0.702875399361</ns0:v>
                </ns0:pt>
                <ns0:pt idx="429">
                  <ns0:v>0.704513803555</ns0:v>
                </ns0:pt>
                <ns0:pt idx="430">
                  <ns0:v>0.70615220775</ns0:v>
                </ns0:pt>
                <ns0:pt idx="431">
                  <ns0:v>0.707790611944</ns0:v>
                </ns0:pt>
                <ns0:pt idx="432">
                  <ns0:v>0.709429016138</ns0:v>
                </ns0:pt>
                <ns0:pt idx="433">
                  <ns0:v>0.711067420333</ns0:v>
                </ns0:pt>
                <ns0:pt idx="434">
                  <ns0:v>0.712705824527</ns0:v>
                </ns0:pt>
                <ns0:pt idx="435">
                  <ns0:v>0.714344228721</ns0:v>
                </ns0:pt>
                <ns0:pt idx="436">
                  <ns0:v>0.715982632916</ns0:v>
                </ns0:pt>
                <ns0:pt idx="437">
                  <ns0:v>0.71762103711</ns0:v>
                </ns0:pt>
                <ns0:pt idx="438">
                  <ns0:v>0.719259441304</ns0:v>
                </ns0:pt>
                <ns0:pt idx="439">
                  <ns0:v>0.720897845498</ns0:v>
                </ns0:pt>
                <ns0:pt idx="440">
                  <ns0:v>0.722536249693</ns0:v>
                </ns0:pt>
                <ns0:pt idx="441">
                  <ns0:v>0.724174653887</ns0:v>
                </ns0:pt>
                <ns0:pt idx="442">
                  <ns0:v>0.725813058081</ns0:v>
                </ns0:pt>
                <ns0:pt idx="443">
                  <ns0:v>0.727451462276</ns0:v>
                </ns0:pt>
                <ns0:pt idx="444">
                  <ns0:v>0.72908986647</ns0:v>
                </ns0:pt>
                <ns0:pt idx="445">
                  <ns0:v>0.730728270664</ns0:v>
                </ns0:pt>
                <ns0:pt idx="446">
                  <ns0:v>0.732366674859</ns0:v>
                </ns0:pt>
                <ns0:pt idx="447">
                  <ns0:v>0.734005079053</ns0:v>
                </ns0:pt>
                <ns0:pt idx="448">
                  <ns0:v>0.735643483247</ns0:v>
                </ns0:pt>
                <ns0:pt idx="449">
                  <ns0:v>0.737281887442</ns0:v>
                </ns0:pt>
                <ns0:pt idx="450">
                  <ns0:v>0.738920291636</ns0:v>
                </ns0:pt>
                <ns0:pt idx="451">
                  <ns0:v>0.74055869583</ns0:v>
                </ns0:pt>
                <ns0:pt idx="452">
                  <ns0:v>0.742197100025</ns0:v>
                </ns0:pt>
                <ns0:pt idx="453">
                  <ns0:v>0.743835504219</ns0:v>
                </ns0:pt>
                <ns0:pt idx="454">
                  <ns0:v>0.745473908413</ns0:v>
                </ns0:pt>
                <ns0:pt idx="455">
                  <ns0:v>0.747112312608</ns0:v>
                </ns0:pt>
                <ns0:pt idx="456">
                  <ns0:v>0.748750716802</ns0:v>
                </ns0:pt>
                <ns0:pt idx="457">
                  <ns0:v>0.750389120996</ns0:v>
                </ns0:pt>
                <ns0:pt idx="458">
                  <ns0:v>0.75202752519</ns0:v>
                </ns0:pt>
                <ns0:pt idx="459">
                  <ns0:v>0.753665929385</ns0:v>
                </ns0:pt>
                <ns0:pt idx="460">
                  <ns0:v>0.755304333579</ns0:v>
                </ns0:pt>
                <ns0:pt idx="461">
                  <ns0:v>0.756942737773</ns0:v>
                </ns0:pt>
                <ns0:pt idx="462">
                  <ns0:v>0.758581141968</ns0:v>
                </ns0:pt>
                <ns0:pt idx="463">
                  <ns0:v>0.760219546162</ns0:v>
                </ns0:pt>
                <ns0:pt idx="464">
                  <ns0:v>0.761857950356</ns0:v>
                </ns0:pt>
                <ns0:pt idx="465">
                  <ns0:v>0.763496354551</ns0:v>
                </ns0:pt>
                <ns0:pt idx="466">
                  <ns0:v>0.765134758745</ns0:v>
                </ns0:pt>
                <ns0:pt idx="467">
                  <ns0:v>0.766773162939</ns0:v>
                </ns0:pt>
                <ns0:pt idx="468">
                  <ns0:v>0.768411567134</ns0:v>
                </ns0:pt>
                <ns0:pt idx="469">
                  <ns0:v>0.770049971328</ns0:v>
                </ns0:pt>
                <ns0:pt idx="470">
                  <ns0:v>0.771688375522</ns0:v>
                </ns0:pt>
                <ns0:pt idx="471">
                  <ns0:v>0.773326779717</ns0:v>
                </ns0:pt>
                <ns0:pt idx="472">
                  <ns0:v>0.774965183911</ns0:v>
                </ns0:pt>
                <ns0:pt idx="473">
                  <ns0:v>0.776603588105</ns0:v>
                </ns0:pt>
                <ns0:pt idx="474">
                  <ns0:v>0.7782419923</ns0:v>
                </ns0:pt>
                <ns0:pt idx="475">
                  <ns0:v>0.779880396494</ns0:v>
                </ns0:pt>
                <ns0:pt idx="476">
                  <ns0:v>0.781518800688</ns0:v>
                </ns0:pt>
                <ns0:pt idx="477">
                  <ns0:v>0.783157204882</ns0:v>
                </ns0:pt>
                <ns0:pt idx="478">
                  <ns0:v>0.784795609077</ns0:v>
                </ns0:pt>
                <ns0:pt idx="479">
                  <ns0:v>0.786434013271</ns0:v>
                </ns0:pt>
                <ns0:pt idx="480">
                  <ns0:v>0.788072417465</ns0:v>
                </ns0:pt>
                <ns0:pt idx="481">
                  <ns0:v>0.78971082166</ns0:v>
                </ns0:pt>
                <ns0:pt idx="482">
                  <ns0:v>0.791349225854</ns0:v>
                </ns0:pt>
                <ns0:pt idx="483">
                  <ns0:v>0.792987630048</ns0:v>
                </ns0:pt>
                <ns0:pt idx="484">
                  <ns0:v>0.794626034243</ns0:v>
                </ns0:pt>
                <ns0:pt idx="485">
                  <ns0:v>0.796264438437</ns0:v>
                </ns0:pt>
                <ns0:pt idx="486">
                  <ns0:v>0.797902842631</ns0:v>
                </ns0:pt>
                <ns0:pt idx="487">
                  <ns0:v>0.799541246826</ns0:v>
                </ns0:pt>
                <ns0:pt idx="488">
                  <ns0:v>0.80117965102</ns0:v>
                </ns0:pt>
                <ns0:pt idx="489">
                  <ns0:v>0.802818055214</ns0:v>
                </ns0:pt>
                <ns0:pt idx="490">
                  <ns0:v>0.804456459409</ns0:v>
                </ns0:pt>
                <ns0:pt idx="491">
                  <ns0:v>0.806094863603</ns0:v>
                </ns0:pt>
                <ns0:pt idx="492">
                  <ns0:v>0.807733267797</ns0:v>
                </ns0:pt>
                <ns0:pt idx="493">
                  <ns0:v>0.809371671991</ns0:v>
                </ns0:pt>
                <ns0:pt idx="494">
                  <ns0:v>0.811010076186</ns0:v>
                </ns0:pt>
                <ns0:pt idx="495">
                  <ns0:v>0.81264848038</ns0:v>
                </ns0:pt>
                <ns0:pt idx="496">
                  <ns0:v>0.814286884574</ns0:v>
                </ns0:pt>
                <ns0:pt idx="497">
                  <ns0:v>0.815925288769</ns0:v>
                </ns0:pt>
                <ns0:pt idx="498">
                  <ns0:v>0.817563692963</ns0:v>
                </ns0:pt>
                <ns0:pt idx="499">
                  <ns0:v>0.819202097157</ns0:v>
                </ns0:pt>
                <ns0:pt idx="500">
                  <ns0:v>0.820840501352</ns0:v>
                </ns0:pt>
                <ns0:pt idx="501">
                  <ns0:v>0.822478905546</ns0:v>
                </ns0:pt>
                <ns0:pt idx="502">
                  <ns0:v>0.82411730974</ns0:v>
                </ns0:pt>
                <ns0:pt idx="503">
                  <ns0:v>0.825755713935</ns0:v>
                </ns0:pt>
                <ns0:pt idx="504">
                  <ns0:v>0.827394118129</ns0:v>
                </ns0:pt>
                <ns0:pt idx="505">
                  <ns0:v>0.829032522323</ns0:v>
                </ns0:pt>
                <ns0:pt idx="506">
                  <ns0:v>0.830670926518</ns0:v>
                </ns0:pt>
                <ns0:pt idx="507">
                  <ns0:v>0.832309330712</ns0:v>
                </ns0:pt>
                <ns0:pt idx="508">
                  <ns0:v>0.833947734906</ns0:v>
                </ns0:pt>
                <ns0:pt idx="509">
                  <ns0:v>0.835586139101</ns0:v>
                </ns0:pt>
                <ns0:pt idx="510">
                  <ns0:v>0.837224543295</ns0:v>
                </ns0:pt>
                <ns0:pt idx="511">
                  <ns0:v>0.838862947489</ns0:v>
                </ns0:pt>
                <ns0:pt idx="512">
                  <ns0:v>0.840501351683</ns0:v>
                </ns0:pt>
                <ns0:pt idx="513">
                  <ns0:v>0.842139755878</ns0:v>
                </ns0:pt>
                <ns0:pt idx="514">
                  <ns0:v>0.843778160072</ns0:v>
                </ns0:pt>
                <ns0:pt idx="515">
                  <ns0:v>0.845416564266</ns0:v>
                </ns0:pt>
                <ns0:pt idx="516">
                  <ns0:v>0.847054968461</ns0:v>
                </ns0:pt>
                <ns0:pt idx="517">
                  <ns0:v>0.848693372655</ns0:v>
                </ns0:pt>
                <ns0:pt idx="518">
                  <ns0:v>0.850331776849</ns0:v>
                </ns0:pt>
                <ns0:pt idx="519">
                  <ns0:v>0.851970181044</ns0:v>
                </ns0:pt>
                <ns0:pt idx="520">
                  <ns0:v>0.853608585238</ns0:v>
                </ns0:pt>
                <ns0:pt idx="521">
                  <ns0:v>0.855246989432</ns0:v>
                </ns0:pt>
                <ns0:pt idx="522">
                  <ns0:v>0.856885393627</ns0:v>
                </ns0:pt>
                <ns0:pt idx="523">
                  <ns0:v>0.858523797821</ns0:v>
                </ns0:pt>
                <ns0:pt idx="524">
                  <ns0:v>0.860162202015</ns0:v>
                </ns0:pt>
                <ns0:pt idx="525">
                  <ns0:v>0.86180060621</ns0:v>
                </ns0:pt>
                <ns0:pt idx="526">
                  <ns0:v>0.863439010404</ns0:v>
                </ns0:pt>
                <ns0:pt idx="527">
                  <ns0:v>0.865077414598</ns0:v>
                </ns0:pt>
                <ns0:pt idx="528">
                  <ns0:v>0.866715818792</ns0:v>
                </ns0:pt>
                <ns0:pt idx="529">
                  <ns0:v>0.868354222987</ns0:v>
                </ns0:pt>
                <ns0:pt idx="530">
                  <ns0:v>0.869992627181</ns0:v>
                </ns0:pt>
                <ns0:pt idx="531">
                  <ns0:v>0.871631031375</ns0:v>
                </ns0:pt>
                <ns0:pt idx="532">
                  <ns0:v>0.87326943557</ns0:v>
                </ns0:pt>
                <ns0:pt idx="533">
                  <ns0:v>0.874907839764</ns0:v>
                </ns0:pt>
                <ns0:pt idx="534">
                  <ns0:v>0.876546243958</ns0:v>
                </ns0:pt>
                <ns0:pt idx="535">
                  <ns0:v>0.878184648153</ns0:v>
                </ns0:pt>
                <ns0:pt idx="536">
                  <ns0:v>0.879823052347</ns0:v>
                </ns0:pt>
                <ns0:pt idx="537">
                  <ns0:v>0.881461456541</ns0:v>
                </ns0:pt>
                <ns0:pt idx="538">
                  <ns0:v>0.883099860736</ns0:v>
                </ns0:pt>
                <ns0:pt idx="539">
                  <ns0:v>0.88473826493</ns0:v>
                </ns0:pt>
                <ns0:pt idx="540">
                  <ns0:v>0.886376669124</ns0:v>
                </ns0:pt>
                <ns0:pt idx="541">
                  <ns0:v>0.888015073319</ns0:v>
                </ns0:pt>
                <ns0:pt idx="542">
                  <ns0:v>0.889653477513</ns0:v>
                </ns0:pt>
                <ns0:pt idx="543">
                  <ns0:v>0.891291881707</ns0:v>
                </ns0:pt>
                <ns0:pt idx="544">
                  <ns0:v>0.892930285902</ns0:v>
                </ns0:pt>
                <ns0:pt idx="545">
                  <ns0:v>0.894568690096</ns0:v>
                </ns0:pt>
                <ns0:pt idx="546">
                  <ns0:v>0.89620709429</ns0:v>
                </ns0:pt>
                <ns0:pt idx="547">
                  <ns0:v>0.897845498484</ns0:v>
                </ns0:pt>
                <ns0:pt idx="548">
                  <ns0:v>0.899483902679</ns0:v>
                </ns0:pt>
                <ns0:pt idx="549">
                  <ns0:v>0.901122306873</ns0:v>
                </ns0:pt>
                <ns0:pt idx="550">
                  <ns0:v>0.902760711067</ns0:v>
                </ns0:pt>
                <ns0:pt idx="551">
                  <ns0:v>0.904399115262</ns0:v>
                </ns0:pt>
                <ns0:pt idx="552">
                  <ns0:v>0.906037519456</ns0:v>
                </ns0:pt>
                <ns0:pt idx="553">
                  <ns0:v>0.90767592365</ns0:v>
                </ns0:pt>
                <ns0:pt idx="554">
                  <ns0:v>0.909314327845</ns0:v>
                </ns0:pt>
                <ns0:pt idx="555">
                  <ns0:v>0.910952732039</ns0:v>
                </ns0:pt>
                <ns0:pt idx="556">
                  <ns0:v>0.912591136233</ns0:v>
                </ns0:pt>
                <ns0:pt idx="557">
                  <ns0:v>0.914229540428</ns0:v>
                </ns0:pt>
                <ns0:pt idx="558">
                  <ns0:v>0.915867944622</ns0:v>
                </ns0:pt>
                <ns0:pt idx="559">
                  <ns0:v>0.917506348816</ns0:v>
                </ns0:pt>
                <ns0:pt idx="560">
                  <ns0:v>0.919144753011</ns0:v>
                </ns0:pt>
                <ns0:pt idx="561">
                  <ns0:v>0.920783157205</ns0:v>
                </ns0:pt>
                <ns0:pt idx="562">
                  <ns0:v>0.922421561399</ns0:v>
                </ns0:pt>
                <ns0:pt idx="563">
                  <ns0:v>0.924059965594</ns0:v>
                </ns0:pt>
                <ns0:pt idx="564">
                  <ns0:v>0.925698369788</ns0:v>
                </ns0:pt>
                <ns0:pt idx="565">
                  <ns0:v>0.927336773982</ns0:v>
                </ns0:pt>
                <ns0:pt idx="566">
                  <ns0:v>0.928975178176</ns0:v>
                </ns0:pt>
                <ns0:pt idx="567">
                  <ns0:v>0.930613582371</ns0:v>
                </ns0:pt>
                <ns0:pt idx="568">
                  <ns0:v>0.932251986565</ns0:v>
                </ns0:pt>
                <ns0:pt idx="569">
                  <ns0:v>0.933890390759</ns0:v>
                </ns0:pt>
                <ns0:pt idx="570">
                  <ns0:v>0.935528794954</ns0:v>
                </ns0:pt>
                <ns0:pt idx="571">
                  <ns0:v>0.937167199148</ns0:v>
                </ns0:pt>
                <ns0:pt idx="572">
                  <ns0:v>0.938805603342</ns0:v>
                </ns0:pt>
                <ns0:pt idx="573">
                  <ns0:v>0.940444007537</ns0:v>
                </ns0:pt>
                <ns0:pt idx="574">
                  <ns0:v>0.942082411731</ns0:v>
                </ns0:pt>
                <ns0:pt idx="575">
                  <ns0:v>0.943720815925</ns0:v>
                </ns0:pt>
                <ns0:pt idx="576">
                  <ns0:v>0.94535922012</ns0:v>
                </ns0:pt>
                <ns0:pt idx="577">
                  <ns0:v>0.946997624314</ns0:v>
                </ns0:pt>
                <ns0:pt idx="578">
                  <ns0:v>0.948636028508</ns0:v>
                </ns0:pt>
                <ns0:pt idx="579">
                  <ns0:v>0.950274432703</ns0:v>
                </ns0:pt>
                <ns0:pt idx="580">
                  <ns0:v>0.951912836897</ns0:v>
                </ns0:pt>
                <ns0:pt idx="581">
                  <ns0:v>0.953551241091</ns0:v>
                </ns0:pt>
                <ns0:pt idx="582">
                  <ns0:v>0.955189645285</ns0:v>
                </ns0:pt>
                <ns0:pt idx="583">
                  <ns0:v>0.95682804948</ns0:v>
                </ns0:pt>
                <ns0:pt idx="584">
                  <ns0:v>0.958466453674</ns0:v>
                </ns0:pt>
                <ns0:pt idx="585">
                  <ns0:v>0.960104857868</ns0:v>
                </ns0:pt>
                <ns0:pt idx="586">
                  <ns0:v>0.961743262063</ns0:v>
                </ns0:pt>
                <ns0:pt idx="587">
                  <ns0:v>0.963381666257</ns0:v>
                </ns0:pt>
                <ns0:pt idx="588">
                  <ns0:v>0.965020070451</ns0:v>
                </ns0:pt>
                <ns0:pt idx="589">
                  <ns0:v>0.966658474646</ns0:v>
                </ns0:pt>
                <ns0:pt idx="590">
                  <ns0:v>0.96829687884</ns0:v>
                </ns0:pt>
                <ns0:pt idx="591">
                  <ns0:v>0.969935283034</ns0:v>
                </ns0:pt>
                <ns0:pt idx="592">
                  <ns0:v>0.971573687229</ns0:v>
                </ns0:pt>
                <ns0:pt idx="593">
                  <ns0:v>0.973212091423</ns0:v>
                </ns0:pt>
                <ns0:pt idx="594">
                  <ns0:v>0.974850495617</ns0:v>
                </ns0:pt>
                <ns0:pt idx="595">
                  <ns0:v>0.976488899812</ns0:v>
                </ns0:pt>
                <ns0:pt idx="596">
                  <ns0:v>0.978127304006</ns0:v>
                </ns0:pt>
                <ns0:pt idx="597">
                  <ns0:v>0.9797657082</ns0:v>
                </ns0:pt>
                <ns0:pt idx="598">
                  <ns0:v>0.981404112395</ns0:v>
                </ns0:pt>
                <ns0:pt idx="599">
                  <ns0:v>0.983042516589</ns0:v>
                </ns0:pt>
                <ns0:pt idx="600">
                  <ns0:v>0.984680920783</ns0:v>
                </ns0:pt>
                <ns0:pt idx="601">
                  <ns0:v>0.986319324977</ns0:v>
                </ns0:pt>
                <ns0:pt idx="602">
                  <ns0:v>0.987957729172</ns0:v>
                </ns0:pt>
                <ns0:pt idx="603">
                  <ns0:v>0.989596133366</ns0:v>
                </ns0:pt>
                <ns0:pt idx="604">
                  <ns0:v>0.99123453756</ns0:v>
                </ns0:pt>
                <ns0:pt idx="605">
                  <ns0:v>0.992872941755</ns0:v>
                </ns0:pt>
                <ns0:pt idx="606">
                  <ns0:v>0.994511345949</ns0:v>
                </ns0:pt>
                <ns0:pt idx="607">
                  <ns0:v>0.996149750143</ns0:v>
                </ns0:pt>
                <ns0:pt idx="608">
                  <ns0:v>0.997788154338</ns0:v>
                </ns0:pt>
                <ns0:pt idx="609">
                  <ns0:v>0.999426558532</ns0:v>
                </ns0:pt>
                <ns0:pt idx="610">
                  <ns0:v>1.00106496273</ns0:v>
                </ns0:pt>
                <ns0:pt idx="611">
                  <ns0:v>1.00270336692</ns0:v>
                </ns0:pt>
                <ns0:pt idx="612">
                  <ns0:v>1.00434177111</ns0:v>
                </ns0:pt>
                <ns0:pt idx="613">
                  <ns0:v>1.00598017531</ns0:v>
                </ns0:pt>
                <ns0:pt idx="614">
                  <ns0:v>1.0076185795</ns0:v>
                </ns0:pt>
                <ns0:pt idx="615">
                  <ns0:v>1.0092569837</ns0:v>
                </ns0:pt>
                <ns0:pt idx="616">
                  <ns0:v>1.01089538789</ns0:v>
                </ns0:pt>
                <ns0:pt idx="617">
                  <ns0:v>1.01253379209</ns0:v>
                </ns0:pt>
                <ns0:pt idx="618">
                  <ns0:v>1.01417219628</ns0:v>
                </ns0:pt>
                <ns0:pt idx="619">
                  <ns0:v>1.01581060048</ns0:v>
                </ns0:pt>
                <ns0:pt idx="620">
                  <ns0:v>1.01744900467</ns0:v>
                </ns0:pt>
                <ns0:pt idx="621">
                  <ns0:v>1.01908740886</ns0:v>
                </ns0:pt>
                <ns0:pt idx="622">
                  <ns0:v>1.02072581306</ns0:v>
                </ns0:pt>
                <ns0:pt idx="623">
                  <ns0:v>1.02236421725</ns0:v>
                </ns0:pt>
                <ns0:pt idx="624">
                  <ns0:v>1.02400262145</ns0:v>
                </ns0:pt>
                <ns0:pt idx="625">
                  <ns0:v>1.02564102564</ns0:v>
                </ns0:pt>
                <ns0:pt idx="626">
                  <ns0:v>1.02727942984</ns0:v>
                </ns0:pt>
                <ns0:pt idx="627">
                  <ns0:v>1.02891783403</ns0:v>
                </ns0:pt>
                <ns0:pt idx="628">
                  <ns0:v>1.03055623822</ns0:v>
                </ns0:pt>
                <ns0:pt idx="629">
                  <ns0:v>1.03219464242</ns0:v>
                </ns0:pt>
                <ns0:pt idx="630">
                  <ns0:v>1.03383304661</ns0:v>
                </ns0:pt>
                <ns0:pt idx="631">
                  <ns0:v>1.03547145081</ns0:v>
                </ns0:pt>
                <ns0:pt idx="632">
                  <ns0:v>1.037109855</ns0:v>
                </ns0:pt>
                <ns0:pt idx="633">
                  <ns0:v>1.0387482592</ns0:v>
                </ns0:pt>
                <ns0:pt idx="634">
                  <ns0:v>1.04038666339</ns0:v>
                </ns0:pt>
                <ns0:pt idx="635">
                  <ns0:v>1.04202506758</ns0:v>
                </ns0:pt>
                <ns0:pt idx="636">
                  <ns0:v>1.04366347178</ns0:v>
                </ns0:pt>
                <ns0:pt idx="637">
                  <ns0:v>1.04530187597</ns0:v>
                </ns0:pt>
                <ns0:pt idx="638">
                  <ns0:v>1.04694028017</ns0:v>
                </ns0:pt>
                <ns0:pt idx="639">
                  <ns0:v>1.04857868436</ns0:v>
                </ns0:pt>
                <ns0:pt idx="640">
                  <ns0:v>1.05021708856</ns0:v>
                </ns0:pt>
                <ns0:pt idx="641">
                  <ns0:v>1.05185549275</ns0:v>
                </ns0:pt>
                <ns0:pt idx="642">
                  <ns0:v>1.05349389694</ns0:v>
                </ns0:pt>
                <ns0:pt idx="643">
                  <ns0:v>1.05513230114</ns0:v>
                </ns0:pt>
                <ns0:pt idx="644">
                  <ns0:v>1.05677070533</ns0:v>
                </ns0:pt>
                <ns0:pt idx="645">
                  <ns0:v>1.05840910953</ns0:v>
                </ns0:pt>
                <ns0:pt idx="646">
                  <ns0:v>1.06004751372</ns0:v>
                </ns0:pt>
                <ns0:pt idx="647">
                  <ns0:v>1.06168591792</ns0:v>
                </ns0:pt>
                <ns0:pt idx="648">
                  <ns0:v>1.06332432211</ns0:v>
                </ns0:pt>
                <ns0:pt idx="649">
                  <ns0:v>1.0649627263</ns0:v>
                </ns0:pt>
                <ns0:pt idx="650">
                  <ns0:v>1.0666011305</ns0:v>
                </ns0:pt>
                <ns0:pt idx="651">
                  <ns0:v>1.06823953469</ns0:v>
                </ns0:pt>
                <ns0:pt idx="652">
                  <ns0:v>1.06987793889</ns0:v>
                </ns0:pt>
                <ns0:pt idx="653">
                  <ns0:v>1.07151634308</ns0:v>
                </ns0:pt>
                <ns0:pt idx="654">
                  <ns0:v>1.07315474728</ns0:v>
                </ns0:pt>
                <ns0:pt idx="655">
                  <ns0:v>1.07479315147</ns0:v>
                </ns0:pt>
                <ns0:pt idx="656">
                  <ns0:v>1.07643155566</ns0:v>
                </ns0:pt>
                <ns0:pt idx="657">
                  <ns0:v>1.07806995986</ns0:v>
                </ns0:pt>
                <ns0:pt idx="658">
                  <ns0:v>1.07970836405</ns0:v>
                </ns0:pt>
                <ns0:pt idx="659">
                  <ns0:v>1.08134676825</ns0:v>
                </ns0:pt>
                <ns0:pt idx="660">
                  <ns0:v>1.08298517244</ns0:v>
                </ns0:pt>
                <ns0:pt idx="661">
                  <ns0:v>1.08462357664</ns0:v>
                </ns0:pt>
                <ns0:pt idx="662">
                  <ns0:v>1.08626198083</ns0:v>
                </ns0:pt>
                <ns0:pt idx="663">
                  <ns0:v>1.08790038502</ns0:v>
                </ns0:pt>
                <ns0:pt idx="664">
                  <ns0:v>1.08953878922</ns0:v>
                </ns0:pt>
                <ns0:pt idx="665">
                  <ns0:v>1.09117719341</ns0:v>
                </ns0:pt>
                <ns0:pt idx="666">
                  <ns0:v>1.09281559761</ns0:v>
                </ns0:pt>
                <ns0:pt idx="667">
                  <ns0:v>1.0944540018</ns0:v>
                </ns0:pt>
                <ns0:pt idx="668">
                  <ns0:v>1.096092406</ns0:v>
                </ns0:pt>
                <ns0:pt idx="669">
                  <ns0:v>1.09773081019</ns0:v>
                </ns0:pt>
                <ns0:pt idx="670">
                  <ns0:v>1.09936921439</ns0:v>
                </ns0:pt>
                <ns0:pt idx="671">
                  <ns0:v>1.10100761858</ns0:v>
                </ns0:pt>
                <ns0:pt idx="672">
                  <ns0:v>1.10264602277</ns0:v>
                </ns0:pt>
                <ns0:pt idx="673">
                  <ns0:v>1.10428442697</ns0:v>
                </ns0:pt>
                <ns0:pt idx="674">
                  <ns0:v>1.10592283116</ns0:v>
                </ns0:pt>
                <ns0:pt idx="675">
                  <ns0:v>1.10756123536</ns0:v>
                </ns0:pt>
                <ns0:pt idx="676">
                  <ns0:v>1.10919963955</ns0:v>
                </ns0:pt>
                <ns0:pt idx="677">
                  <ns0:v>1.11083804375</ns0:v>
                </ns0:pt>
                <ns0:pt idx="678">
                  <ns0:v>1.11247644794</ns0:v>
                </ns0:pt>
                <ns0:pt idx="679">
                  <ns0:v>1.11411485213</ns0:v>
                </ns0:pt>
                <ns0:pt idx="680">
                  <ns0:v>1.11575325633</ns0:v>
                </ns0:pt>
                <ns0:pt idx="681">
                  <ns0:v>1.11739166052</ns0:v>
                </ns0:pt>
                <ns0:pt idx="682">
                  <ns0:v>1.11903006472</ns0:v>
                </ns0:pt>
                <ns0:pt idx="683">
                  <ns0:v>1.12066846891</ns0:v>
                </ns0:pt>
                <ns0:pt idx="684">
                  <ns0:v>1.12230687311</ns0:v>
                </ns0:pt>
                <ns0:pt idx="685">
                  <ns0:v>1.1239452773</ns0:v>
                </ns0:pt>
                <ns0:pt idx="686">
                  <ns0:v>1.12558368149</ns0:v>
                </ns0:pt>
                <ns0:pt idx="687">
                  <ns0:v>1.12722208569</ns0:v>
                </ns0:pt>
                <ns0:pt idx="688">
                  <ns0:v>1.12886048988</ns0:v>
                </ns0:pt>
                <ns0:pt idx="689">
                  <ns0:v>1.13049889408</ns0:v>
                </ns0:pt>
                <ns0:pt idx="690">
                  <ns0:v>1.13213729827</ns0:v>
                </ns0:pt>
                <ns0:pt idx="691">
                  <ns0:v>1.13377570247</ns0:v>
                </ns0:pt>
                <ns0:pt idx="692">
                  <ns0:v>1.13541410666</ns0:v>
                </ns0:pt>
                <ns0:pt idx="693">
                  <ns0:v>1.13705251085</ns0:v>
                </ns0:pt>
                <ns0:pt idx="694">
                  <ns0:v>1.13869091505</ns0:v>
                </ns0:pt>
                <ns0:pt idx="695">
                  <ns0:v>1.14032931924</ns0:v>
                </ns0:pt>
                <ns0:pt idx="696">
                  <ns0:v>1.14196772344</ns0:v>
                </ns0:pt>
                <ns0:pt idx="697">
                  <ns0:v>1.14360612763</ns0:v>
                </ns0:pt>
                <ns0:pt idx="698">
                  <ns0:v>1.14524453183</ns0:v>
                </ns0:pt>
                <ns0:pt idx="699">
                  <ns0:v>1.14688293602</ns0:v>
                </ns0:pt>
                <ns0:pt idx="700">
                  <ns0:v>1.14852134021</ns0:v>
                </ns0:pt>
                <ns0:pt idx="701">
                  <ns0:v>1.15015974441</ns0:v>
                </ns0:pt>
                <ns0:pt idx="702">
                  <ns0:v>1.1517981486</ns0:v>
                </ns0:pt>
                <ns0:pt idx="703">
                  <ns0:v>1.1534365528</ns0:v>
                </ns0:pt>
                <ns0:pt idx="704">
                  <ns0:v>1.15507495699</ns0:v>
                </ns0:pt>
                <ns0:pt idx="705">
                  <ns0:v>1.15671336119</ns0:v>
                </ns0:pt>
                <ns0:pt idx="706">
                  <ns0:v>1.15835176538</ns0:v>
                </ns0:pt>
                <ns0:pt idx="707">
                  <ns0:v>1.15999016957</ns0:v>
                </ns0:pt>
                <ns0:pt idx="708">
                  <ns0:v>1.16162857377</ns0:v>
                </ns0:pt>
                <ns0:pt idx="709">
                  <ns0:v>1.16326697796</ns0:v>
                </ns0:pt>
                <ns0:pt idx="710">
                  <ns0:v>1.16490538216</ns0:v>
                </ns0:pt>
                <ns0:pt idx="711">
                  <ns0:v>1.16654378635</ns0:v>
                </ns0:pt>
                <ns0:pt idx="712">
                  <ns0:v>1.16818219055</ns0:v>
                </ns0:pt>
                <ns0:pt idx="713">
                  <ns0:v>1.16982059474</ns0:v>
                </ns0:pt>
                <ns0:pt idx="714">
                  <ns0:v>1.17145899894</ns0:v>
                </ns0:pt>
                <ns0:pt idx="715">
                  <ns0:v>1.17309740313</ns0:v>
                </ns0:pt>
                <ns0:pt idx="716">
                  <ns0:v>1.17473580732</ns0:v>
                </ns0:pt>
                <ns0:pt idx="717">
                  <ns0:v>1.17637421152</ns0:v>
                </ns0:pt>
                <ns0:pt idx="718">
                  <ns0:v>1.17801261571</ns0:v>
                </ns0:pt>
                <ns0:pt idx="719">
                  <ns0:v>1.17965101991</ns0:v>
                </ns0:pt>
                <ns0:pt idx="720">
                  <ns0:v>1.1812894241</ns0:v>
                </ns0:pt>
                <ns0:pt idx="721">
                  <ns0:v>1.1829278283</ns0:v>
                </ns0:pt>
                <ns0:pt idx="722">
                  <ns0:v>1.18456623249</ns0:v>
                </ns0:pt>
                <ns0:pt idx="723">
                  <ns0:v>1.18620463668</ns0:v>
                </ns0:pt>
                <ns0:pt idx="724">
                  <ns0:v>1.18784304088</ns0:v>
                </ns0:pt>
                <ns0:pt idx="725">
                  <ns0:v>1.18948144507</ns0:v>
                </ns0:pt>
                <ns0:pt idx="726">
                  <ns0:v>1.19111984927</ns0:v>
                </ns0:pt>
                <ns0:pt idx="727">
                  <ns0:v>1.19275825346</ns0:v>
                </ns0:pt>
                <ns0:pt idx="728">
                  <ns0:v>1.19439665766</ns0:v>
                </ns0:pt>
                <ns0:pt idx="729">
                  <ns0:v>1.19603506185</ns0:v>
                </ns0:pt>
                <ns0:pt idx="730">
                  <ns0:v>1.19767346604</ns0:v>
                </ns0:pt>
                <ns0:pt idx="731">
                  <ns0:v>1.19931187024</ns0:v>
                </ns0:pt>
                <ns0:pt idx="732">
                  <ns0:v>1.20095027443</ns0:v>
                </ns0:pt>
                <ns0:pt idx="733">
                  <ns0:v>1.20258867863</ns0:v>
                </ns0:pt>
                <ns0:pt idx="734">
                  <ns0:v>1.20422708282</ns0:v>
                </ns0:pt>
                <ns0:pt idx="735">
                  <ns0:v>1.20586548702</ns0:v>
                </ns0:pt>
                <ns0:pt idx="736">
                  <ns0:v>1.20750389121</ns0:v>
                </ns0:pt>
                <ns0:pt idx="737">
                  <ns0:v>1.2091422954</ns0:v>
                </ns0:pt>
                <ns0:pt idx="738">
                  <ns0:v>1.2107806996</ns0:v>
                </ns0:pt>
                <ns0:pt idx="739">
                  <ns0:v>1.21241910379</ns0:v>
                </ns0:pt>
                <ns0:pt idx="740">
                  <ns0:v>1.21405750799</ns0:v>
                </ns0:pt>
                <ns0:pt idx="741">
                  <ns0:v>1.21569591218</ns0:v>
                </ns0:pt>
                <ns0:pt idx="742">
                  <ns0:v>1.21733431638</ns0:v>
                </ns0:pt>
                <ns0:pt idx="743">
                  <ns0:v>1.21897272057</ns0:v>
                </ns0:pt>
                <ns0:pt idx="744">
                  <ns0:v>1.22061112476</ns0:v>
                </ns0:pt>
                <ns0:pt idx="745">
                  <ns0:v>1.22224952896</ns0:v>
                </ns0:pt>
                <ns0:pt idx="746">
                  <ns0:v>1.22388793315</ns0:v>
                </ns0:pt>
                <ns0:pt idx="747">
                  <ns0:v>1.22552633735</ns0:v>
                </ns0:pt>
                <ns0:pt idx="748">
                  <ns0:v>1.22716474154</ns0:v>
                </ns0:pt>
                <ns0:pt idx="749">
                  <ns0:v>1.22880314574</ns0:v>
                </ns0:pt>
                <ns0:pt idx="750">
                  <ns0:v>1.23044154993</ns0:v>
                </ns0:pt>
                <ns0:pt idx="751">
                  <ns0:v>1.23207995412</ns0:v>
                </ns0:pt>
                <ns0:pt idx="752">
                  <ns0:v>1.23371835832</ns0:v>
                </ns0:pt>
                <ns0:pt idx="753">
                  <ns0:v>1.23535676251</ns0:v>
                </ns0:pt>
                <ns0:pt idx="754">
                  <ns0:v>1.23699516671</ns0:v>
                </ns0:pt>
                <ns0:pt idx="755">
                  <ns0:v>1.2386335709</ns0:v>
                </ns0:pt>
                <ns0:pt idx="756">
                  <ns0:v>1.2402719751</ns0:v>
                </ns0:pt>
                <ns0:pt idx="757">
                  <ns0:v>1.24191037929</ns0:v>
                </ns0:pt>
                <ns0:pt idx="758">
                  <ns0:v>1.24354878348</ns0:v>
                </ns0:pt>
                <ns0:pt idx="759">
                  <ns0:v>1.24518718768</ns0:v>
                </ns0:pt>
                <ns0:pt idx="760">
                  <ns0:v>1.24682559187</ns0:v>
                </ns0:pt>
                <ns0:pt idx="761">
                  <ns0:v>1.24846399607</ns0:v>
                </ns0:pt>
                <ns0:pt idx="762">
                  <ns0:v>1.25010240026</ns0:v>
                </ns0:pt>
                <ns0:pt idx="763">
                  <ns0:v>1.25174080446</ns0:v>
                </ns0:pt>
                <ns0:pt idx="764">
                  <ns0:v>1.25337920865</ns0:v>
                </ns0:pt>
                <ns0:pt idx="765">
                  <ns0:v>1.25501761285</ns0:v>
                </ns0:pt>
                <ns0:pt idx="766">
                  <ns0:v>1.25665601704</ns0:v>
                </ns0:pt>
                <ns0:pt idx="767">
                  <ns0:v>1.25829442123</ns0:v>
                </ns0:pt>
                <ns0:pt idx="768">
                  <ns0:v>1.25993282543</ns0:v>
                </ns0:pt>
                <ns0:pt idx="769">
                  <ns0:v>1.26157122962</ns0:v>
                </ns0:pt>
                <ns0:pt idx="770">
                  <ns0:v>1.26320963382</ns0:v>
                </ns0:pt>
                <ns0:pt idx="771">
                  <ns0:v>1.26484803801</ns0:v>
                </ns0:pt>
                <ns0:pt idx="772">
                  <ns0:v>1.26648644221</ns0:v>
                </ns0:pt>
                <ns0:pt idx="773">
                  <ns0:v>1.2681248464</ns0:v>
                </ns0:pt>
                <ns0:pt idx="774">
                  <ns0:v>1.26976325059</ns0:v>
                </ns0:pt>
                <ns0:pt idx="775">
                  <ns0:v>1.27140165479</ns0:v>
                </ns0:pt>
                <ns0:pt idx="776">
                  <ns0:v>1.27304005898</ns0:v>
                </ns0:pt>
                <ns0:pt idx="777">
                  <ns0:v>1.27467846318</ns0:v>
                </ns0:pt>
                <ns0:pt idx="778">
                  <ns0:v>1.27631686737</ns0:v>
                </ns0:pt>
                <ns0:pt idx="779">
                  <ns0:v>1.27795527157</ns0:v>
                </ns0:pt>
                <ns0:pt idx="780">
                  <ns0:v>1.27959367576</ns0:v>
                </ns0:pt>
                <ns0:pt idx="781">
                  <ns0:v>1.28123207995</ns0:v>
                </ns0:pt>
                <ns0:pt idx="782">
                  <ns0:v>1.28287048415</ns0:v>
                </ns0:pt>
                <ns0:pt idx="783">
                  <ns0:v>1.28450888834</ns0:v>
                </ns0:pt>
                <ns0:pt idx="784">
                  <ns0:v>1.28614729254</ns0:v>
                </ns0:pt>
                <ns0:pt idx="785">
                  <ns0:v>1.28778569673</ns0:v>
                </ns0:pt>
                <ns0:pt idx="786">
                  <ns0:v>1.28942410093</ns0:v>
                </ns0:pt>
                <ns0:pt idx="787">
                  <ns0:v>1.29106250512</ns0:v>
                </ns0:pt>
                <ns0:pt idx="788">
                  <ns0:v>1.29270090931</ns0:v>
                </ns0:pt>
                <ns0:pt idx="789">
                  <ns0:v>1.29433931351</ns0:v>
                </ns0:pt>
                <ns0:pt idx="790">
                  <ns0:v>1.2959777177</ns0:v>
                </ns0:pt>
                <ns0:pt idx="791">
                  <ns0:v>1.2976161219</ns0:v>
                </ns0:pt>
                <ns0:pt idx="792">
                  <ns0:v>1.29925452609</ns0:v>
                </ns0:pt>
                <ns0:pt idx="793">
                  <ns0:v>1.30089293029</ns0:v>
                </ns0:pt>
                <ns0:pt idx="794">
                  <ns0:v>1.30253133448</ns0:v>
                </ns0:pt>
                <ns0:pt idx="795">
                  <ns0:v>1.30416973867</ns0:v>
                </ns0:pt>
                <ns0:pt idx="796">
                  <ns0:v>1.30580814287</ns0:v>
                </ns0:pt>
                <ns0:pt idx="797">
                  <ns0:v>1.30744654706</ns0:v>
                </ns0:pt>
                <ns0:pt idx="798">
                  <ns0:v>1.30908495126</ns0:v>
                </ns0:pt>
                <ns0:pt idx="799">
                  <ns0:v>1.31072335545</ns0:v>
                </ns0:pt>
                <ns0:pt idx="800">
                  <ns0:v>1.31236175965</ns0:v>
                </ns0:pt>
                <ns0:pt idx="801">
                  <ns0:v>1.31400016384</ns0:v>
                </ns0:pt>
                <ns0:pt idx="802">
                  <ns0:v>1.31563856803</ns0:v>
                </ns0:pt>
                <ns0:pt idx="803">
                  <ns0:v>1.31727697223</ns0:v>
                </ns0:pt>
                <ns0:pt idx="804">
                  <ns0:v>1.31891537642</ns0:v>
                </ns0:pt>
                <ns0:pt idx="805">
                  <ns0:v>1.32055378062</ns0:v>
                </ns0:pt>
                <ns0:pt idx="806">
                  <ns0:v>1.32219218481</ns0:v>
                </ns0:pt>
                <ns0:pt idx="807">
                  <ns0:v>1.32383058901</ns0:v>
                </ns0:pt>
                <ns0:pt idx="808">
                  <ns0:v>1.3254689932</ns0:v>
                </ns0:pt>
                <ns0:pt idx="809">
                  <ns0:v>1.32710739739</ns0:v>
                </ns0:pt>
                <ns0:pt idx="810">
                  <ns0:v>1.32874580159</ns0:v>
                </ns0:pt>
                <ns0:pt idx="811">
                  <ns0:v>1.33038420578</ns0:v>
                </ns0:pt>
                <ns0:pt idx="812">
                  <ns0:v>1.33202260998</ns0:v>
                </ns0:pt>
                <ns0:pt idx="813">
                  <ns0:v>1.33366101417</ns0:v>
                </ns0:pt>
                <ns0:pt idx="814">
                  <ns0:v>1.33529941837</ns0:v>
                </ns0:pt>
                <ns0:pt idx="815">
                  <ns0:v>1.33693782256</ns0:v>
                </ns0:pt>
                <ns0:pt idx="816">
                  <ns0:v>1.33857622676</ns0:v>
                </ns0:pt>
                <ns0:pt idx="817">
                  <ns0:v>1.34021463095</ns0:v>
                </ns0:pt>
                <ns0:pt idx="818">
                  <ns0:v>1.34185303514</ns0:v>
                </ns0:pt>
                <ns0:pt idx="819">
                  <ns0:v>1.34349143934</ns0:v>
                </ns0:pt>
                <ns0:pt idx="820">
                  <ns0:v>1.34512984353</ns0:v>
                </ns0:pt>
                <ns0:pt idx="821">
                  <ns0:v>1.34676824773</ns0:v>
                </ns0:pt>
                <ns0:pt idx="822">
                  <ns0:v>1.34840665192</ns0:v>
                </ns0:pt>
                <ns0:pt idx="823">
                  <ns0:v>1.35004505612</ns0:v>
                </ns0:pt>
                <ns0:pt idx="824">
                  <ns0:v>1.35168346031</ns0:v>
                </ns0:pt>
                <ns0:pt idx="825">
                  <ns0:v>1.3533218645</ns0:v>
                </ns0:pt>
                <ns0:pt idx="826">
                  <ns0:v>1.3549602687</ns0:v>
                </ns0:pt>
                <ns0:pt idx="827">
                  <ns0:v>1.35659867289</ns0:v>
                </ns0:pt>
                <ns0:pt idx="828">
                  <ns0:v>1.35823707709</ns0:v>
                </ns0:pt>
                <ns0:pt idx="829">
                  <ns0:v>1.35987548128</ns0:v>
                </ns0:pt>
                <ns0:pt idx="830">
                  <ns0:v>1.36151388548</ns0:v>
                </ns0:pt>
                <ns0:pt idx="831">
                  <ns0:v>1.36315228967</ns0:v>
                </ns0:pt>
                <ns0:pt idx="832">
                  <ns0:v>1.36479069386</ns0:v>
                </ns0:pt>
                <ns0:pt idx="833">
                  <ns0:v>1.36642909806</ns0:v>
                </ns0:pt>
                <ns0:pt idx="834">
                  <ns0:v>1.36806750225</ns0:v>
                </ns0:pt>
                <ns0:pt idx="835">
                  <ns0:v>1.36970590645</ns0:v>
                </ns0:pt>
                <ns0:pt idx="836">
                  <ns0:v>1.37134431064</ns0:v>
                </ns0:pt>
                <ns0:pt idx="837">
                  <ns0:v>1.37298271484</ns0:v>
                </ns0:pt>
                <ns0:pt idx="838">
                  <ns0:v>1.37462111903</ns0:v>
                </ns0:pt>
                <ns0:pt idx="839">
                  <ns0:v>1.37625952322</ns0:v>
                </ns0:pt>
                <ns0:pt idx="840">
                  <ns0:v>1.37789792742</ns0:v>
                </ns0:pt>
                <ns0:pt idx="841">
                  <ns0:v>1.37953633161</ns0:v>
                </ns0:pt>
                <ns0:pt idx="842">
                  <ns0:v>1.38117473581</ns0:v>
                </ns0:pt>
                <ns0:pt idx="843">
                  <ns0:v>1.38281314</ns0:v>
                </ns0:pt>
                <ns0:pt idx="844">
                  <ns0:v>1.3844515442</ns0:v>
                </ns0:pt>
                <ns0:pt idx="845">
                  <ns0:v>1.38608994839</ns0:v>
                </ns0:pt>
                <ns0:pt idx="846">
                  <ns0:v>1.38772835258</ns0:v>
                </ns0:pt>
                <ns0:pt idx="847">
                  <ns0:v>1.38936675678</ns0:v>
                </ns0:pt>
                <ns0:pt idx="848">
                  <ns0:v>1.39100516097</ns0:v>
                </ns0:pt>
                <ns0:pt idx="849">
                  <ns0:v>1.39264356517</ns0:v>
                </ns0:pt>
                <ns0:pt idx="850">
                  <ns0:v>1.39428196936</ns0:v>
                </ns0:pt>
                <ns0:pt idx="851">
                  <ns0:v>1.39592037356</ns0:v>
                </ns0:pt>
                <ns0:pt idx="852">
                  <ns0:v>1.39755877775</ns0:v>
                </ns0:pt>
                <ns0:pt idx="853">
                  <ns0:v>1.39919718194</ns0:v>
                </ns0:pt>
                <ns0:pt idx="854">
                  <ns0:v>1.40083558614</ns0:v>
                </ns0:pt>
                <ns0:pt idx="855">
                  <ns0:v>1.40247399033</ns0:v>
                </ns0:pt>
                <ns0:pt idx="856">
                  <ns0:v>1.40411239453</ns0:v>
                </ns0:pt>
                <ns0:pt idx="857">
                  <ns0:v>1.40575079872</ns0:v>
                </ns0:pt>
                <ns0:pt idx="858">
                  <ns0:v>1.40738920292</ns0:v>
                </ns0:pt>
                <ns0:pt idx="859">
                  <ns0:v>1.40902760711</ns0:v>
                </ns0:pt>
                <ns0:pt idx="860">
                  <ns0:v>1.4106660113</ns0:v>
                </ns0:pt>
                <ns0:pt idx="861">
                  <ns0:v>1.4123044155</ns0:v>
                </ns0:pt>
                <ns0:pt idx="862">
                  <ns0:v>1.41394281969</ns0:v>
                </ns0:pt>
                <ns0:pt idx="863">
                  <ns0:v>1.41558122389</ns0:v>
                </ns0:pt>
                <ns0:pt idx="864">
                  <ns0:v>1.41721962808</ns0:v>
                </ns0:pt>
                <ns0:pt idx="865">
                  <ns0:v>1.41885803228</ns0:v>
                </ns0:pt>
                <ns0:pt idx="866">
                  <ns0:v>1.42049643647</ns0:v>
                </ns0:pt>
                <ns0:pt idx="867">
                  <ns0:v>1.42213484067</ns0:v>
                </ns0:pt>
                <ns0:pt idx="868">
                  <ns0:v>1.42377324486</ns0:v>
                </ns0:pt>
                <ns0:pt idx="869">
                  <ns0:v>1.42541164905</ns0:v>
                </ns0:pt>
                <ns0:pt idx="870">
                  <ns0:v>1.42705005325</ns0:v>
                </ns0:pt>
                <ns0:pt idx="871">
                  <ns0:v>1.42868845744</ns0:v>
                </ns0:pt>
                <ns0:pt idx="872">
                  <ns0:v>1.43032686164</ns0:v>
                </ns0:pt>
                <ns0:pt idx="873">
                  <ns0:v>1.43196526583</ns0:v>
                </ns0:pt>
                <ns0:pt idx="874">
                  <ns0:v>1.43360367003</ns0:v>
                </ns0:pt>
                <ns0:pt idx="875">
                  <ns0:v>1.43524207422</ns0:v>
                </ns0:pt>
                <ns0:pt idx="876">
                  <ns0:v>1.43688047841</ns0:v>
                </ns0:pt>
                <ns0:pt idx="877">
                  <ns0:v>1.43851888261</ns0:v>
                </ns0:pt>
                <ns0:pt idx="878">
                  <ns0:v>1.4401572868</ns0:v>
                </ns0:pt>
                <ns0:pt idx="879">
                  <ns0:v>1.441795691</ns0:v>
                </ns0:pt>
                <ns0:pt idx="880">
                  <ns0:v>1.44343409519</ns0:v>
                </ns0:pt>
                <ns0:pt idx="881">
                  <ns0:v>1.44507249939</ns0:v>
                </ns0:pt>
                <ns0:pt idx="882">
                  <ns0:v>1.44671090358</ns0:v>
                </ns0:pt>
                <ns0:pt idx="883">
                  <ns0:v>1.44834930777</ns0:v>
                </ns0:pt>
                <ns0:pt idx="884">
                  <ns0:v>1.44998771197</ns0:v>
                </ns0:pt>
                <ns0:pt idx="885">
                  <ns0:v>1.45162611616</ns0:v>
                </ns0:pt>
                <ns0:pt idx="886">
                  <ns0:v>1.45326452036</ns0:v>
                </ns0:pt>
                <ns0:pt idx="887">
                  <ns0:v>1.45490292455</ns0:v>
                </ns0:pt>
                <ns0:pt idx="888">
                  <ns0:v>1.45654132875</ns0:v>
                </ns0:pt>
                <ns0:pt idx="889">
                  <ns0:v>1.45817973294</ns0:v>
                </ns0:pt>
                <ns0:pt idx="890">
                  <ns0:v>1.45981813713</ns0:v>
                </ns0:pt>
                <ns0:pt idx="891">
                  <ns0:v>1.46145654133</ns0:v>
                </ns0:pt>
                <ns0:pt idx="892">
                  <ns0:v>1.46309494552</ns0:v>
                </ns0:pt>
                <ns0:pt idx="893">
                  <ns0:v>1.46473334972</ns0:v>
                </ns0:pt>
                <ns0:pt idx="894">
                  <ns0:v>1.46637175391</ns0:v>
                </ns0:pt>
                <ns0:pt idx="895">
                  <ns0:v>1.46801015811</ns0:v>
                </ns0:pt>
                <ns0:pt idx="896">
                  <ns0:v>1.4696485623</ns0:v>
                </ns0:pt>
                <ns0:pt idx="897">
                  <ns0:v>1.47128696649</ns0:v>
                </ns0:pt>
                <ns0:pt idx="898">
                  <ns0:v>1.47292537069</ns0:v>
                </ns0:pt>
                <ns0:pt idx="899">
                  <ns0:v>1.47456377488</ns0:v>
                </ns0:pt>
                <ns0:pt idx="900">
                  <ns0:v>1.47620217908</ns0:v>
                </ns0:pt>
                <ns0:pt idx="901">
                  <ns0:v>1.47784058327</ns0:v>
                </ns0:pt>
                <ns0:pt idx="902">
                  <ns0:v>1.47947898747</ns0:v>
                </ns0:pt>
                <ns0:pt idx="903">
                  <ns0:v>1.48111739166</ns0:v>
                </ns0:pt>
                <ns0:pt idx="904">
                  <ns0:v>1.48275579585</ns0:v>
                </ns0:pt>
                <ns0:pt idx="905">
                  <ns0:v>1.48439420005</ns0:v>
                </ns0:pt>
                <ns0:pt idx="906">
                  <ns0:v>1.48603260424</ns0:v>
                </ns0:pt>
                <ns0:pt idx="907">
                  <ns0:v>1.48767100844</ns0:v>
                </ns0:pt>
                <ns0:pt idx="908">
                  <ns0:v>1.48930941263</ns0:v>
                </ns0:pt>
                <ns0:pt idx="909">
                  <ns0:v>1.49094781683</ns0:v>
                </ns0:pt>
                <ns0:pt idx="910">
                  <ns0:v>1.49258622102</ns0:v>
                </ns0:pt>
                <ns0:pt idx="911">
                  <ns0:v>1.49422462522</ns0:v>
                </ns0:pt>
                <ns0:pt idx="912">
                  <ns0:v>1.49586302941</ns0:v>
                </ns0:pt>
                <ns0:pt idx="913">
                  <ns0:v>1.4975014336</ns0:v>
                </ns0:pt>
                <ns0:pt idx="914">
                  <ns0:v>1.4991398378</ns0:v>
                </ns0:pt>
                <ns0:pt idx="915">
                  <ns0:v>1.50077824199</ns0:v>
                </ns0:pt>
                <ns0:pt idx="916">
                  <ns0:v>1.50241664619</ns0:v>
                </ns0:pt>
                <ns0:pt idx="917">
                  <ns0:v>1.50405505038</ns0:v>
                </ns0:pt>
                <ns0:pt idx="918">
                  <ns0:v>1.50569345458</ns0:v>
                </ns0:pt>
                <ns0:pt idx="919">
                  <ns0:v>1.50733185877</ns0:v>
                </ns0:pt>
                <ns0:pt idx="920">
                  <ns0:v>1.50897026296</ns0:v>
                </ns0:pt>
                <ns0:pt idx="921">
                  <ns0:v>1.51060866716</ns0:v>
                </ns0:pt>
                <ns0:pt idx="922">
                  <ns0:v>1.51224707135</ns0:v>
                </ns0:pt>
                <ns0:pt idx="923">
                  <ns0:v>1.51388547555</ns0:v>
                </ns0:pt>
                <ns0:pt idx="924">
                  <ns0:v>1.51552387974</ns0:v>
                </ns0:pt>
                <ns0:pt idx="925">
                  <ns0:v>1.51716228394</ns0:v>
                </ns0:pt>
                <ns0:pt idx="926">
                  <ns0:v>1.51880068813</ns0:v>
                </ns0:pt>
                <ns0:pt idx="927">
                  <ns0:v>1.52043909232</ns0:v>
                </ns0:pt>
                <ns0:pt idx="928">
                  <ns0:v>1.52207749652</ns0:v>
                </ns0:pt>
                <ns0:pt idx="929">
                  <ns0:v>1.52371590071</ns0:v>
                </ns0:pt>
                <ns0:pt idx="930">
                  <ns0:v>1.52535430491</ns0:v>
                </ns0:pt>
                <ns0:pt idx="931">
                  <ns0:v>1.5269927091</ns0:v>
                </ns0:pt>
                <ns0:pt idx="932">
                  <ns0:v>1.5286311133</ns0:v>
                </ns0:pt>
                <ns0:pt idx="933">
                  <ns0:v>1.53026951749</ns0:v>
                </ns0:pt>
                <ns0:pt idx="934">
                  <ns0:v>1.53190792168</ns0:v>
                </ns0:pt>
                <ns0:pt idx="935">
                  <ns0:v>1.53354632588</ns0:v>
                </ns0:pt>
                <ns0:pt idx="936">
                  <ns0:v>1.53518473007</ns0:v>
                </ns0:pt>
                <ns0:pt idx="937">
                  <ns0:v>1.53682313427</ns0:v>
                </ns0:pt>
                <ns0:pt idx="938">
                  <ns0:v>1.53846153846</ns0:v>
                </ns0:pt>
                <ns0:pt idx="939">
                  <ns0:v>1.54009994266</ns0:v>
                </ns0:pt>
                <ns0:pt idx="940">
                  <ns0:v>1.54173834685</ns0:v>
                </ns0:pt>
                <ns0:pt idx="941">
                  <ns0:v>1.54337675104</ns0:v>
                </ns0:pt>
                <ns0:pt idx="942">
                  <ns0:v>1.54501515524</ns0:v>
                </ns0:pt>
                <ns0:pt idx="943">
                  <ns0:v>1.54665355943</ns0:v>
                </ns0:pt>
                <ns0:pt idx="944">
                  <ns0:v>1.54829196363</ns0:v>
                </ns0:pt>
                <ns0:pt idx="945">
                  <ns0:v>1.54993036782</ns0:v>
                </ns0:pt>
                <ns0:pt idx="946">
                  <ns0:v>1.55156877202</ns0:v>
                </ns0:pt>
                <ns0:pt idx="947">
                  <ns0:v>1.55320717621</ns0:v>
                </ns0:pt>
                <ns0:pt idx="948">
                  <ns0:v>1.5548455804</ns0:v>
                </ns0:pt>
                <ns0:pt idx="949">
                  <ns0:v>1.5564839846</ns0:v>
                </ns0:pt>
                <ns0:pt idx="950">
                  <ns0:v>1.55812238879</ns0:v>
                </ns0:pt>
                <ns0:pt idx="951">
                  <ns0:v>1.55976079299</ns0:v>
                </ns0:pt>
                <ns0:pt idx="952">
                  <ns0:v>1.56139919718</ns0:v>
                </ns0:pt>
                <ns0:pt idx="953">
                  <ns0:v>1.56303760138</ns0:v>
                </ns0:pt>
                <ns0:pt idx="954">
                  <ns0:v>1.56467600557</ns0:v>
                </ns0:pt>
                <ns0:pt idx="955">
                  <ns0:v>1.56631440976</ns0:v>
                </ns0:pt>
                <ns0:pt idx="956">
                  <ns0:v>1.56795281396</ns0:v>
                </ns0:pt>
                <ns0:pt idx="957">
                  <ns0:v>1.56959121815</ns0:v>
                </ns0:pt>
                <ns0:pt idx="958">
                  <ns0:v>1.57122962235</ns0:v>
                </ns0:pt>
                <ns0:pt idx="959">
                  <ns0:v>1.57286802654</ns0:v>
                </ns0:pt>
                <ns0:pt idx="960">
                  <ns0:v>1.57450643074</ns0:v>
                </ns0:pt>
                <ns0:pt idx="961">
                  <ns0:v>1.57614483493</ns0:v>
                </ns0:pt>
                <ns0:pt idx="962">
                  <ns0:v>1.57778323913</ns0:v>
                </ns0:pt>
                <ns0:pt idx="963">
                  <ns0:v>1.57942164332</ns0:v>
                </ns0:pt>
                <ns0:pt idx="964">
                  <ns0:v>1.58106004751</ns0:v>
                </ns0:pt>
                <ns0:pt idx="965">
                  <ns0:v>1.58269845171</ns0:v>
                </ns0:pt>
                <ns0:pt idx="966">
                  <ns0:v>1.5843368559</ns0:v>
                </ns0:pt>
                <ns0:pt idx="967">
                  <ns0:v>1.5859752601</ns0:v>
                </ns0:pt>
                <ns0:pt idx="968">
                  <ns0:v>1.58761366429</ns0:v>
                </ns0:pt>
                <ns0:pt idx="969">
                  <ns0:v>1.58925206849</ns0:v>
                </ns0:pt>
                <ns0:pt idx="970">
                  <ns0:v>1.59089047268</ns0:v>
                </ns0:pt>
                <ns0:pt idx="971">
                  <ns0:v>1.59252887687</ns0:v>
                </ns0:pt>
                <ns0:pt idx="972">
                  <ns0:v>1.59416728107</ns0:v>
                </ns0:pt>
                <ns0:pt idx="973">
                  <ns0:v>1.59580568526</ns0:v>
                </ns0:pt>
                <ns0:pt idx="974">
                  <ns0:v>1.59744408946</ns0:v>
                </ns0:pt>
                <ns0:pt idx="975">
                  <ns0:v>1.59908249365</ns0:v>
                </ns0:pt>
                <ns0:pt idx="976">
                  <ns0:v>1.60072089785</ns0:v>
                </ns0:pt>
                <ns0:pt idx="977">
                  <ns0:v>1.60235930204</ns0:v>
                </ns0:pt>
                <ns0:pt idx="978">
                  <ns0:v>1.60399770623</ns0:v>
                </ns0:pt>
                <ns0:pt idx="979">
                  <ns0:v>1.60563611043</ns0:v>
                </ns0:pt>
                <ns0:pt idx="980">
                  <ns0:v>1.60727451462</ns0:v>
                </ns0:pt>
                <ns0:pt idx="981">
                  <ns0:v>1.60891291882</ns0:v>
                </ns0:pt>
                <ns0:pt idx="982">
                  <ns0:v>1.61055132301</ns0:v>
                </ns0:pt>
                <ns0:pt idx="983">
                  <ns0:v>1.61218972721</ns0:v>
                </ns0:pt>
                <ns0:pt idx="984">
                  <ns0:v>1.6138281314</ns0:v>
                </ns0:pt>
                <ns0:pt idx="985">
                  <ns0:v>1.61546653559</ns0:v>
                </ns0:pt>
                <ns0:pt idx="986">
                  <ns0:v>1.61710493979</ns0:v>
                </ns0:pt>
                <ns0:pt idx="987">
                  <ns0:v>1.61874334398</ns0:v>
                </ns0:pt>
                <ns0:pt idx="988">
                  <ns0:v>1.62038174818</ns0:v>
                </ns0:pt>
                <ns0:pt idx="989">
                  <ns0:v>1.62202015237</ns0:v>
                </ns0:pt>
                <ns0:pt idx="990">
                  <ns0:v>1.62365855657</ns0:v>
                </ns0:pt>
                <ns0:pt idx="991">
                  <ns0:v>1.62529696076</ns0:v>
                </ns0:pt>
                <ns0:pt idx="992">
                  <ns0:v>1.62693536495</ns0:v>
                </ns0:pt>
                <ns0:pt idx="993">
                  <ns0:v>1.62857376915</ns0:v>
                </ns0:pt>
                <ns0:pt idx="994">
                  <ns0:v>1.63021217334</ns0:v>
                </ns0:pt>
                <ns0:pt idx="995">
                  <ns0:v>1.63185057754</ns0:v>
                </ns0:pt>
                <ns0:pt idx="996">
                  <ns0:v>1.63348898173</ns0:v>
                </ns0:pt>
                <ns0:pt idx="997">
                  <ns0:v>1.63512738593</ns0:v>
                </ns0:pt>
                <ns0:pt idx="998">
                  <ns0:v>1.63676579012</ns0:v>
                </ns0:pt>
                <ns0:pt idx="999">
                  <ns0:v>1.63840419431</ns0:v>
                </ns0:pt>
                <ns0:pt idx="1000">
                  <ns0:v>1.64004259851</ns0:v>
                </ns0:pt>
                <ns0:pt idx="1001">
                  <ns0:v>1.6416810027</ns0:v>
                </ns0:pt>
                <ns0:pt idx="1002">
                  <ns0:v>1.6433194069</ns0:v>
                </ns0:pt>
                <ns0:pt idx="1003">
                  <ns0:v>1.64495781109</ns0:v>
                </ns0:pt>
                <ns0:pt idx="1004">
                  <ns0:v>1.64659621529</ns0:v>
                </ns0:pt>
                <ns0:pt idx="1005">
                  <ns0:v>1.64823461948</ns0:v>
                </ns0:pt>
                <ns0:pt idx="1006">
                  <ns0:v>1.64987302367</ns0:v>
                </ns0:pt>
                <ns0:pt idx="1007">
                  <ns0:v>1.65151142787</ns0:v>
                </ns0:pt>
                <ns0:pt idx="1008">
                  <ns0:v>1.65314983206</ns0:v>
                </ns0:pt>
                <ns0:pt idx="1009">
                  <ns0:v>1.65478823626</ns0:v>
                </ns0:pt>
                <ns0:pt idx="1010">
                  <ns0:v>1.65642664045</ns0:v>
                </ns0:pt>
                <ns0:pt idx="1011">
                  <ns0:v>1.65806504465</ns0:v>
                </ns0:pt>
                <ns0:pt idx="1012">
                  <ns0:v>1.65970344884</ns0:v>
                </ns0:pt>
                <ns0:pt idx="1013">
                  <ns0:v>1.66134185304</ns0:v>
                </ns0:pt>
                <ns0:pt idx="1014">
                  <ns0:v>1.66298025723</ns0:v>
                </ns0:pt>
                <ns0:pt idx="1015">
                  <ns0:v>1.66461866142</ns0:v>
                </ns0:pt>
                <ns0:pt idx="1016">
                  <ns0:v>1.66625706562</ns0:v>
                </ns0:pt>
                <ns0:pt idx="1017">
                  <ns0:v>1.66789546981</ns0:v>
                </ns0:pt>
                <ns0:pt idx="1018">
                  <ns0:v>1.66953387401</ns0:v>
                </ns0:pt>
                <ns0:pt idx="1019">
                  <ns0:v>1.6711722782</ns0:v>
                </ns0:pt>
                <ns0:pt idx="1020">
                  <ns0:v>1.6728106824</ns0:v>
                </ns0:pt>
                <ns0:pt idx="1021">
                  <ns0:v>1.67444908659</ns0:v>
                </ns0:pt>
                <ns0:pt idx="1022">
                  <ns0:v>1.67608749078</ns0:v>
                </ns0:pt>
                <ns0:pt idx="1023">
                  <ns0:v>1.67772589498</ns0:v>
                </ns0:pt>
                <ns0:pt idx="1024">
                  <ns0:v>1.67936429917</ns0:v>
                </ns0:pt>
                <ns0:pt idx="1025">
                  <ns0:v>1.68100270337</ns0:v>
                </ns0:pt>
                <ns0:pt idx="1026">
                  <ns0:v>1.68264110756</ns0:v>
                </ns0:pt>
                <ns0:pt idx="1027">
                  <ns0:v>1.68427951176</ns0:v>
                </ns0:pt>
                <ns0:pt idx="1028">
                  <ns0:v>1.68591791595</ns0:v>
                </ns0:pt>
                <ns0:pt idx="1029">
                  <ns0:v>1.68755632014</ns0:v>
                </ns0:pt>
                <ns0:pt idx="1030">
                  <ns0:v>1.68919472434</ns0:v>
                </ns0:pt>
                <ns0:pt idx="1031">
                  <ns0:v>1.69083312853</ns0:v>
                </ns0:pt>
                <ns0:pt idx="1032">
                  <ns0:v>1.69247153273</ns0:v>
                </ns0:pt>
                <ns0:pt idx="1033">
                  <ns0:v>1.69410993692</ns0:v>
                </ns0:pt>
                <ns0:pt idx="1034">
                  <ns0:v>1.69574834112</ns0:v>
                </ns0:pt>
                <ns0:pt idx="1035">
                  <ns0:v>1.69738674531</ns0:v>
                </ns0:pt>
                <ns0:pt idx="1036">
                  <ns0:v>1.6990251495</ns0:v>
                </ns0:pt>
                <ns0:pt idx="1037">
                  <ns0:v>1.7006635537</ns0:v>
                </ns0:pt>
                <ns0:pt idx="1038">
                  <ns0:v>1.70230195789</ns0:v>
                </ns0:pt>
                <ns0:pt idx="1039">
                  <ns0:v>1.70394036209</ns0:v>
                </ns0:pt>
                <ns0:pt idx="1040">
                  <ns0:v>1.70557876628</ns0:v>
                </ns0:pt>
                <ns0:pt idx="1041">
                  <ns0:v>1.70721717048</ns0:v>
                </ns0:pt>
                <ns0:pt idx="1042">
                  <ns0:v>1.70885557467</ns0:v>
                </ns0:pt>
                <ns0:pt idx="1043">
                  <ns0:v>1.71049397886</ns0:v>
                </ns0:pt>
                <ns0:pt idx="1044">
                  <ns0:v>1.71213238306</ns0:v>
                </ns0:pt>
                <ns0:pt idx="1045">
                  <ns0:v>1.71377078725</ns0:v>
                </ns0:pt>
                <ns0:pt idx="1046">
                  <ns0:v>1.71540919145</ns0:v>
                </ns0:pt>
                <ns0:pt idx="1047">
                  <ns0:v>1.71704759564</ns0:v>
                </ns0:pt>
                <ns0:pt idx="1048">
                  <ns0:v>1.71868599984</ns0:v>
                </ns0:pt>
                <ns0:pt idx="1049">
                  <ns0:v>1.72032440403</ns0:v>
                </ns0:pt>
                <ns0:pt idx="1050">
                  <ns0:v>1.72196280822</ns0:v>
                </ns0:pt>
                <ns0:pt idx="1051">
                  <ns0:v>1.72360121242</ns0:v>
                </ns0:pt>
                <ns0:pt idx="1052">
                  <ns0:v>1.72523961661</ns0:v>
                </ns0:pt>
                <ns0:pt idx="1053">
                  <ns0:v>1.72687802081</ns0:v>
                </ns0:pt>
                <ns0:pt idx="1054">
                  <ns0:v>1.728516425</ns0:v>
                </ns0:pt>
                <ns0:pt idx="1055">
                  <ns0:v>1.7301548292</ns0:v>
                </ns0:pt>
                <ns0:pt idx="1056">
                  <ns0:v>1.73179323339</ns0:v>
                </ns0:pt>
                <ns0:pt idx="1057">
                  <ns0:v>1.73343163758</ns0:v>
                </ns0:pt>
                <ns0:pt idx="1058">
                  <ns0:v>1.73507004178</ns0:v>
                </ns0:pt>
                <ns0:pt idx="1059">
                  <ns0:v>1.73670844597</ns0:v>
                </ns0:pt>
                <ns0:pt idx="1060">
                  <ns0:v>1.73834685017</ns0:v>
                </ns0:pt>
                <ns0:pt idx="1061">
                  <ns0:v>1.73998525436</ns0:v>
                </ns0:pt>
                <ns0:pt idx="1062">
                  <ns0:v>1.74162365856</ns0:v>
                </ns0:pt>
                <ns0:pt idx="1063">
                  <ns0:v>1.74326206275</ns0:v>
                </ns0:pt>
                <ns0:pt idx="1064">
                  <ns0:v>1.74490046695</ns0:v>
                </ns0:pt>
                <ns0:pt idx="1065">
                  <ns0:v>1.74653887114</ns0:v>
                </ns0:pt>
                <ns0:pt idx="1066">
                  <ns0:v>1.74817727533</ns0:v>
                </ns0:pt>
                <ns0:pt idx="1067">
                  <ns0:v>1.74981567953</ns0:v>
                </ns0:pt>
                <ns0:pt idx="1068">
                  <ns0:v>1.75145408372</ns0:v>
                </ns0:pt>
                <ns0:pt idx="1069">
                  <ns0:v>1.75309248792</ns0:v>
                </ns0:pt>
                <ns0:pt idx="1070">
                  <ns0:v>1.75473089211</ns0:v>
                </ns0:pt>
                <ns0:pt idx="1071">
                  <ns0:v>1.75636929631</ns0:v>
                </ns0:pt>
                <ns0:pt idx="1072">
                  <ns0:v>1.7580077005</ns0:v>
                </ns0:pt>
                <ns0:pt idx="1073">
                  <ns0:v>1.75964610469</ns0:v>
                </ns0:pt>
                <ns0:pt idx="1074">
                  <ns0:v>1.76128450889</ns0:v>
                </ns0:pt>
                <ns0:pt idx="1075">
                  <ns0:v>1.76292291308</ns0:v>
                </ns0:pt>
                <ns0:pt idx="1076">
                  <ns0:v>1.76456131728</ns0:v>
                </ns0:pt>
                <ns0:pt idx="1077">
                  <ns0:v>1.76619972147</ns0:v>
                </ns0:pt>
                <ns0:pt idx="1078">
                  <ns0:v>1.76783812567</ns0:v>
                </ns0:pt>
                <ns0:pt idx="1079">
                  <ns0:v>1.76947652986</ns0:v>
                </ns0:pt>
                <ns0:pt idx="1080">
                  <ns0:v>1.77111493405</ns0:v>
                </ns0:pt>
                <ns0:pt idx="1081">
                  <ns0:v>1.77275333825</ns0:v>
                </ns0:pt>
                <ns0:pt idx="1082">
                  <ns0:v>1.77439174244</ns0:v>
                </ns0:pt>
                <ns0:pt idx="1083">
                  <ns0:v>1.77603014664</ns0:v>
                </ns0:pt>
                <ns0:pt idx="1084">
                  <ns0:v>1.77766855083</ns0:v>
                </ns0:pt>
                <ns0:pt idx="1085">
                  <ns0:v>1.77930695503</ns0:v>
                </ns0:pt>
                <ns0:pt idx="1086">
                  <ns0:v>1.78094535922</ns0:v>
                </ns0:pt>
                <ns0:pt idx="1087">
                  <ns0:v>1.78258376341</ns0:v>
                </ns0:pt>
                <ns0:pt idx="1088">
                  <ns0:v>1.78422216761</ns0:v>
                </ns0:pt>
                <ns0:pt idx="1089">
                  <ns0:v>1.7858605718</ns0:v>
                </ns0:pt>
                <ns0:pt idx="1090">
                  <ns0:v>1.787498976</ns0:v>
                </ns0:pt>
                <ns0:pt idx="1091">
                  <ns0:v>1.78913738019</ns0:v>
                </ns0:pt>
                <ns0:pt idx="1092">
                  <ns0:v>1.79077578439</ns0:v>
                </ns0:pt>
                <ns0:pt idx="1093">
                  <ns0:v>1.79241418858</ns0:v>
                </ns0:pt>
                <ns0:pt idx="1094">
                  <ns0:v>1.79405259277</ns0:v>
                </ns0:pt>
                <ns0:pt idx="1095">
                  <ns0:v>1.79569099697</ns0:v>
                </ns0:pt>
                <ns0:pt idx="1096">
                  <ns0:v>1.79732940116</ns0:v>
                </ns0:pt>
                <ns0:pt idx="1097">
                  <ns0:v>1.79896780536</ns0:v>
                </ns0:pt>
                <ns0:pt idx="1098">
                  <ns0:v>1.80060620955</ns0:v>
                </ns0:pt>
                <ns0:pt idx="1099">
                  <ns0:v>1.80224461375</ns0:v>
                </ns0:pt>
                <ns0:pt idx="1100">
                  <ns0:v>1.80388301794</ns0:v>
                </ns0:pt>
                <ns0:pt idx="1101">
                  <ns0:v>1.80552142213</ns0:v>
                </ns0:pt>
                <ns0:pt idx="1102">
                  <ns0:v>1.80715982633</ns0:v>
                </ns0:pt>
                <ns0:pt idx="1103">
                  <ns0:v>1.80879823052</ns0:v>
                </ns0:pt>
                <ns0:pt idx="1104">
                  <ns0:v>1.81043663472</ns0:v>
                </ns0:pt>
                <ns0:pt idx="1105">
                  <ns0:v>1.81207503891</ns0:v>
                </ns0:pt>
                <ns0:pt idx="1106">
                  <ns0:v>1.81371344311</ns0:v>
                </ns0:pt>
                <ns0:pt idx="1107">
                  <ns0:v>1.8153518473</ns0:v>
                </ns0:pt>
                <ns0:pt idx="1108">
                  <ns0:v>1.8169902515</ns0:v>
                </ns0:pt>
                <ns0:pt idx="1109">
                  <ns0:v>1.81862865569</ns0:v>
                </ns0:pt>
                <ns0:pt idx="1110">
                  <ns0:v>1.82026705988</ns0:v>
                </ns0:pt>
                <ns0:pt idx="1111">
                  <ns0:v>1.82190546408</ns0:v>
                </ns0:pt>
                <ns0:pt idx="1112">
                  <ns0:v>1.82354386827</ns0:v>
                </ns0:pt>
                <ns0:pt idx="1113">
                  <ns0:v>1.82518227247</ns0:v>
                </ns0:pt>
                <ns0:pt idx="1114">
                  <ns0:v>1.82682067666</ns0:v>
                </ns0:pt>
                <ns0:pt idx="1115">
                  <ns0:v>1.82845908086</ns0:v>
                </ns0:pt>
                <ns0:pt idx="1116">
                  <ns0:v>1.83009748505</ns0:v>
                </ns0:pt>
                <ns0:pt idx="1117">
                  <ns0:v>1.83173588924</ns0:v>
                </ns0:pt>
                <ns0:pt idx="1118">
                  <ns0:v>1.83337429344</ns0:v>
                </ns0:pt>
                <ns0:pt idx="1119">
                  <ns0:v>1.83501269763</ns0:v>
                </ns0:pt>
                <ns0:pt idx="1120">
                  <ns0:v>1.83665110183</ns0:v>
                </ns0:pt>
                <ns0:pt idx="1121">
                  <ns0:v>1.83828950602</ns0:v>
                </ns0:pt>
                <ns0:pt idx="1122">
                  <ns0:v>1.83992791022</ns0:v>
                </ns0:pt>
                <ns0:pt idx="1123">
                  <ns0:v>1.84156631441</ns0:v>
                </ns0:pt>
                <ns0:pt idx="1124">
                  <ns0:v>1.8432047186</ns0:v>
                </ns0:pt>
                <ns0:pt idx="1125">
                  <ns0:v>1.8448431228</ns0:v>
                </ns0:pt>
                <ns0:pt idx="1126">
                  <ns0:v>1.84648152699</ns0:v>
                </ns0:pt>
                <ns0:pt idx="1127">
                  <ns0:v>1.84811993119</ns0:v>
                </ns0:pt>
                <ns0:pt idx="1128">
                  <ns0:v>1.84975833538</ns0:v>
                </ns0:pt>
                <ns0:pt idx="1129">
                  <ns0:v>1.85139673958</ns0:v>
                </ns0:pt>
                <ns0:pt idx="1130">
                  <ns0:v>1.85303514377</ns0:v>
                </ns0:pt>
                <ns0:pt idx="1131">
                  <ns0:v>1.85467354796</ns0:v>
                </ns0:pt>
                <ns0:pt idx="1132">
                  <ns0:v>1.85631195216</ns0:v>
                </ns0:pt>
                <ns0:pt idx="1133">
                  <ns0:v>1.85795035635</ns0:v>
                </ns0:pt>
                <ns0:pt idx="1134">
                  <ns0:v>1.85958876055</ns0:v>
                </ns0:pt>
                <ns0:pt idx="1135">
                  <ns0:v>1.86122716474</ns0:v>
                </ns0:pt>
                <ns0:pt idx="1136">
                  <ns0:v>1.86286556894</ns0:v>
                </ns0:pt>
                <ns0:pt idx="1137">
                  <ns0:v>1.86450397313</ns0:v>
                </ns0:pt>
                <ns0:pt idx="1138">
                  <ns0:v>1.86614237732</ns0:v>
                </ns0:pt>
                <ns0:pt idx="1139">
                  <ns0:v>1.86778078152</ns0:v>
                </ns0:pt>
                <ns0:pt idx="1140">
                  <ns0:v>1.86941918571</ns0:v>
                </ns0:pt>
                <ns0:pt idx="1141">
                  <ns0:v>1.87105758991</ns0:v>
                </ns0:pt>
                <ns0:pt idx="1142">
                  <ns0:v>1.8726959941</ns0:v>
                </ns0:pt>
                <ns0:pt idx="1143">
                  <ns0:v>1.8743343983</ns0:v>
                </ns0:pt>
                <ns0:pt idx="1144">
                  <ns0:v>1.87597280249</ns0:v>
                </ns0:pt>
                <ns0:pt idx="1145">
                  <ns0:v>1.87761120668</ns0:v>
                </ns0:pt>
                <ns0:pt idx="1146">
                  <ns0:v>1.87924961088</ns0:v>
                </ns0:pt>
                <ns0:pt idx="1147">
                  <ns0:v>1.88088801507</ns0:v>
                </ns0:pt>
                <ns0:pt idx="1148">
                  <ns0:v>1.88252641927</ns0:v>
                </ns0:pt>
                <ns0:pt idx="1149">
                  <ns0:v>1.88416482346</ns0:v>
                </ns0:pt>
                <ns0:pt idx="1150">
                  <ns0:v>1.88580322766</ns0:v>
                </ns0:pt>
                <ns0:pt idx="1151">
                  <ns0:v>1.88744163185</ns0:v>
                </ns0:pt>
                <ns0:pt idx="1152">
                  <ns0:v>1.88908003604</ns0:v>
                </ns0:pt>
                <ns0:pt idx="1153">
                  <ns0:v>1.89071844024</ns0:v>
                </ns0:pt>
                <ns0:pt idx="1154">
                  <ns0:v>1.89235684443</ns0:v>
                </ns0:pt>
                <ns0:pt idx="1155">
                  <ns0:v>1.89399524863</ns0:v>
                </ns0:pt>
                <ns0:pt idx="1156">
                  <ns0:v>1.89563365282</ns0:v>
                </ns0:pt>
                <ns0:pt idx="1157">
                  <ns0:v>1.89727205702</ns0:v>
                </ns0:pt>
                <ns0:pt idx="1158">
                  <ns0:v>1.89891046121</ns0:v>
                </ns0:pt>
                <ns0:pt idx="1159">
                  <ns0:v>1.90054886541</ns0:v>
                </ns0:pt>
                <ns0:pt idx="1160">
                  <ns0:v>1.9021872696</ns0:v>
                </ns0:pt>
                <ns0:pt idx="1161">
                  <ns0:v>1.90382567379</ns0:v>
                </ns0:pt>
                <ns0:pt idx="1162">
                  <ns0:v>1.90546407799</ns0:v>
                </ns0:pt>
                <ns0:pt idx="1163">
                  <ns0:v>1.90710248218</ns0:v>
                </ns0:pt>
                <ns0:pt idx="1164">
                  <ns0:v>1.90874088638</ns0:v>
                </ns0:pt>
                <ns0:pt idx="1165">
                  <ns0:v>1.91037929057</ns0:v>
                </ns0:pt>
                <ns0:pt idx="1166">
                  <ns0:v>1.91201769477</ns0:v>
                </ns0:pt>
                <ns0:pt idx="1167">
                  <ns0:v>1.91365609896</ns0:v>
                </ns0:pt>
                <ns0:pt idx="1168">
                  <ns0:v>1.91529450315</ns0:v>
                </ns0:pt>
                <ns0:pt idx="1169">
                  <ns0:v>1.91693290735</ns0:v>
                </ns0:pt>
                <ns0:pt idx="1170">
                  <ns0:v>1.91857131154</ns0:v>
                </ns0:pt>
                <ns0:pt idx="1171">
                  <ns0:v>1.92020971574</ns0:v>
                </ns0:pt>
                <ns0:pt idx="1172">
                  <ns0:v>1.92184811993</ns0:v>
                </ns0:pt>
                <ns0:pt idx="1173">
                  <ns0:v>1.92348652413</ns0:v>
                </ns0:pt>
                <ns0:pt idx="1174">
                  <ns0:v>1.92512492832</ns0:v>
                </ns0:pt>
                <ns0:pt idx="1175">
                  <ns0:v>1.92676333251</ns0:v>
                </ns0:pt>
                <ns0:pt idx="1176">
                  <ns0:v>1.92840173671</ns0:v>
                </ns0:pt>
                <ns0:pt idx="1177">
                  <ns0:v>1.9300401409</ns0:v>
                </ns0:pt>
                <ns0:pt idx="1178">
                  <ns0:v>1.9316785451</ns0:v>
                </ns0:pt>
                <ns0:pt idx="1179">
                  <ns0:v>1.93331694929</ns0:v>
                </ns0:pt>
                <ns0:pt idx="1180">
                  <ns0:v>1.93495535349</ns0:v>
                </ns0:pt>
                <ns0:pt idx="1181">
                  <ns0:v>1.93659375768</ns0:v>
                </ns0:pt>
                <ns0:pt idx="1182">
                  <ns0:v>1.93823216187</ns0:v>
                </ns0:pt>
                <ns0:pt idx="1183">
                  <ns0:v>1.93987056607</ns0:v>
                </ns0:pt>
                <ns0:pt idx="1184">
                  <ns0:v>1.94150897026</ns0:v>
                </ns0:pt>
                <ns0:pt idx="1185">
                  <ns0:v>1.94314737446</ns0:v>
                </ns0:pt>
                <ns0:pt idx="1186">
                  <ns0:v>1.94478577865</ns0:v>
                </ns0:pt>
                <ns0:pt idx="1187">
                  <ns0:v>1.94642418285</ns0:v>
                </ns0:pt>
                <ns0:pt idx="1188">
                  <ns0:v>1.94806258704</ns0:v>
                </ns0:pt>
                <ns0:pt idx="1189">
                  <ns0:v>1.94970099123</ns0:v>
                </ns0:pt>
                <ns0:pt idx="1190">
                  <ns0:v>1.95133939543</ns0:v>
                </ns0:pt>
                <ns0:pt idx="1191">
                  <ns0:v>1.95297779962</ns0:v>
                </ns0:pt>
                <ns0:pt idx="1192">
                  <ns0:v>1.95461620382</ns0:v>
                </ns0:pt>
                <ns0:pt idx="1193">
                  <ns0:v>1.95625460801</ns0:v>
                </ns0:pt>
                <ns0:pt idx="1194">
                  <ns0:v>1.95789301221</ns0:v>
                </ns0:pt>
                <ns0:pt idx="1195">
                  <ns0:v>1.9595314164</ns0:v>
                </ns0:pt>
                <ns0:pt idx="1196">
                  <ns0:v>1.96116982059</ns0:v>
                </ns0:pt>
                <ns0:pt idx="1197">
                  <ns0:v>1.96280822479</ns0:v>
                </ns0:pt>
                <ns0:pt idx="1198">
                  <ns0:v>1.96444662898</ns0:v>
                </ns0:pt>
                <ns0:pt idx="1199">
                  <ns0:v>1.96608503318</ns0:v>
                </ns0:pt>
                <ns0:pt idx="1200">
                  <ns0:v>1.96772343737</ns0:v>
                </ns0:pt>
                <ns0:pt idx="1201">
                  <ns0:v>1.96936184157</ns0:v>
                </ns0:pt>
                <ns0:pt idx="1202">
                  <ns0:v>1.97100024576</ns0:v>
                </ns0:pt>
                <ns0:pt idx="1203">
                  <ns0:v>1.97263864995</ns0:v>
                </ns0:pt>
                <ns0:pt idx="1204">
                  <ns0:v>1.97427705415</ns0:v>
                </ns0:pt>
                <ns0:pt idx="1205">
                  <ns0:v>1.97591545834</ns0:v>
                </ns0:pt>
                <ns0:pt idx="1206">
                  <ns0:v>1.97755386254</ns0:v>
                </ns0:pt>
                <ns0:pt idx="1207">
                  <ns0:v>1.97919226673</ns0:v>
                </ns0:pt>
                <ns0:pt idx="1208">
                  <ns0:v>1.98083067093</ns0:v>
                </ns0:pt>
                <ns0:pt idx="1209">
                  <ns0:v>1.98246907512</ns0:v>
                </ns0:pt>
                <ns0:pt idx="1210">
                  <ns0:v>1.98410747932</ns0:v>
                </ns0:pt>
                <ns0:pt idx="1211">
                  <ns0:v>1.98574588351</ns0:v>
                </ns0:pt>
                <ns0:pt idx="1212">
                  <ns0:v>1.9873842877</ns0:v>
                </ns0:pt>
                <ns0:pt idx="1213">
                  <ns0:v>1.9890226919</ns0:v>
                </ns0:pt>
                <ns0:pt idx="1214">
                  <ns0:v>1.99066109609</ns0:v>
                </ns0:pt>
                <ns0:pt idx="1215">
                  <ns0:v>1.99229950029</ns0:v>
                </ns0:pt>
                <ns0:pt idx="1216">
                  <ns0:v>1.99393790448</ns0:v>
                </ns0:pt>
                <ns0:pt idx="1217">
                  <ns0:v>1.99557630868</ns0:v>
                </ns0:pt>
                <ns0:pt idx="1218">
                  <ns0:v>1.99721471287</ns0:v>
                </ns0:pt>
                <ns0:pt idx="1219">
                  <ns0:v>1.99885311706</ns0:v>
                </ns0:pt>
                <ns0:pt idx="1220">
                  <ns0:v>2.00049152126</ns0:v>
                </ns0:pt>
                <ns0:pt idx="1221">
                  <ns0:v>2.00212992545</ns0:v>
                </ns0:pt>
                <ns0:pt idx="1222">
                  <ns0:v>2.00376832965</ns0:v>
                </ns0:pt>
                <ns0:pt idx="1223">
                  <ns0:v>2.00540673384</ns0:v>
                </ns0:pt>
                <ns0:pt idx="1224">
                  <ns0:v>2.00704513804</ns0:v>
                </ns0:pt>
                <ns0:pt idx="1225">
                  <ns0:v>2.00868354223</ns0:v>
                </ns0:pt>
                <ns0:pt idx="1226">
                  <ns0:v>2.01032194642</ns0:v>
                </ns0:pt>
                <ns0:pt idx="1227">
                  <ns0:v>2.01196035062</ns0:v>
                </ns0:pt>
                <ns0:pt idx="1228">
                  <ns0:v>2.01359875481</ns0:v>
                </ns0:pt>
                <ns0:pt idx="1229">
                  <ns0:v>2.01523715901</ns0:v>
                </ns0:pt>
                <ns0:pt idx="1230">
                  <ns0:v>2.0168755632</ns0:v>
                </ns0:pt>
                <ns0:pt idx="1231">
                  <ns0:v>2.0185139674</ns0:v>
                </ns0:pt>
                <ns0:pt idx="1232">
                  <ns0:v>2.02015237159</ns0:v>
                </ns0:pt>
                <ns0:pt idx="1233">
                  <ns0:v>2.02179077578</ns0:v>
                </ns0:pt>
                <ns0:pt idx="1234">
                  <ns0:v>2.02342917998</ns0:v>
                </ns0:pt>
                <ns0:pt idx="1235">
                  <ns0:v>2.02506758417</ns0:v>
                </ns0:pt>
                <ns0:pt idx="1236">
                  <ns0:v>2.02670598837</ns0:v>
                </ns0:pt>
                <ns0:pt idx="1237">
                  <ns0:v>2.02834439256</ns0:v>
                </ns0:pt>
                <ns0:pt idx="1238">
                  <ns0:v>2.02998279676</ns0:v>
                </ns0:pt>
                <ns0:pt idx="1239">
                  <ns0:v>2.03162120095</ns0:v>
                </ns0:pt>
                <ns0:pt idx="1240">
                  <ns0:v>2.03325960514</ns0:v>
                </ns0:pt>
                <ns0:pt idx="1241">
                  <ns0:v>2.03489800934</ns0:v>
                </ns0:pt>
                <ns0:pt idx="1242">
                  <ns0:v>2.03653641353</ns0:v>
                </ns0:pt>
                <ns0:pt idx="1243">
                  <ns0:v>2.03817481773</ns0:v>
                </ns0:pt>
                <ns0:pt idx="1244">
                  <ns0:v>2.03981322192</ns0:v>
                </ns0:pt>
                <ns0:pt idx="1245">
                  <ns0:v>2.04145162612</ns0:v>
                </ns0:pt>
                <ns0:pt idx="1246">
                  <ns0:v>2.04309003031</ns0:v>
                </ns0:pt>
                <ns0:pt idx="1247">
                  <ns0:v>2.0447284345</ns0:v>
                </ns0:pt>
                <ns0:pt idx="1248">
                  <ns0:v>2.0463668387</ns0:v>
                </ns0:pt>
                <ns0:pt idx="1249">
                  <ns0:v>2.04800524289</ns0:v>
                </ns0:pt>
                <ns0:pt idx="1250">
                  <ns0:v>2.04964364709</ns0:v>
                </ns0:pt>
                <ns0:pt idx="1251">
                  <ns0:v>2.05128205128</ns0:v>
                </ns0:pt>
                <ns0:pt idx="1252">
                  <ns0:v>2.05292045548</ns0:v>
                </ns0:pt>
                <ns0:pt idx="1253">
                  <ns0:v>2.05455885967</ns0:v>
                </ns0:pt>
                <ns0:pt idx="1254">
                  <ns0:v>2.05619726386</ns0:v>
                </ns0:pt>
                <ns0:pt idx="1255">
                  <ns0:v>2.05783566806</ns0:v>
                </ns0:pt>
                <ns0:pt idx="1256">
                  <ns0:v>2.05947407225</ns0:v>
                </ns0:pt>
                <ns0:pt idx="1257">
                  <ns0:v>2.06111247645</ns0:v>
                </ns0:pt>
                <ns0:pt idx="1258">
                  <ns0:v>2.06275088064</ns0:v>
                </ns0:pt>
                <ns0:pt idx="1259">
                  <ns0:v>2.06438928484</ns0:v>
                </ns0:pt>
                <ns0:pt idx="1260">
                  <ns0:v>2.06602768903</ns0:v>
                </ns0:pt>
                <ns0:pt idx="1261">
                  <ns0:v>2.06766609323</ns0:v>
                </ns0:pt>
                <ns0:pt idx="1262">
                  <ns0:v>2.06930449742</ns0:v>
                </ns0:pt>
                <ns0:pt idx="1263">
                  <ns0:v>2.07094290161</ns0:v>
                </ns0:pt>
                <ns0:pt idx="1264">
                  <ns0:v>2.07258130581</ns0:v>
                </ns0:pt>
                <ns0:pt idx="1265">
                  <ns0:v>2.07421971</ns0:v>
                </ns0:pt>
                <ns0:pt idx="1266">
                  <ns0:v>2.0758581142</ns0:v>
                </ns0:pt>
                <ns0:pt idx="1267">
                  <ns0:v>2.07749651839</ns0:v>
                </ns0:pt>
                <ns0:pt idx="1268">
                  <ns0:v>2.07913492259</ns0:v>
                </ns0:pt>
                <ns0:pt idx="1269">
                  <ns0:v>2.08077332678</ns0:v>
                </ns0:pt>
                <ns0:pt idx="1270">
                  <ns0:v>2.08241173097</ns0:v>
                </ns0:pt>
                <ns0:pt idx="1271">
                  <ns0:v>2.08405013517</ns0:v>
                </ns0:pt>
                <ns0:pt idx="1272">
                  <ns0:v>2.08568853936</ns0:v>
                </ns0:pt>
                <ns0:pt idx="1273">
                  <ns0:v>2.08732694356</ns0:v>
                </ns0:pt>
                <ns0:pt idx="1274">
                  <ns0:v>2.08896534775</ns0:v>
                </ns0:pt>
                <ns0:pt idx="1275">
                  <ns0:v>2.09060375195</ns0:v>
                </ns0:pt>
                <ns0:pt idx="1276">
                  <ns0:v>2.09224215614</ns0:v>
                </ns0:pt>
                <ns0:pt idx="1277">
                  <ns0:v>2.09388056033</ns0:v>
                </ns0:pt>
                <ns0:pt idx="1278">
                  <ns0:v>2.09551896453</ns0:v>
                </ns0:pt>
                <ns0:pt idx="1279">
                  <ns0:v>2.09715736872</ns0:v>
                </ns0:pt>
                <ns0:pt idx="1280">
                  <ns0:v>2.09879577292</ns0:v>
                </ns0:pt>
                <ns0:pt idx="1281">
                  <ns0:v>2.10043417711</ns0:v>
                </ns0:pt>
                <ns0:pt idx="1282">
                  <ns0:v>2.10207258131</ns0:v>
                </ns0:pt>
                <ns0:pt idx="1283">
                  <ns0:v>2.1037109855</ns0:v>
                </ns0:pt>
                <ns0:pt idx="1284">
                  <ns0:v>2.10534938969</ns0:v>
                </ns0:pt>
                <ns0:pt idx="1285">
                  <ns0:v>2.10698779389</ns0:v>
                </ns0:pt>
                <ns0:pt idx="1286">
                  <ns0:v>2.10862619808</ns0:v>
                </ns0:pt>
                <ns0:pt idx="1287">
                  <ns0:v>2.11026460228</ns0:v>
                </ns0:pt>
                <ns0:pt idx="1288">
                  <ns0:v>2.11190300647</ns0:v>
                </ns0:pt>
                <ns0:pt idx="1289">
                  <ns0:v>2.11354141067</ns0:v>
                </ns0:pt>
                <ns0:pt idx="1290">
                  <ns0:v>2.11517981486</ns0:v>
                </ns0:pt>
                <ns0:pt idx="1291">
                  <ns0:v>2.11681821905</ns0:v>
                </ns0:pt>
                <ns0:pt idx="1292">
                  <ns0:v>2.11845662325</ns0:v>
                </ns0:pt>
                <ns0:pt idx="1293">
                  <ns0:v>2.12009502744</ns0:v>
                </ns0:pt>
                <ns0:pt idx="1294">
                  <ns0:v>2.12173343164</ns0:v>
                </ns0:pt>
                <ns0:pt idx="1295">
                  <ns0:v>2.12337183583</ns0:v>
                </ns0:pt>
                <ns0:pt idx="1296">
                  <ns0:v>2.12501024003</ns0:v>
                </ns0:pt>
                <ns0:pt idx="1297">
                  <ns0:v>2.12664864422</ns0:v>
                </ns0:pt>
                <ns0:pt idx="1298">
                  <ns0:v>2.12828704841</ns0:v>
                </ns0:pt>
                <ns0:pt idx="1299">
                  <ns0:v>2.12992545261</ns0:v>
                </ns0:pt>
                <ns0:pt idx="1300">
                  <ns0:v>2.1315638568</ns0:v>
                </ns0:pt>
                <ns0:pt idx="1301">
                  <ns0:v>2.133202261</ns0:v>
                </ns0:pt>
                <ns0:pt idx="1302">
                  <ns0:v>2.13484066519</ns0:v>
                </ns0:pt>
                <ns0:pt idx="1303">
                  <ns0:v>2.13647906939</ns0:v>
                </ns0:pt>
                <ns0:pt idx="1304">
                  <ns0:v>2.13811747358</ns0:v>
                </ns0:pt>
                <ns0:pt idx="1305">
                  <ns0:v>2.13975587778</ns0:v>
                </ns0:pt>
                <ns0:pt idx="1306">
                  <ns0:v>2.14139428197</ns0:v>
                </ns0:pt>
                <ns0:pt idx="1307">
                  <ns0:v>2.14303268616</ns0:v>
                </ns0:pt>
                <ns0:pt idx="1308">
                  <ns0:v>2.14467109036</ns0:v>
                </ns0:pt>
                <ns0:pt idx="1309">
                  <ns0:v>2.14630949455</ns0:v>
                </ns0:pt>
                <ns0:pt idx="1310">
                  <ns0:v>2.14794789875</ns0:v>
                </ns0:pt>
                <ns0:pt idx="1311">
                  <ns0:v>2.14958630294</ns0:v>
                </ns0:pt>
                <ns0:pt idx="1312">
                  <ns0:v>2.15122470714</ns0:v>
                </ns0:pt>
                <ns0:pt idx="1313">
                  <ns0:v>2.15286311133</ns0:v>
                </ns0:pt>
                <ns0:pt idx="1314">
                  <ns0:v>2.15450151552</ns0:v>
                </ns0:pt>
                <ns0:pt idx="1315">
                  <ns0:v>2.15613991972</ns0:v>
                </ns0:pt>
                <ns0:pt idx="1316">
                  <ns0:v>2.15777832391</ns0:v>
                </ns0:pt>
                <ns0:pt idx="1317">
                  <ns0:v>2.15941672811</ns0:v>
                </ns0:pt>
                <ns0:pt idx="1318">
                  <ns0:v>2.1610551323</ns0:v>
                </ns0:pt>
                <ns0:pt idx="1319">
                  <ns0:v>2.1626935365</ns0:v>
                </ns0:pt>
                <ns0:pt idx="1320">
                  <ns0:v>2.16433194069</ns0:v>
                </ns0:pt>
                <ns0:pt idx="1321">
                  <ns0:v>2.16597034488</ns0:v>
                </ns0:pt>
                <ns0:pt idx="1322">
                  <ns0:v>2.16760874908</ns0:v>
                </ns0:pt>
                <ns0:pt idx="1323">
                  <ns0:v>2.16924715327</ns0:v>
                </ns0:pt>
                <ns0:pt idx="1324">
                  <ns0:v>2.17088555747</ns0:v>
                </ns0:pt>
                <ns0:pt idx="1325">
                  <ns0:v>2.17252396166</ns0:v>
                </ns0:pt>
                <ns0:pt idx="1326">
                  <ns0:v>2.17416236586</ns0:v>
                </ns0:pt>
                <ns0:pt idx="1327">
                  <ns0:v>2.17580077005</ns0:v>
                </ns0:pt>
                <ns0:pt idx="1328">
                  <ns0:v>2.17743917424</ns0:v>
                </ns0:pt>
                <ns0:pt idx="1329">
                  <ns0:v>2.17907757844</ns0:v>
                </ns0:pt>
                <ns0:pt idx="1330">
                  <ns0:v>2.18071598263</ns0:v>
                </ns0:pt>
                <ns0:pt idx="1331">
                  <ns0:v>2.18235438683</ns0:v>
                </ns0:pt>
                <ns0:pt idx="1332">
                  <ns0:v>2.18399279102</ns0:v>
                </ns0:pt>
                <ns0:pt idx="1333">
                  <ns0:v>2.18563119522</ns0:v>
                </ns0:pt>
                <ns0:pt idx="1334">
                  <ns0:v>2.18726959941</ns0:v>
                </ns0:pt>
                <ns0:pt idx="1335">
                  <ns0:v>2.1889080036</ns0:v>
                </ns0:pt>
                <ns0:pt idx="1336">
                  <ns0:v>2.1905464078</ns0:v>
                </ns0:pt>
                <ns0:pt idx="1337">
                  <ns0:v>2.19218481199</ns0:v>
                </ns0:pt>
                <ns0:pt idx="1338">
                  <ns0:v>2.19382321619</ns0:v>
                </ns0:pt>
                <ns0:pt idx="1339">
                  <ns0:v>2.19546162038</ns0:v>
                </ns0:pt>
                <ns0:pt idx="1340">
                  <ns0:v>2.19710002458</ns0:v>
                </ns0:pt>
                <ns0:pt idx="1341">
                  <ns0:v>2.19873842877</ns0:v>
                </ns0:pt>
                <ns0:pt idx="1342">
                  <ns0:v>2.20037683296</ns0:v>
                </ns0:pt>
                <ns0:pt idx="1343">
                  <ns0:v>2.20201523716</ns0:v>
                </ns0:pt>
                <ns0:pt idx="1344">
                  <ns0:v>2.20365364135</ns0:v>
                </ns0:pt>
                <ns0:pt idx="1345">
                  <ns0:v>2.20529204555</ns0:v>
                </ns0:pt>
                <ns0:pt idx="1346">
                  <ns0:v>2.20693044974</ns0:v>
                </ns0:pt>
                <ns0:pt idx="1347">
                  <ns0:v>2.20856885394</ns0:v>
                </ns0:pt>
                <ns0:pt idx="1348">
                  <ns0:v>2.21020725813</ns0:v>
                </ns0:pt>
                <ns0:pt idx="1349">
                  <ns0:v>2.21184566232</ns0:v>
                </ns0:pt>
                <ns0:pt idx="1350">
                  <ns0:v>2.21348406652</ns0:v>
                </ns0:pt>
                <ns0:pt idx="1351">
                  <ns0:v>2.21512247071</ns0:v>
                </ns0:pt>
                <ns0:pt idx="1352">
                  <ns0:v>2.21676087491</ns0:v>
                </ns0:pt>
                <ns0:pt idx="1353">
                  <ns0:v>2.2183992791</ns0:v>
                </ns0:pt>
                <ns0:pt idx="1354">
                  <ns0:v>2.2200376833</ns0:v>
                </ns0:pt>
                <ns0:pt idx="1355">
                  <ns0:v>2.22167608749</ns0:v>
                </ns0:pt>
                <ns0:pt idx="1356">
                  <ns0:v>2.22331449169</ns0:v>
                </ns0:pt>
                <ns0:pt idx="1357">
                  <ns0:v>2.22495289588</ns0:v>
                </ns0:pt>
                <ns0:pt idx="1358">
                  <ns0:v>2.22659130007</ns0:v>
                </ns0:pt>
                <ns0:pt idx="1359">
                  <ns0:v>2.22822970427</ns0:v>
                </ns0:pt>
                <ns0:pt idx="1360">
                  <ns0:v>2.22986810846</ns0:v>
                </ns0:pt>
                <ns0:pt idx="1361">
                  <ns0:v>2.23150651266</ns0:v>
                </ns0:pt>
                <ns0:pt idx="1362">
                  <ns0:v>2.23314491685</ns0:v>
                </ns0:pt>
                <ns0:pt idx="1363">
                  <ns0:v>2.23478332105</ns0:v>
                </ns0:pt>
                <ns0:pt idx="1364">
                  <ns0:v>2.23642172524</ns0:v>
                </ns0:pt>
                <ns0:pt idx="1365">
                  <ns0:v>2.23806012943</ns0:v>
                </ns0:pt>
                <ns0:pt idx="1366">
                  <ns0:v>2.23969853363</ns0:v>
                </ns0:pt>
                <ns0:pt idx="1367">
                  <ns0:v>2.24133693782</ns0:v>
                </ns0:pt>
                <ns0:pt idx="1368">
                  <ns0:v>2.24297534202</ns0:v>
                </ns0:pt>
                <ns0:pt idx="1369">
                  <ns0:v>2.24461374621</ns0:v>
                </ns0:pt>
                <ns0:pt idx="1370">
                  <ns0:v>2.24625215041</ns0:v>
                </ns0:pt>
                <ns0:pt idx="1371">
                  <ns0:v>2.2478905546</ns0:v>
                </ns0:pt>
                <ns0:pt idx="1372">
                  <ns0:v>2.24952895879</ns0:v>
                </ns0:pt>
                <ns0:pt idx="1373">
                  <ns0:v>2.25116736299</ns0:v>
                </ns0:pt>
                <ns0:pt idx="1374">
                  <ns0:v>2.25280576718</ns0:v>
                </ns0:pt>
                <ns0:pt idx="1375">
                  <ns0:v>2.25444417138</ns0:v>
                </ns0:pt>
                <ns0:pt idx="1376">
                  <ns0:v>2.25608257557</ns0:v>
                </ns0:pt>
                <ns0:pt idx="1377">
                  <ns0:v>2.25772097977</ns0:v>
                </ns0:pt>
                <ns0:pt idx="1378">
                  <ns0:v>2.25935938396</ns0:v>
                </ns0:pt>
                <ns0:pt idx="1379">
                  <ns0:v>2.26099778815</ns0:v>
                </ns0:pt>
                <ns0:pt idx="1380">
                  <ns0:v>2.26263619235</ns0:v>
                </ns0:pt>
                <ns0:pt idx="1381">
                  <ns0:v>2.26427459654</ns0:v>
                </ns0:pt>
                <ns0:pt idx="1382">
                  <ns0:v>2.26591300074</ns0:v>
                </ns0:pt>
                <ns0:pt idx="1383">
                  <ns0:v>2.26755140493</ns0:v>
                </ns0:pt>
                <ns0:pt idx="1384">
                  <ns0:v>2.26918980913</ns0:v>
                </ns0:pt>
                <ns0:pt idx="1385">
                  <ns0:v>2.27082821332</ns0:v>
                </ns0:pt>
                <ns0:pt idx="1386">
                  <ns0:v>2.27246661751</ns0:v>
                </ns0:pt>
                <ns0:pt idx="1387">
                  <ns0:v>2.27410502171</ns0:v>
                </ns0:pt>
                <ns0:pt idx="1388">
                  <ns0:v>2.2757434259</ns0:v>
                </ns0:pt>
                <ns0:pt idx="1389">
                  <ns0:v>2.2773818301</ns0:v>
                </ns0:pt>
                <ns0:pt idx="1390">
                  <ns0:v>2.27902023429</ns0:v>
                </ns0:pt>
                <ns0:pt idx="1391">
                  <ns0:v>2.28065863849</ns0:v>
                </ns0:pt>
                <ns0:pt idx="1392">
                  <ns0:v>2.28229704268</ns0:v>
                </ns0:pt>
                <ns0:pt idx="1393">
                  <ns0:v>2.28393544687</ns0:v>
                </ns0:pt>
                <ns0:pt idx="1394">
                  <ns0:v>2.28557385107</ns0:v>
                </ns0:pt>
                <ns0:pt idx="1395">
                  <ns0:v>2.28721225526</ns0:v>
                </ns0:pt>
                <ns0:pt idx="1396">
                  <ns0:v>2.28885065946</ns0:v>
                </ns0:pt>
                <ns0:pt idx="1397">
                  <ns0:v>2.29048906365</ns0:v>
                </ns0:pt>
                <ns0:pt idx="1398">
                  <ns0:v>2.29212746785</ns0:v>
                </ns0:pt>
                <ns0:pt idx="1399">
                  <ns0:v>2.29376587204</ns0:v>
                </ns0:pt>
                <ns0:pt idx="1400">
                  <ns0:v>2.29540427623</ns0:v>
                </ns0:pt>
                <ns0:pt idx="1401">
                  <ns0:v>2.29704268043</ns0:v>
                </ns0:pt>
                <ns0:pt idx="1402">
                  <ns0:v>2.29868108462</ns0:v>
                </ns0:pt>
                <ns0:pt idx="1403">
                  <ns0:v>2.30031948882</ns0:v>
                </ns0:pt>
                <ns0:pt idx="1404">
                  <ns0:v>2.30195789301</ns0:v>
                </ns0:pt>
                <ns0:pt idx="1405">
                  <ns0:v>2.30359629721</ns0:v>
                </ns0:pt>
                <ns0:pt idx="1406">
                  <ns0:v>2.3052347014</ns0:v>
                </ns0:pt>
                <ns0:pt idx="1407">
                  <ns0:v>2.3068731056</ns0:v>
                </ns0:pt>
                <ns0:pt idx="1408">
                  <ns0:v>2.30851150979</ns0:v>
                </ns0:pt>
                <ns0:pt idx="1409">
                  <ns0:v>2.31014991398</ns0:v>
                </ns0:pt>
                <ns0:pt idx="1410">
                  <ns0:v>2.31178831818</ns0:v>
                </ns0:pt>
                <ns0:pt idx="1411">
                  <ns0:v>2.31342672237</ns0:v>
                </ns0:pt>
                <ns0:pt idx="1412">
                  <ns0:v>2.31506512657</ns0:v>
                </ns0:pt>
                <ns0:pt idx="1413">
                  <ns0:v>2.31670353076</ns0:v>
                </ns0:pt>
                <ns0:pt idx="1414">
                  <ns0:v>2.31834193496</ns0:v>
                </ns0:pt>
                <ns0:pt idx="1415">
                  <ns0:v>2.31998033915</ns0:v>
                </ns0:pt>
                <ns0:pt idx="1416">
                  <ns0:v>2.32161874334</ns0:v>
                </ns0:pt>
                <ns0:pt idx="1417">
                  <ns0:v>2.32325714754</ns0:v>
                </ns0:pt>
                <ns0:pt idx="1418">
                  <ns0:v>2.32489555173</ns0:v>
                </ns0:pt>
                <ns0:pt idx="1419">
                  <ns0:v>2.32653395593</ns0:v>
                </ns0:pt>
                <ns0:pt idx="1420">
                  <ns0:v>2.32817236012</ns0:v>
                </ns0:pt>
                <ns0:pt idx="1421">
                  <ns0:v>2.32981076432</ns0:v>
                </ns0:pt>
                <ns0:pt idx="1422">
                  <ns0:v>2.33144916851</ns0:v>
                </ns0:pt>
                <ns0:pt idx="1423">
                  <ns0:v>2.3330875727</ns0:v>
                </ns0:pt>
                <ns0:pt idx="1424">
                  <ns0:v>2.3347259769</ns0:v>
                </ns0:pt>
                <ns0:pt idx="1425">
                  <ns0:v>2.33636438109</ns0:v>
                </ns0:pt>
                <ns0:pt idx="1426">
                  <ns0:v>2.33800278529</ns0:v>
                </ns0:pt>
                <ns0:pt idx="1427">
                  <ns0:v>2.33964118948</ns0:v>
                </ns0:pt>
                <ns0:pt idx="1428">
                  <ns0:v>2.34127959368</ns0:v>
                </ns0:pt>
                <ns0:pt idx="1429">
                  <ns0:v>2.34291799787</ns0:v>
                </ns0:pt>
                <ns0:pt idx="1430">
                  <ns0:v>2.34455640206</ns0:v>
                </ns0:pt>
                <ns0:pt idx="1431">
                  <ns0:v>2.34619480626</ns0:v>
                </ns0:pt>
                <ns0:pt idx="1432">
                  <ns0:v>2.34783321045</ns0:v>
                </ns0:pt>
                <ns0:pt idx="1433">
                  <ns0:v>2.34947161465</ns0:v>
                </ns0:pt>
                <ns0:pt idx="1434">
                  <ns0:v>2.35111001884</ns0:v>
                </ns0:pt>
                <ns0:pt idx="1435">
                  <ns0:v>2.35274842304</ns0:v>
                </ns0:pt>
                <ns0:pt idx="1436">
                  <ns0:v>2.35438682723</ns0:v>
                </ns0:pt>
                <ns0:pt idx="1437">
                  <ns0:v>2.35602523142</ns0:v>
                </ns0:pt>
                <ns0:pt idx="1438">
                  <ns0:v>2.35766363562</ns0:v>
                </ns0:pt>
                <ns0:pt idx="1439">
                  <ns0:v>2.35930203981</ns0:v>
                </ns0:pt>
                <ns0:pt idx="1440">
                  <ns0:v>2.36094044401</ns0:v>
                </ns0:pt>
                <ns0:pt idx="1441">
                  <ns0:v>2.3625788482</ns0:v>
                </ns0:pt>
                <ns0:pt idx="1442">
                  <ns0:v>2.3642172524</ns0:v>
                </ns0:pt>
                <ns0:pt idx="1443">
                  <ns0:v>2.36585565659</ns0:v>
                </ns0:pt>
                <ns0:pt idx="1444">
                  <ns0:v>2.36749406078</ns0:v>
                </ns0:pt>
                <ns0:pt idx="1445">
                  <ns0:v>2.36913246498</ns0:v>
                </ns0:pt>
                <ns0:pt idx="1446">
                  <ns0:v>2.37077086917</ns0:v>
                </ns0:pt>
                <ns0:pt idx="1447">
                  <ns0:v>2.37240927337</ns0:v>
                </ns0:pt>
                <ns0:pt idx="1448">
                  <ns0:v>2.37404767756</ns0:v>
                </ns0:pt>
                <ns0:pt idx="1449">
                  <ns0:v>2.37568608176</ns0:v>
                </ns0:pt>
                <ns0:pt idx="1450">
                  <ns0:v>2.37732448595</ns0:v>
                </ns0:pt>
                <ns0:pt idx="1451">
                  <ns0:v>2.37896289014</ns0:v>
                </ns0:pt>
                <ns0:pt idx="1452">
                  <ns0:v>2.38060129434</ns0:v>
                </ns0:pt>
                <ns0:pt idx="1453">
                  <ns0:v>2.38223969853</ns0:v>
                </ns0:pt>
                <ns0:pt idx="1454">
                  <ns0:v>2.38387810273</ns0:v>
                </ns0:pt>
                <ns0:pt idx="1455">
                  <ns0:v>2.38551650692</ns0:v>
                </ns0:pt>
                <ns0:pt idx="1456">
                  <ns0:v>2.38715491112</ns0:v>
                </ns0:pt>
                <ns0:pt idx="1457">
                  <ns0:v>2.38879331531</ns0:v>
                </ns0:pt>
                <ns0:pt idx="1458">
                  <ns0:v>2.39043171951</ns0:v>
                </ns0:pt>
                <ns0:pt idx="1459">
                  <ns0:v>2.3920701237</ns0:v>
                </ns0:pt>
                <ns0:pt idx="1460">
                  <ns0:v>2.39370852789</ns0:v>
                </ns0:pt>
                <ns0:pt idx="1461">
                  <ns0:v>2.39534693209</ns0:v>
                </ns0:pt>
                <ns0:pt idx="1462">
                  <ns0:v>2.39698533628</ns0:v>
                </ns0:pt>
                <ns0:pt idx="1463">
                  <ns0:v>2.39862374048</ns0:v>
                </ns0:pt>
                <ns0:pt idx="1464">
                  <ns0:v>2.40026214467</ns0:v>
                </ns0:pt>
                <ns0:pt idx="1465">
                  <ns0:v>2.40190054887</ns0:v>
                </ns0:pt>
                <ns0:pt idx="1466">
                  <ns0:v>2.40353895306</ns0:v>
                </ns0:pt>
                <ns0:pt idx="1467">
                  <ns0:v>2.40517735725</ns0:v>
                </ns0:pt>
                <ns0:pt idx="1468">
                  <ns0:v>2.40681576145</ns0:v>
                </ns0:pt>
                <ns0:pt idx="1469">
                  <ns0:v>2.40845416564</ns0:v>
                </ns0:pt>
                <ns0:pt idx="1470">
                  <ns0:v>2.41009256984</ns0:v>
                </ns0:pt>
                <ns0:pt idx="1471">
                  <ns0:v>2.41173097403</ns0:v>
                </ns0:pt>
                <ns0:pt idx="1472">
                  <ns0:v>2.41336937823</ns0:v>
                </ns0:pt>
                <ns0:pt idx="1473">
                  <ns0:v>2.41500778242</ns0:v>
                </ns0:pt>
                <ns0:pt idx="1474">
                  <ns0:v>2.41664618661</ns0:v>
                </ns0:pt>
                <ns0:pt idx="1475">
                  <ns0:v>2.41828459081</ns0:v>
                </ns0:pt>
                <ns0:pt idx="1476">
                  <ns0:v>2.419922995</ns0:v>
                </ns0:pt>
                <ns0:pt idx="1477">
                  <ns0:v>2.4215613992</ns0:v>
                </ns0:pt>
                <ns0:pt idx="1478">
                  <ns0:v>2.42319980339</ns0:v>
                </ns0:pt>
                <ns0:pt idx="1479">
                  <ns0:v>2.42483820759</ns0:v>
                </ns0:pt>
                <ns0:pt idx="1480">
                  <ns0:v>2.42647661178</ns0:v>
                </ns0:pt>
                <ns0:pt idx="1481">
                  <ns0:v>2.42811501597</ns0:v>
                </ns0:pt>
                <ns0:pt idx="1482">
                  <ns0:v>2.42975342017</ns0:v>
                </ns0:pt>
                <ns0:pt idx="1483">
                  <ns0:v>2.43139182436</ns0:v>
                </ns0:pt>
                <ns0:pt idx="1484">
                  <ns0:v>2.43303022856</ns0:v>
                </ns0:pt>
                <ns0:pt idx="1485">
                  <ns0:v>2.43466863275</ns0:v>
                </ns0:pt>
                <ns0:pt idx="1486">
                  <ns0:v>2.43630703695</ns0:v>
                </ns0:pt>
                <ns0:pt idx="1487">
                  <ns0:v>2.43794544114</ns0:v>
                </ns0:pt>
                <ns0:pt idx="1488">
                  <ns0:v>2.43958384533</ns0:v>
                </ns0:pt>
                <ns0:pt idx="1489">
                  <ns0:v>2.44122224953</ns0:v>
                </ns0:pt>
                <ns0:pt idx="1490">
                  <ns0:v>2.44286065372</ns0:v>
                </ns0:pt>
                <ns0:pt idx="1491">
                  <ns0:v>2.44449905792</ns0:v>
                </ns0:pt>
                <ns0:pt idx="1492">
                  <ns0:v>2.44613746211</ns0:v>
                </ns0:pt>
                <ns0:pt idx="1493">
                  <ns0:v>2.44777586631</ns0:v>
                </ns0:pt>
                <ns0:pt idx="1494">
                  <ns0:v>2.4494142705</ns0:v>
                </ns0:pt>
                <ns0:pt idx="1495">
                  <ns0:v>2.45105267469</ns0:v>
                </ns0:pt>
                <ns0:pt idx="1496">
                  <ns0:v>2.45269107889</ns0:v>
                </ns0:pt>
                <ns0:pt idx="1497">
                  <ns0:v>2.45432948308</ns0:v>
                </ns0:pt>
                <ns0:pt idx="1498">
                  <ns0:v>2.45596788728</ns0:v>
                </ns0:pt>
                <ns0:pt idx="1499">
                  <ns0:v>2.45760629147</ns0:v>
                </ns0:pt>
                <ns0:pt idx="1500">
                  <ns0:v>2.45924469567</ns0:v>
                </ns0:pt>
                <ns0:pt idx="1501">
                  <ns0:v>2.46088309986</ns0:v>
                </ns0:pt>
                <ns0:pt idx="1502">
                  <ns0:v>2.46252150406</ns0:v>
                </ns0:pt>
                <ns0:pt idx="1503">
                  <ns0:v>2.46415990825</ns0:v>
                </ns0:pt>
                <ns0:pt idx="1504">
                  <ns0:v>2.46579831244</ns0:v>
                </ns0:pt>
                <ns0:pt idx="1505">
                  <ns0:v>2.46743671664</ns0:v>
                </ns0:pt>
                <ns0:pt idx="1506">
                  <ns0:v>2.46907512083</ns0:v>
                </ns0:pt>
                <ns0:pt idx="1507">
                  <ns0:v>2.47071352503</ns0:v>
                </ns0:pt>
                <ns0:pt idx="1508">
                  <ns0:v>2.47235192922</ns0:v>
                </ns0:pt>
                <ns0:pt idx="1509">
                  <ns0:v>2.47399033342</ns0:v>
                </ns0:pt>
                <ns0:pt idx="1510">
                  <ns0:v>2.47562873761</ns0:v>
                </ns0:pt>
                <ns0:pt idx="1511">
                  <ns0:v>2.4772671418</ns0:v>
                </ns0:pt>
                <ns0:pt idx="1512">
                  <ns0:v>2.478905546</ns0:v>
                </ns0:pt>
                <ns0:pt idx="1513">
                  <ns0:v>2.48054395019</ns0:v>
                </ns0:pt>
                <ns0:pt idx="1514">
                  <ns0:v>2.48218235439</ns0:v>
                </ns0:pt>
                <ns0:pt idx="1515">
                  <ns0:v>2.48382075858</ns0:v>
                </ns0:pt>
                <ns0:pt idx="1516">
                  <ns0:v>2.48545916278</ns0:v>
                </ns0:pt>
                <ns0:pt idx="1517">
                  <ns0:v>2.48709756697</ns0:v>
                </ns0:pt>
                <ns0:pt idx="1518">
                  <ns0:v>2.48873597116</ns0:v>
                </ns0:pt>
                <ns0:pt idx="1519">
                  <ns0:v>2.49037437536</ns0:v>
                </ns0:pt>
                <ns0:pt idx="1520">
                  <ns0:v>2.49201277955</ns0:v>
                </ns0:pt>
                <ns0:pt idx="1521">
                  <ns0:v>2.49365118375</ns0:v>
                </ns0:pt>
                <ns0:pt idx="1522">
                  <ns0:v>2.49528958794</ns0:v>
                </ns0:pt>
                <ns0:pt idx="1523">
                  <ns0:v>2.49692799214</ns0:v>
                </ns0:pt>
                <ns0:pt idx="1524">
                  <ns0:v>2.49856639633</ns0:v>
                </ns0:pt>
                <ns0:pt idx="1525">
                  <ns0:v>2.50020480052</ns0:v>
                </ns0:pt>
                <ns0:pt idx="1526">
                  <ns0:v>2.50184320472</ns0:v>
                </ns0:pt>
                <ns0:pt idx="1527">
                  <ns0:v>2.50348160891</ns0:v>
                </ns0:pt>
                <ns0:pt idx="1528">
                  <ns0:v>2.50512001311</ns0:v>
                </ns0:pt>
                <ns0:pt idx="1529">
                  <ns0:v>2.5067584173</ns0:v>
                </ns0:pt>
                <ns0:pt idx="1530">
                  <ns0:v>2.5083968215</ns0:v>
                </ns0:pt>
                <ns0:pt idx="1531">
                  <ns0:v>2.51003522569</ns0:v>
                </ns0:pt>
                <ns0:pt idx="1532">
                  <ns0:v>2.51167362988</ns0:v>
                </ns0:pt>
                <ns0:pt idx="1533">
                  <ns0:v>2.51331203408</ns0:v>
                </ns0:pt>
                <ns0:pt idx="1534">
                  <ns0:v>2.51495043827</ns0:v>
                </ns0:pt>
                <ns0:pt idx="1535">
                  <ns0:v>2.51658884247</ns0:v>
                </ns0:pt>
                <ns0:pt idx="1536">
                  <ns0:v>2.51822724666</ns0:v>
                </ns0:pt>
                <ns0:pt idx="1537">
                  <ns0:v>2.51986565086</ns0:v>
                </ns0:pt>
                <ns0:pt idx="1538">
                  <ns0:v>2.52150405505</ns0:v>
                </ns0:pt>
                <ns0:pt idx="1539">
                  <ns0:v>2.52314245924</ns0:v>
                </ns0:pt>
                <ns0:pt idx="1540">
                  <ns0:v>2.52478086344</ns0:v>
                </ns0:pt>
                <ns0:pt idx="1541">
                  <ns0:v>2.52641926763</ns0:v>
                </ns0:pt>
                <ns0:pt idx="1542">
                  <ns0:v>2.52805767183</ns0:v>
                </ns0:pt>
                <ns0:pt idx="1543">
                  <ns0:v>2.52969607602</ns0:v>
                </ns0:pt>
                <ns0:pt idx="1544">
                  <ns0:v>2.53133448022</ns0:v>
                </ns0:pt>
                <ns0:pt idx="1545">
                  <ns0:v>2.53297288441</ns0:v>
                </ns0:pt>
                <ns0:pt idx="1546">
                  <ns0:v>2.5346112886</ns0:v>
                </ns0:pt>
                <ns0:pt idx="1547">
                  <ns0:v>2.5362496928</ns0:v>
                </ns0:pt>
                <ns0:pt idx="1548">
                  <ns0:v>2.53788809699</ns0:v>
                </ns0:pt>
                <ns0:pt idx="1549">
                  <ns0:v>2.53952650119</ns0:v>
                </ns0:pt>
                <ns0:pt idx="1550">
                  <ns0:v>2.54116490538</ns0:v>
                </ns0:pt>
                <ns0:pt idx="1551">
                  <ns0:v>2.54280330958</ns0:v>
                </ns0:pt>
                <ns0:pt idx="1552">
                  <ns0:v>2.54444171377</ns0:v>
                </ns0:pt>
                <ns0:pt idx="1553">
                  <ns0:v>2.54608011797</ns0:v>
                </ns0:pt>
                <ns0:pt idx="1554">
                  <ns0:v>2.54771852216</ns0:v>
                </ns0:pt>
                <ns0:pt idx="1555">
                  <ns0:v>2.54935692635</ns0:v>
                </ns0:pt>
                <ns0:pt idx="1556">
                  <ns0:v>2.55099533055</ns0:v>
                </ns0:pt>
                <ns0:pt idx="1557">
                  <ns0:v>2.55263373474</ns0:v>
                </ns0:pt>
                <ns0:pt idx="1558">
                  <ns0:v>2.55427213894</ns0:v>
                </ns0:pt>
                <ns0:pt idx="1559">
                  <ns0:v>2.55591054313</ns0:v>
                </ns0:pt>
                <ns0:pt idx="1560">
                  <ns0:v>2.55754894733</ns0:v>
                </ns0:pt>
                <ns0:pt idx="1561">
                  <ns0:v>2.55918735152</ns0:v>
                </ns0:pt>
                <ns0:pt idx="1562">
                  <ns0:v>2.56082575571</ns0:v>
                </ns0:pt>
                <ns0:pt idx="1563">
                  <ns0:v>2.56246415991</ns0:v>
                </ns0:pt>
                <ns0:pt idx="1564">
                  <ns0:v>2.5641025641</ns0:v>
                </ns0:pt>
                <ns0:pt idx="1565">
                  <ns0:v>2.5657409683</ns0:v>
                </ns0:pt>
                <ns0:pt idx="1566">
                  <ns0:v>2.56737937249</ns0:v>
                </ns0:pt>
                <ns0:pt idx="1567">
                  <ns0:v>2.56901777669</ns0:v>
                </ns0:pt>
                <ns0:pt idx="1568">
                  <ns0:v>2.57065618088</ns0:v>
                </ns0:pt>
                <ns0:pt idx="1569">
                  <ns0:v>2.57229458507</ns0:v>
                </ns0:pt>
                <ns0:pt idx="1570">
                  <ns0:v>2.57393298927</ns0:v>
                </ns0:pt>
                <ns0:pt idx="1571">
                  <ns0:v>2.57557139346</ns0:v>
                </ns0:pt>
                <ns0:pt idx="1572">
                  <ns0:v>2.57720979766</ns0:v>
                </ns0:pt>
                <ns0:pt idx="1573">
                  <ns0:v>2.57884820185</ns0:v>
                </ns0:pt>
                <ns0:pt idx="1574">
                  <ns0:v>2.58048660605</ns0:v>
                </ns0:pt>
                <ns0:pt idx="1575">
                  <ns0:v>2.58212501024</ns0:v>
                </ns0:pt>
                <ns0:pt idx="1576">
                  <ns0:v>2.58376341443</ns0:v>
                </ns0:pt>
                <ns0:pt idx="1577">
                  <ns0:v>2.58540181863</ns0:v>
                </ns0:pt>
                <ns0:pt idx="1578">
                  <ns0:v>2.58704022282</ns0:v>
                </ns0:pt>
                <ns0:pt idx="1579">
                  <ns0:v>2.58867862702</ns0:v>
                </ns0:pt>
                <ns0:pt idx="1580">
                  <ns0:v>2.59031703121</ns0:v>
                </ns0:pt>
                <ns0:pt idx="1581">
                  <ns0:v>2.59195543541</ns0:v>
                </ns0:pt>
                <ns0:pt idx="1582">
                  <ns0:v>2.5935938396</ns0:v>
                </ns0:pt>
                <ns0:pt idx="1583">
                  <ns0:v>2.59523224379</ns0:v>
                </ns0:pt>
                <ns0:pt idx="1584">
                  <ns0:v>2.59687064799</ns0:v>
                </ns0:pt>
                <ns0:pt idx="1585">
                  <ns0:v>2.59850905218</ns0:v>
                </ns0:pt>
                <ns0:pt idx="1586">
                  <ns0:v>2.60014745638</ns0:v>
                </ns0:pt>
                <ns0:pt idx="1587">
                  <ns0:v>2.60178586057</ns0:v>
                </ns0:pt>
                <ns0:pt idx="1588">
                  <ns0:v>2.60342426477</ns0:v>
                </ns0:pt>
                <ns0:pt idx="1589">
                  <ns0:v>2.60506266896</ns0:v>
                </ns0:pt>
                <ns0:pt idx="1590">
                  <ns0:v>2.60670107315</ns0:v>
                </ns0:pt>
                <ns0:pt idx="1591">
                  <ns0:v>2.60833947735</ns0:v>
                </ns0:pt>
                <ns0:pt idx="1592">
                  <ns0:v>2.60997788154</ns0:v>
                </ns0:pt>
                <ns0:pt idx="1593">
                  <ns0:v>2.61161628574</ns0:v>
                </ns0:pt>
                <ns0:pt idx="1594">
                  <ns0:v>2.61325468993</ns0:v>
                </ns0:pt>
                <ns0:pt idx="1595">
                  <ns0:v>2.61489309413</ns0:v>
                </ns0:pt>
                <ns0:pt idx="1596">
                  <ns0:v>2.61653149832</ns0:v>
                </ns0:pt>
                <ns0:pt idx="1597">
                  <ns0:v>2.61816990251</ns0:v>
                </ns0:pt>
                <ns0:pt idx="1598">
                  <ns0:v>2.61980830671</ns0:v>
                </ns0:pt>
                <ns0:pt idx="1599">
                  <ns0:v>2.6214467109</ns0:v>
                </ns0:pt>
                <ns0:pt idx="1600">
                  <ns0:v>2.6230851151</ns0:v>
                </ns0:pt>
                <ns0:pt idx="1601">
                  <ns0:v>2.62472351929</ns0:v>
                </ns0:pt>
                <ns0:pt idx="1602">
                  <ns0:v>2.62636192349</ns0:v>
                </ns0:pt>
                <ns0:pt idx="1603">
                  <ns0:v>2.62800032768</ns0:v>
                </ns0:pt>
                <ns0:pt idx="1604">
                  <ns0:v>2.62963873188</ns0:v>
                </ns0:pt>
                <ns0:pt idx="1605">
                  <ns0:v>2.63127713607</ns0:v>
                </ns0:pt>
                <ns0:pt idx="1606">
                  <ns0:v>2.63291554026</ns0:v>
                </ns0:pt>
                <ns0:pt idx="1607">
                  <ns0:v>2.63455394446</ns0:v>
                </ns0:pt>
                <ns0:pt idx="1608">
                  <ns0:v>2.63619234865</ns0:v>
                </ns0:pt>
                <ns0:pt idx="1609">
                  <ns0:v>2.63783075285</ns0:v>
                </ns0:pt>
                <ns0:pt idx="1610">
                  <ns0:v>2.63946915704</ns0:v>
                </ns0:pt>
                <ns0:pt idx="1611">
                  <ns0:v>2.64110756124</ns0:v>
                </ns0:pt>
                <ns0:pt idx="1612">
                  <ns0:v>2.64274596543</ns0:v>
                </ns0:pt>
                <ns0:pt idx="1613">
                  <ns0:v>2.64438436962</ns0:v>
                </ns0:pt>
                <ns0:pt idx="1614">
                  <ns0:v>2.64602277382</ns0:v>
                </ns0:pt>
                <ns0:pt idx="1615">
                  <ns0:v>2.64766117801</ns0:v>
                </ns0:pt>
                <ns0:pt idx="1616">
                  <ns0:v>2.64929958221</ns0:v>
                </ns0:pt>
                <ns0:pt idx="1617">
                  <ns0:v>2.6509379864</ns0:v>
                </ns0:pt>
                <ns0:pt idx="1618">
                  <ns0:v>2.6525763906</ns0:v>
                </ns0:pt>
                <ns0:pt idx="1619">
                  <ns0:v>2.65421479479</ns0:v>
                </ns0:pt>
                <ns0:pt idx="1620">
                  <ns0:v>2.65585319898</ns0:v>
                </ns0:pt>
                <ns0:pt idx="1621">
                  <ns0:v>2.65749160318</ns0:v>
                </ns0:pt>
                <ns0:pt idx="1622">
                  <ns0:v>2.65913000737</ns0:v>
                </ns0:pt>
                <ns0:pt idx="1623">
                  <ns0:v>2.66076841157</ns0:v>
                </ns0:pt>
                <ns0:pt idx="1624">
                  <ns0:v>2.66240681576</ns0:v>
                </ns0:pt>
                <ns0:pt idx="1625">
                  <ns0:v>2.66404521996</ns0:v>
                </ns0:pt>
                <ns0:pt idx="1626">
                  <ns0:v>2.66568362415</ns0:v>
                </ns0:pt>
                <ns0:pt idx="1627">
                  <ns0:v>2.66732202834</ns0:v>
                </ns0:pt>
                <ns0:pt idx="1628">
                  <ns0:v>2.66896043254</ns0:v>
                </ns0:pt>
                <ns0:pt idx="1629">
                  <ns0:v>2.67059883673</ns0:v>
                </ns0:pt>
                <ns0:pt idx="1630">
                  <ns0:v>2.67223724093</ns0:v>
                </ns0:pt>
                <ns0:pt idx="1631">
                  <ns0:v>2.67387564512</ns0:v>
                </ns0:pt>
                <ns0:pt idx="1632">
                  <ns0:v>2.67551404932</ns0:v>
                </ns0:pt>
                <ns0:pt idx="1633">
                  <ns0:v>2.67715245351</ns0:v>
                </ns0:pt>
                <ns0:pt idx="1634">
                  <ns0:v>2.6787908577</ns0:v>
                </ns0:pt>
                <ns0:pt idx="1635">
                  <ns0:v>2.6804292619</ns0:v>
                </ns0:pt>
                <ns0:pt idx="1636">
                  <ns0:v>2.68206766609</ns0:v>
                </ns0:pt>
                <ns0:pt idx="1637">
                  <ns0:v>2.68370607029</ns0:v>
                </ns0:pt>
                <ns0:pt idx="1638">
                  <ns0:v>2.68534447448</ns0:v>
                </ns0:pt>
                <ns0:pt idx="1639">
                  <ns0:v>2.68698287868</ns0:v>
                </ns0:pt>
                <ns0:pt idx="1640">
                  <ns0:v>2.68862128287</ns0:v>
                </ns0:pt>
                <ns0:pt idx="1641">
                  <ns0:v>2.69025968706</ns0:v>
                </ns0:pt>
                <ns0:pt idx="1642">
                  <ns0:v>2.69189809126</ns0:v>
                </ns0:pt>
                <ns0:pt idx="1643">
                  <ns0:v>2.69353649545</ns0:v>
                </ns0:pt>
                <ns0:pt idx="1644">
                  <ns0:v>2.69517489965</ns0:v>
                </ns0:pt>
                <ns0:pt idx="1645">
                  <ns0:v>2.69681330384</ns0:v>
                </ns0:pt>
                <ns0:pt idx="1646">
                  <ns0:v>2.69845170804</ns0:v>
                </ns0:pt>
                <ns0:pt idx="1647">
                  <ns0:v>2.70009011223</ns0:v>
                </ns0:pt>
                <ns0:pt idx="1648">
                  <ns0:v>2.70172851643</ns0:v>
                </ns0:pt>
                <ns0:pt idx="1649">
                  <ns0:v>2.70336692062</ns0:v>
                </ns0:pt>
                <ns0:pt idx="1650">
                  <ns0:v>2.70500532481</ns0:v>
                </ns0:pt>
                <ns0:pt idx="1651">
                  <ns0:v>2.70664372901</ns0:v>
                </ns0:pt>
                <ns0:pt idx="1652">
                  <ns0:v>2.7082821332</ns0:v>
                </ns0:pt>
                <ns0:pt idx="1653">
                  <ns0:v>2.7099205374</ns0:v>
                </ns0:pt>
                <ns0:pt idx="1654">
                  <ns0:v>2.71155894159</ns0:v>
                </ns0:pt>
                <ns0:pt idx="1655">
                  <ns0:v>2.71319734579</ns0:v>
                </ns0:pt>
                <ns0:pt idx="1656">
                  <ns0:v>2.71483574998</ns0:v>
                </ns0:pt>
                <ns0:pt idx="1657">
                  <ns0:v>2.71647415417</ns0:v>
                </ns0:pt>
                <ns0:pt idx="1658">
                  <ns0:v>2.71811255837</ns0:v>
                </ns0:pt>
                <ns0:pt idx="1659">
                  <ns0:v>2.71975096256</ns0:v>
                </ns0:pt>
                <ns0:pt idx="1660">
                  <ns0:v>2.72138936676</ns0:v>
                </ns0:pt>
                <ns0:pt idx="1661">
                  <ns0:v>2.72302777095</ns0:v>
                </ns0:pt>
                <ns0:pt idx="1662">
                  <ns0:v>2.72466617515</ns0:v>
                </ns0:pt>
                <ns0:pt idx="1663">
                  <ns0:v>2.72630457934</ns0:v>
                </ns0:pt>
                <ns0:pt idx="1664">
                  <ns0:v>2.72794298353</ns0:v>
                </ns0:pt>
                <ns0:pt idx="1665">
                  <ns0:v>2.72958138773</ns0:v>
                </ns0:pt>
                <ns0:pt idx="1666">
                  <ns0:v>2.73121979192</ns0:v>
                </ns0:pt>
                <ns0:pt idx="1667">
                  <ns0:v>2.73285819612</ns0:v>
                </ns0:pt>
                <ns0:pt idx="1668">
                  <ns0:v>2.73449660031</ns0:v>
                </ns0:pt>
                <ns0:pt idx="1669">
                  <ns0:v>2.73613500451</ns0:v>
                </ns0:pt>
                <ns0:pt idx="1670">
                  <ns0:v>2.7377734087</ns0:v>
                </ns0:pt>
                <ns0:pt idx="1671">
                  <ns0:v>2.73941181289</ns0:v>
                </ns0:pt>
                <ns0:pt idx="1672">
                  <ns0:v>2.74105021709</ns0:v>
                </ns0:pt>
                <ns0:pt idx="1673">
                  <ns0:v>2.74268862128</ns0:v>
                </ns0:pt>
                <ns0:pt idx="1674">
                  <ns0:v>2.74432702548</ns0:v>
                </ns0:pt>
                <ns0:pt idx="1675">
                  <ns0:v>2.74596542967</ns0:v>
                </ns0:pt>
                <ns0:pt idx="1676">
                  <ns0:v>2.74760383387</ns0:v>
                </ns0:pt>
                <ns0:pt idx="1677">
                  <ns0:v>2.74924223806</ns0:v>
                </ns0:pt>
                <ns0:pt idx="1678">
                  <ns0:v>2.75088064225</ns0:v>
                </ns0:pt>
                <ns0:pt idx="1679">
                  <ns0:v>2.75251904645</ns0:v>
                </ns0:pt>
                <ns0:pt idx="1680">
                  <ns0:v>2.75415745064</ns0:v>
                </ns0:pt>
                <ns0:pt idx="1681">
                  <ns0:v>2.75579585484</ns0:v>
                </ns0:pt>
                <ns0:pt idx="1682">
                  <ns0:v>2.75743425903</ns0:v>
                </ns0:pt>
                <ns0:pt idx="1683">
                  <ns0:v>2.75907266323</ns0:v>
                </ns0:pt>
                <ns0:pt idx="1684">
                  <ns0:v>2.76071106742</ns0:v>
                </ns0:pt>
                <ns0:pt idx="1685">
                  <ns0:v>2.76234947161</ns0:v>
                </ns0:pt>
                <ns0:pt idx="1686">
                  <ns0:v>2.76398787581</ns0:v>
                </ns0:pt>
                <ns0:pt idx="1687">
                  <ns0:v>2.76562628</ns0:v>
                </ns0:pt>
                <ns0:pt idx="1688">
                  <ns0:v>2.7672646842</ns0:v>
                </ns0:pt>
                <ns0:pt idx="1689">
                  <ns0:v>2.76890308839</ns0:v>
                </ns0:pt>
                <ns0:pt idx="1690">
                  <ns0:v>2.77054149259</ns0:v>
                </ns0:pt>
                <ns0:pt idx="1691">
                  <ns0:v>2.77217989678</ns0:v>
                </ns0:pt>
                <ns0:pt idx="1692">
                  <ns0:v>2.77381830097</ns0:v>
                </ns0:pt>
                <ns0:pt idx="1693">
                  <ns0:v>2.77545670517</ns0:v>
                </ns0:pt>
                <ns0:pt idx="1694">
                  <ns0:v>2.77709510936</ns0:v>
                </ns0:pt>
                <ns0:pt idx="1695">
                  <ns0:v>2.77873351356</ns0:v>
                </ns0:pt>
                <ns0:pt idx="1696">
                  <ns0:v>2.78037191775</ns0:v>
                </ns0:pt>
                <ns0:pt idx="1697">
                  <ns0:v>2.78201032195</ns0:v>
                </ns0:pt>
                <ns0:pt idx="1698">
                  <ns0:v>2.78364872614</ns0:v>
                </ns0:pt>
                <ns0:pt idx="1699">
                  <ns0:v>2.78528713034</ns0:v>
                </ns0:pt>
                <ns0:pt idx="1700">
                  <ns0:v>2.78692553453</ns0:v>
                </ns0:pt>
                <ns0:pt idx="1701">
                  <ns0:v>2.78856393872</ns0:v>
                </ns0:pt>
                <ns0:pt idx="1702">
                  <ns0:v>2.79020234292</ns0:v>
                </ns0:pt>
                <ns0:pt idx="1703">
                  <ns0:v>2.79184074711</ns0:v>
                </ns0:pt>
                <ns0:pt idx="1704">
                  <ns0:v>2.79347915131</ns0:v>
                </ns0:pt>
                <ns0:pt idx="1705">
                  <ns0:v>2.7951175555</ns0:v>
                </ns0:pt>
                <ns0:pt idx="1706">
                  <ns0:v>2.7967559597</ns0:v>
                </ns0:pt>
                <ns0:pt idx="1707">
                  <ns0:v>2.79839436389</ns0:v>
                </ns0:pt>
                <ns0:pt idx="1708">
                  <ns0:v>2.80003276808</ns0:v>
                </ns0:pt>
                <ns0:pt idx="1709">
                  <ns0:v>2.80167117228</ns0:v>
                </ns0:pt>
                <ns0:pt idx="1710">
                  <ns0:v>2.80330957647</ns0:v>
                </ns0:pt>
                <ns0:pt idx="1711">
                  <ns0:v>2.80494798067</ns0:v>
                </ns0:pt>
                <ns0:pt idx="1712">
                  <ns0:v>2.80658638486</ns0:v>
                </ns0:pt>
                <ns0:pt idx="1713">
                  <ns0:v>2.80822478906</ns0:v>
                </ns0:pt>
                <ns0:pt idx="1714">
                  <ns0:v>2.80986319325</ns0:v>
                </ns0:pt>
                <ns0:pt idx="1715">
                  <ns0:v>2.81150159744</ns0:v>
                </ns0:pt>
                <ns0:pt idx="1716">
                  <ns0:v>2.81314000164</ns0:v>
                </ns0:pt>
                <ns0:pt idx="1717">
                  <ns0:v>2.81477840583</ns0:v>
                </ns0:pt>
                <ns0:pt idx="1718">
                  <ns0:v>2.81641681003</ns0:v>
                </ns0:pt>
                <ns0:pt idx="1719">
                  <ns0:v>2.81805521422</ns0:v>
                </ns0:pt>
                <ns0:pt idx="1720">
                  <ns0:v>2.81969361842</ns0:v>
                </ns0:pt>
                <ns0:pt idx="1721">
                  <ns0:v>2.82133202261</ns0:v>
                </ns0:pt>
                <ns0:pt idx="1722">
                  <ns0:v>2.8229704268</ns0:v>
                </ns0:pt>
                <ns0:pt idx="1723">
                  <ns0:v>2.824608831</ns0:v>
                </ns0:pt>
                <ns0:pt idx="1724">
                  <ns0:v>2.82624723519</ns0:v>
                </ns0:pt>
                <ns0:pt idx="1725">
                  <ns0:v>2.82788563939</ns0:v>
                </ns0:pt>
                <ns0:pt idx="1726">
                  <ns0:v>2.82952404358</ns0:v>
                </ns0:pt>
                <ns0:pt idx="1727">
                  <ns0:v>2.83116244778</ns0:v>
                </ns0:pt>
                <ns0:pt idx="1728">
                  <ns0:v>2.83280085197</ns0:v>
                </ns0:pt>
                <ns0:pt idx="1729">
                  <ns0:v>2.83443925616</ns0:v>
                </ns0:pt>
                <ns0:pt idx="1730">
                  <ns0:v>2.83607766036</ns0:v>
                </ns0:pt>
                <ns0:pt idx="1731">
                  <ns0:v>2.83771606455</ns0:v>
                </ns0:pt>
                <ns0:pt idx="1732">
                  <ns0:v>2.83935446875</ns0:v>
                </ns0:pt>
                <ns0:pt idx="1733">
                  <ns0:v>2.84099287294</ns0:v>
                </ns0:pt>
                <ns0:pt idx="1734">
                  <ns0:v>2.84263127714</ns0:v>
                </ns0:pt>
                <ns0:pt idx="1735">
                  <ns0:v>2.84426968133</ns0:v>
                </ns0:pt>
                <ns0:pt idx="1736">
                  <ns0:v>2.84590808552</ns0:v>
                </ns0:pt>
                <ns0:pt idx="1737">
                  <ns0:v>2.84754648972</ns0:v>
                </ns0:pt>
                <ns0:pt idx="1738">
                  <ns0:v>2.84918489391</ns0:v>
                </ns0:pt>
                <ns0:pt idx="1739">
                  <ns0:v>2.85082329811</ns0:v>
                </ns0:pt>
                <ns0:pt idx="1740">
                  <ns0:v>2.8524617023</ns0:v>
                </ns0:pt>
                <ns0:pt idx="1741">
                  <ns0:v>2.8541001065</ns0:v>
                </ns0:pt>
                <ns0:pt idx="1742">
                  <ns0:v>2.85573851069</ns0:v>
                </ns0:pt>
                <ns0:pt idx="1743">
                  <ns0:v>2.85737691488</ns0:v>
                </ns0:pt>
                <ns0:pt idx="1744">
                  <ns0:v>2.85901531908</ns0:v>
                </ns0:pt>
                <ns0:pt idx="1745">
                  <ns0:v>2.86065372327</ns0:v>
                </ns0:pt>
                <ns0:pt idx="1746">
                  <ns0:v>2.86229212747</ns0:v>
                </ns0:pt>
                <ns0:pt idx="1747">
                  <ns0:v>2.86393053166</ns0:v>
                </ns0:pt>
                <ns0:pt idx="1748">
                  <ns0:v>2.86556893586</ns0:v>
                </ns0:pt>
                <ns0:pt idx="1749">
                  <ns0:v>2.86720734005</ns0:v>
                </ns0:pt>
                <ns0:pt idx="1750">
                  <ns0:v>2.86884574425</ns0:v>
                </ns0:pt>
                <ns0:pt idx="1751">
                  <ns0:v>2.87048414844</ns0:v>
                </ns0:pt>
                <ns0:pt idx="1752">
                  <ns0:v>2.87212255263</ns0:v>
                </ns0:pt>
                <ns0:pt idx="1753">
                  <ns0:v>2.87376095683</ns0:v>
                </ns0:pt>
                <ns0:pt idx="1754">
                  <ns0:v>2.87539936102</ns0:v>
                </ns0:pt>
                <ns0:pt idx="1755">
                  <ns0:v>2.87703776522</ns0:v>
                </ns0:pt>
                <ns0:pt idx="1756">
                  <ns0:v>2.87867616941</ns0:v>
                </ns0:pt>
                <ns0:pt idx="1757">
                  <ns0:v>2.88031457361</ns0:v>
                </ns0:pt>
                <ns0:pt idx="1758">
                  <ns0:v>2.8819529778</ns0:v>
                </ns0:pt>
                <ns0:pt idx="1759">
                  <ns0:v>2.88359138199</ns0:v>
                </ns0:pt>
                <ns0:pt idx="1760">
                  <ns0:v>2.88522978619</ns0:v>
                </ns0:pt>
                <ns0:pt idx="1761">
                  <ns0:v>2.88686819038</ns0:v>
                </ns0:pt>
                <ns0:pt idx="1762">
                  <ns0:v>2.88850659458</ns0:v>
                </ns0:pt>
                <ns0:pt idx="1763">
                  <ns0:v>2.89014499877</ns0:v>
                </ns0:pt>
                <ns0:pt idx="1764">
                  <ns0:v>2.89178340297</ns0:v>
                </ns0:pt>
                <ns0:pt idx="1765">
                  <ns0:v>2.89342180716</ns0:v>
                </ns0:pt>
                <ns0:pt idx="1766">
                  <ns0:v>2.89506021135</ns0:v>
                </ns0:pt>
                <ns0:pt idx="1767">
                  <ns0:v>2.89669861555</ns0:v>
                </ns0:pt>
                <ns0:pt idx="1768">
                  <ns0:v>2.89833701974</ns0:v>
                </ns0:pt>
                <ns0:pt idx="1769">
                  <ns0:v>2.89997542394</ns0:v>
                </ns0:pt>
                <ns0:pt idx="1770">
                  <ns0:v>2.90161382813</ns0:v>
                </ns0:pt>
                <ns0:pt idx="1771">
                  <ns0:v>2.90325223233</ns0:v>
                </ns0:pt>
                <ns0:pt idx="1772">
                  <ns0:v>2.90489063652</ns0:v>
                </ns0:pt>
                <ns0:pt idx="1773">
                  <ns0:v>2.90652904071</ns0:v>
                </ns0:pt>
                <ns0:pt idx="1774">
                  <ns0:v>2.90816744491</ns0:v>
                </ns0:pt>
                <ns0:pt idx="1775">
                  <ns0:v>2.9098058491</ns0:v>
                </ns0:pt>
                <ns0:pt idx="1776">
                  <ns0:v>2.9114442533</ns0:v>
                </ns0:pt>
                <ns0:pt idx="1777">
                  <ns0:v>2.91308265749</ns0:v>
                </ns0:pt>
                <ns0:pt idx="1778">
                  <ns0:v>2.91472106169</ns0:v>
                </ns0:pt>
                <ns0:pt idx="1779">
                  <ns0:v>2.91635946588</ns0:v>
                </ns0:pt>
                <ns0:pt idx="1780">
                  <ns0:v>2.91799787007</ns0:v>
                </ns0:pt>
                <ns0:pt idx="1781">
                  <ns0:v>2.91963627427</ns0:v>
                </ns0:pt>
                <ns0:pt idx="1782">
                  <ns0:v>2.92127467846</ns0:v>
                </ns0:pt>
                <ns0:pt idx="1783">
                  <ns0:v>2.92291308266</ns0:v>
                </ns0:pt>
                <ns0:pt idx="1784">
                  <ns0:v>2.92455148685</ns0:v>
                </ns0:pt>
                <ns0:pt idx="1785">
                  <ns0:v>2.92618989105</ns0:v>
                </ns0:pt>
                <ns0:pt idx="1786">
                  <ns0:v>2.92782829524</ns0:v>
                </ns0:pt>
                <ns0:pt idx="1787">
                  <ns0:v>2.92946669943</ns0:v>
                </ns0:pt>
                <ns0:pt idx="1788">
                  <ns0:v>2.93110510363</ns0:v>
                </ns0:pt>
                <ns0:pt idx="1789">
                  <ns0:v>2.93274350782</ns0:v>
                </ns0:pt>
                <ns0:pt idx="1790">
                  <ns0:v>2.93438191202</ns0:v>
                </ns0:pt>
                <ns0:pt idx="1791">
                  <ns0:v>2.93602031621</ns0:v>
                </ns0:pt>
                <ns0:pt idx="1792">
                  <ns0:v>2.93765872041</ns0:v>
                </ns0:pt>
                <ns0:pt idx="1793">
                  <ns0:v>2.9392971246</ns0:v>
                </ns0:pt>
                <ns0:pt idx="1794">
                  <ns0:v>2.94093552879</ns0:v>
                </ns0:pt>
                <ns0:pt idx="1795">
                  <ns0:v>2.94257393299</ns0:v>
                </ns0:pt>
                <ns0:pt idx="1796">
                  <ns0:v>2.94421233718</ns0:v>
                </ns0:pt>
                <ns0:pt idx="1797">
                  <ns0:v>2.94585074138</ns0:v>
                </ns0:pt>
                <ns0:pt idx="1798">
                  <ns0:v>2.94748914557</ns0:v>
                </ns0:pt>
                <ns0:pt idx="1799">
                  <ns0:v>2.94912754977</ns0:v>
                </ns0:pt>
                <ns0:pt idx="1800">
                  <ns0:v>2.95076595396</ns0:v>
                </ns0:pt>
                <ns0:pt idx="1801">
                  <ns0:v>2.95240435816</ns0:v>
                </ns0:pt>
                <ns0:pt idx="1802">
                  <ns0:v>2.95404276235</ns0:v>
                </ns0:pt>
                <ns0:pt idx="1803">
                  <ns0:v>2.95568116654</ns0:v>
                </ns0:pt>
                <ns0:pt idx="1804">
                  <ns0:v>2.95731957074</ns0:v>
                </ns0:pt>
                <ns0:pt idx="1805">
                  <ns0:v>2.95895797493</ns0:v>
                </ns0:pt>
                <ns0:pt idx="1806">
                  <ns0:v>2.96059637913</ns0:v>
                </ns0:pt>
                <ns0:pt idx="1807">
                  <ns0:v>2.96223478332</ns0:v>
                </ns0:pt>
                <ns0:pt idx="1808">
                  <ns0:v>2.96387318752</ns0:v>
                </ns0:pt>
                <ns0:pt idx="1809">
                  <ns0:v>2.96551159171</ns0:v>
                </ns0:pt>
                <ns0:pt idx="1810">
                  <ns0:v>2.9671499959</ns0:v>
                </ns0:pt>
                <ns0:pt idx="1811">
                  <ns0:v>2.9687884001</ns0:v>
                </ns0:pt>
                <ns0:pt idx="1812">
                  <ns0:v>2.97042680429</ns0:v>
                </ns0:pt>
                <ns0:pt idx="1813">
                  <ns0:v>2.97206520849</ns0:v>
                </ns0:pt>
                <ns0:pt idx="1814">
                  <ns0:v>2.97370361268</ns0:v>
                </ns0:pt>
                <ns0:pt idx="1815">
                  <ns0:v>2.97534201688</ns0:v>
                </ns0:pt>
                <ns0:pt idx="1816">
                  <ns0:v>2.97698042107</ns0:v>
                </ns0:pt>
                <ns0:pt idx="1817">
                  <ns0:v>2.97861882526</ns0:v>
                </ns0:pt>
                <ns0:pt idx="1818">
                  <ns0:v>2.98025722946</ns0:v>
                </ns0:pt>
                <ns0:pt idx="1819">
                  <ns0:v>2.98189563365</ns0:v>
                </ns0:pt>
                <ns0:pt idx="1820">
                  <ns0:v>2.98353403785</ns0:v>
                </ns0:pt>
                <ns0:pt idx="1821">
                  <ns0:v>2.98517244204</ns0:v>
                </ns0:pt>
                <ns0:pt idx="1822">
                  <ns0:v>2.98681084624</ns0:v>
                </ns0:pt>
                <ns0:pt idx="1823">
                  <ns0:v>2.98844925043</ns0:v>
                </ns0:pt>
                <ns0:pt idx="1824">
                  <ns0:v>2.99008765462</ns0:v>
                </ns0:pt>
                <ns0:pt idx="1825">
                  <ns0:v>2.99172605882</ns0:v>
                </ns0:pt>
                <ns0:pt idx="1826">
                  <ns0:v>2.99336446301</ns0:v>
                </ns0:pt>
                <ns0:pt idx="1827">
                  <ns0:v>2.99500286721</ns0:v>
                </ns0:pt>
                <ns0:pt idx="1828">
                  <ns0:v>2.9966412714</ns0:v>
                </ns0:pt>
                <ns0:pt idx="1829">
                  <ns0:v>2.9982796756</ns0:v>
                </ns0:pt>
                <ns0:pt idx="1830">
                  <ns0:v>2.99991807979</ns0:v>
                </ns0:pt>
                <ns0:pt idx="1831">
                  <ns0:v>3.00155648398</ns0:v>
                </ns0:pt>
                <ns0:pt idx="1832">
                  <ns0:v>3.00319488818</ns0:v>
                </ns0:pt>
                <ns0:pt idx="1833">
                  <ns0:v>3.00483329237</ns0:v>
                </ns0:pt>
                <ns0:pt idx="1834">
                  <ns0:v>3.00647169657</ns0:v>
                </ns0:pt>
                <ns0:pt idx="1835">
                  <ns0:v>3.00811010076</ns0:v>
                </ns0:pt>
                <ns0:pt idx="1836">
                  <ns0:v>3.00974850496</ns0:v>
                </ns0:pt>
                <ns0:pt idx="1837">
                  <ns0:v>3.01138690915</ns0:v>
                </ns0:pt>
                <ns0:pt idx="1838">
                  <ns0:v>3.01302531334</ns0:v>
                </ns0:pt>
                <ns0:pt idx="1839">
                  <ns0:v>3.01466371754</ns0:v>
                </ns0:pt>
                <ns0:pt idx="1840">
                  <ns0:v>3.01630212173</ns0:v>
                </ns0:pt>
                <ns0:pt idx="1841">
                  <ns0:v>3.01794052593</ns0:v>
                </ns0:pt>
                <ns0:pt idx="1842">
                  <ns0:v>3.01957893012</ns0:v>
                </ns0:pt>
                <ns0:pt idx="1843">
                  <ns0:v>3.02121733432</ns0:v>
                </ns0:pt>
                <ns0:pt idx="1844">
                  <ns0:v>3.02285573851</ns0:v>
                </ns0:pt>
                <ns0:pt idx="1845">
                  <ns0:v>3.02449414271</ns0:v>
                </ns0:pt>
                <ns0:pt idx="1846">
                  <ns0:v>3.0261325469</ns0:v>
                </ns0:pt>
                <ns0:pt idx="1847">
                  <ns0:v>3.02777095109</ns0:v>
                </ns0:pt>
                <ns0:pt idx="1848">
                  <ns0:v>3.02940935529</ns0:v>
                </ns0:pt>
                <ns0:pt idx="1849">
                  <ns0:v>3.03104775948</ns0:v>
                </ns0:pt>
                <ns0:pt idx="1850">
                  <ns0:v>3.03268616368</ns0:v>
                </ns0:pt>
                <ns0:pt idx="1851">
                  <ns0:v>3.03432456787</ns0:v>
                </ns0:pt>
                <ns0:pt idx="1852">
                  <ns0:v>3.03596297207</ns0:v>
                </ns0:pt>
                <ns0:pt idx="1853">
                  <ns0:v>3.03760137626</ns0:v>
                </ns0:pt>
                <ns0:pt idx="1854">
                  <ns0:v>3.03923978045</ns0:v>
                </ns0:pt>
                <ns0:pt idx="1855">
                  <ns0:v>3.04087818465</ns0:v>
                </ns0:pt>
                <ns0:pt idx="1856">
                  <ns0:v>3.04251658884</ns0:v>
                </ns0:pt>
                <ns0:pt idx="1857">
                  <ns0:v>3.04415499304</ns0:v>
                </ns0:pt>
                <ns0:pt idx="1858">
                  <ns0:v>3.04579339723</ns0:v>
                </ns0:pt>
                <ns0:pt idx="1859">
                  <ns0:v>3.04743180143</ns0:v>
                </ns0:pt>
                <ns0:pt idx="1860">
                  <ns0:v>3.04907020562</ns0:v>
                </ns0:pt>
                <ns0:pt idx="1861">
                  <ns0:v>3.05070860981</ns0:v>
                </ns0:pt>
                <ns0:pt idx="1862">
                  <ns0:v>3.05234701401</ns0:v>
                </ns0:pt>
                <ns0:pt idx="1863">
                  <ns0:v>3.0539854182</ns0:v>
                </ns0:pt>
                <ns0:pt idx="1864">
                  <ns0:v>3.0556238224</ns0:v>
                </ns0:pt>
                <ns0:pt idx="1865">
                  <ns0:v>3.05726222659</ns0:v>
                </ns0:pt>
                <ns0:pt idx="1866">
                  <ns0:v>3.05890063079</ns0:v>
                </ns0:pt>
                <ns0:pt idx="1867">
                  <ns0:v>3.06053903498</ns0:v>
                </ns0:pt>
                <ns0:pt idx="1868">
                  <ns0:v>3.06217743917</ns0:v>
                </ns0:pt>
                <ns0:pt idx="1869">
                  <ns0:v>3.06381584337</ns0:v>
                </ns0:pt>
                <ns0:pt idx="1870">
                  <ns0:v>3.06545424756</ns0:v>
                </ns0:pt>
                <ns0:pt idx="1871">
                  <ns0:v>3.06709265176</ns0:v>
                </ns0:pt>
                <ns0:pt idx="1872">
                  <ns0:v>3.06873105595</ns0:v>
                </ns0:pt>
                <ns0:pt idx="1873">
                  <ns0:v>3.07036946015</ns0:v>
                </ns0:pt>
                <ns0:pt idx="1874">
                  <ns0:v>3.07200786434</ns0:v>
                </ns0:pt>
                <ns0:pt idx="1875">
                  <ns0:v>3.07364626853</ns0:v>
                </ns0:pt>
                <ns0:pt idx="1876">
                  <ns0:v>3.07528467273</ns0:v>
                </ns0:pt>
                <ns0:pt idx="1877">
                  <ns0:v>3.07692307692</ns0:v>
                </ns0:pt>
                <ns0:pt idx="1878">
                  <ns0:v>3.07856148112</ns0:v>
                </ns0:pt>
                <ns0:pt idx="1879">
                  <ns0:v>3.08019988531</ns0:v>
                </ns0:pt>
                <ns0:pt idx="1880">
                  <ns0:v>3.08183828951</ns0:v>
                </ns0:pt>
                <ns0:pt idx="1881">
                  <ns0:v>3.0834766937</ns0:v>
                </ns0:pt>
                <ns0:pt idx="1882">
                  <ns0:v>3.08511509789</ns0:v>
                </ns0:pt>
                <ns0:pt idx="1883">
                  <ns0:v>3.08675350209</ns0:v>
                </ns0:pt>
                <ns0:pt idx="1884">
                  <ns0:v>3.08839190628</ns0:v>
                </ns0:pt>
                <ns0:pt idx="1885">
                  <ns0:v>3.09003031048</ns0:v>
                </ns0:pt>
                <ns0:pt idx="1886">
                  <ns0:v>3.09166871467</ns0:v>
                </ns0:pt>
                <ns0:pt idx="1887">
                  <ns0:v>3.09330711887</ns0:v>
                </ns0:pt>
                <ns0:pt idx="1888">
                  <ns0:v>3.09494552306</ns0:v>
                </ns0:pt>
                <ns0:pt idx="1889">
                  <ns0:v>3.09658392725</ns0:v>
                </ns0:pt>
                <ns0:pt idx="1890">
                  <ns0:v>3.09822233145</ns0:v>
                </ns0:pt>
                <ns0:pt idx="1891">
                  <ns0:v>3.09986073564</ns0:v>
                </ns0:pt>
                <ns0:pt idx="1892">
                  <ns0:v>3.10149913984</ns0:v>
                </ns0:pt>
                <ns0:pt idx="1893">
                  <ns0:v>3.10313754403</ns0:v>
                </ns0:pt>
                <ns0:pt idx="1894">
                  <ns0:v>3.10477594823</ns0:v>
                </ns0:pt>
                <ns0:pt idx="1895">
                  <ns0:v>3.10641435242</ns0:v>
                </ns0:pt>
                <ns0:pt idx="1896">
                  <ns0:v>3.10805275662</ns0:v>
                </ns0:pt>
                <ns0:pt idx="1897">
                  <ns0:v>3.10969116081</ns0:v>
                </ns0:pt>
                <ns0:pt idx="1898">
                  <ns0:v>3.111329565</ns0:v>
                </ns0:pt>
                <ns0:pt idx="1899">
                  <ns0:v>3.1129679692</ns0:v>
                </ns0:pt>
                <ns0:pt idx="1900">
                  <ns0:v>3.11460637339</ns0:v>
                </ns0:pt>
                <ns0:pt idx="1901">
                  <ns0:v>3.11624477759</ns0:v>
                </ns0:pt>
                <ns0:pt idx="1902">
                  <ns0:v>3.11788318178</ns0:v>
                </ns0:pt>
                <ns0:pt idx="1903">
                  <ns0:v>3.11952158598</ns0:v>
                </ns0:pt>
                <ns0:pt idx="1904">
                  <ns0:v>3.12115999017</ns0:v>
                </ns0:pt>
                <ns0:pt idx="1905">
                  <ns0:v>3.12279839436</ns0:v>
                </ns0:pt>
                <ns0:pt idx="1906">
                  <ns0:v>3.12443679856</ns0:v>
                </ns0:pt>
                <ns0:pt idx="1907">
                  <ns0:v>3.12607520275</ns0:v>
                </ns0:pt>
                <ns0:pt idx="1908">
                  <ns0:v>3.12771360695</ns0:v>
                </ns0:pt>
                <ns0:pt idx="1909">
                  <ns0:v>3.12935201114</ns0:v>
                </ns0:pt>
                <ns0:pt idx="1910">
                  <ns0:v>3.13099041534</ns0:v>
                </ns0:pt>
                <ns0:pt idx="1911">
                  <ns0:v>3.13262881953</ns0:v>
                </ns0:pt>
                <ns0:pt idx="1912">
                  <ns0:v>3.13426722372</ns0:v>
                </ns0:pt>
                <ns0:pt idx="1913">
                  <ns0:v>3.13590562792</ns0:v>
                </ns0:pt>
                <ns0:pt idx="1914">
                  <ns0:v>3.13754403211</ns0:v>
                </ns0:pt>
                <ns0:pt idx="1915">
                  <ns0:v>3.13918243631</ns0:v>
                </ns0:pt>
                <ns0:pt idx="1916">
                  <ns0:v>3.1408208405</ns0:v>
                </ns0:pt>
                <ns0:pt idx="1917">
                  <ns0:v>3.1424592447</ns0:v>
                </ns0:pt>
                <ns0:pt idx="1918">
                  <ns0:v>3.14409764889</ns0:v>
                </ns0:pt>
                <ns0:pt idx="1919">
                  <ns0:v>3.14573605308</ns0:v>
                </ns0:pt>
                <ns0:pt idx="1920">
                  <ns0:v>3.14737445728</ns0:v>
                </ns0:pt>
                <ns0:pt idx="1921">
                  <ns0:v>3.14901286147</ns0:v>
                </ns0:pt>
                <ns0:pt idx="1922">
                  <ns0:v>3.15065126567</ns0:v>
                </ns0:pt>
                <ns0:pt idx="1923">
                  <ns0:v>3.15228966986</ns0:v>
                </ns0:pt>
                <ns0:pt idx="1924">
                  <ns0:v>3.15392807406</ns0:v>
                </ns0:pt>
                <ns0:pt idx="1925">
                  <ns0:v>3.15556647825</ns0:v>
                </ns0:pt>
                <ns0:pt idx="1926">
                  <ns0:v>3.15720488244</ns0:v>
                </ns0:pt>
                <ns0:pt idx="1927">
                  <ns0:v>3.15884328664</ns0:v>
                </ns0:pt>
                <ns0:pt idx="1928">
                  <ns0:v>3.16048169083</ns0:v>
                </ns0:pt>
                <ns0:pt idx="1929">
                  <ns0:v>3.16212009503</ns0:v>
                </ns0:pt>
                <ns0:pt idx="1930">
                  <ns0:v>3.16375849922</ns0:v>
                </ns0:pt>
                <ns0:pt idx="1931">
                  <ns0:v>3.16539690342</ns0:v>
                </ns0:pt>
                <ns0:pt idx="1932">
                  <ns0:v>3.16703530761</ns0:v>
                </ns0:pt>
                <ns0:pt idx="1933">
                  <ns0:v>3.1686737118</ns0:v>
                </ns0:pt>
                <ns0:pt idx="1934">
                  <ns0:v>3.170312116</ns0:v>
                </ns0:pt>
                <ns0:pt idx="1935">
                  <ns0:v>3.17195052019</ns0:v>
                </ns0:pt>
                <ns0:pt idx="1936">
                  <ns0:v>3.17358892439</ns0:v>
                </ns0:pt>
                <ns0:pt idx="1937">
                  <ns0:v>3.17522732858</ns0:v>
                </ns0:pt>
                <ns0:pt idx="1938">
                  <ns0:v>3.17686573278</ns0:v>
                </ns0:pt>
                <ns0:pt idx="1939">
                  <ns0:v>3.17850413697</ns0:v>
                </ns0:pt>
                <ns0:pt idx="1940">
                  <ns0:v>3.18014254116</ns0:v>
                </ns0:pt>
                <ns0:pt idx="1941">
                  <ns0:v>3.18178094536</ns0:v>
                </ns0:pt>
                <ns0:pt idx="1942">
                  <ns0:v>3.18341934955</ns0:v>
                </ns0:pt>
                <ns0:pt idx="1943">
                  <ns0:v>3.18505775375</ns0:v>
                </ns0:pt>
                <ns0:pt idx="1944">
                  <ns0:v>3.18669615794</ns0:v>
                </ns0:pt>
                <ns0:pt idx="1945">
                  <ns0:v>3.18833456214</ns0:v>
                </ns0:pt>
                <ns0:pt idx="1946">
                  <ns0:v>3.18997296633</ns0:v>
                </ns0:pt>
                <ns0:pt idx="1947">
                  <ns0:v>3.19161137053</ns0:v>
                </ns0:pt>
                <ns0:pt idx="1948">
                  <ns0:v>3.19324977472</ns0:v>
                </ns0:pt>
                <ns0:pt idx="1949">
                  <ns0:v>3.19488817891</ns0:v>
                </ns0:pt>
                <ns0:pt idx="1950">
                  <ns0:v>3.19652658311</ns0:v>
                </ns0:pt>
                <ns0:pt idx="1951">
                  <ns0:v>3.1981649873</ns0:v>
                </ns0:pt>
                <ns0:pt idx="1952">
                  <ns0:v>3.1998033915</ns0:v>
                </ns0:pt>
                <ns0:pt idx="1953">
                  <ns0:v>3.20144179569</ns0:v>
                </ns0:pt>
                <ns0:pt idx="1954">
                  <ns0:v>3.20308019989</ns0:v>
                </ns0:pt>
                <ns0:pt idx="1955">
                  <ns0:v>3.20471860408</ns0:v>
                </ns0:pt>
                <ns0:pt idx="1956">
                  <ns0:v>3.20635700827</ns0:v>
                </ns0:pt>
                <ns0:pt idx="1957">
                  <ns0:v>3.20799541247</ns0:v>
                </ns0:pt>
                <ns0:pt idx="1958">
                  <ns0:v>3.20963381666</ns0:v>
                </ns0:pt>
                <ns0:pt idx="1959">
                  <ns0:v>3.21127222086</ns0:v>
                </ns0:pt>
                <ns0:pt idx="1960">
                  <ns0:v>3.21291062505</ns0:v>
                </ns0:pt>
                <ns0:pt idx="1961">
                  <ns0:v>3.21454902925</ns0:v>
                </ns0:pt>
                <ns0:pt idx="1962">
                  <ns0:v>3.21618743344</ns0:v>
                </ns0:pt>
                <ns0:pt idx="1963">
                  <ns0:v>3.21782583763</ns0:v>
                </ns0:pt>
                <ns0:pt idx="1964">
                  <ns0:v>3.21946424183</ns0:v>
                </ns0:pt>
                <ns0:pt idx="1965">
                  <ns0:v>3.22110264602</ns0:v>
                </ns0:pt>
                <ns0:pt idx="1966">
                  <ns0:v>3.22274105022</ns0:v>
                </ns0:pt>
                <ns0:pt idx="1967">
                  <ns0:v>3.22437945441</ns0:v>
                </ns0:pt>
                <ns0:pt idx="1968">
                  <ns0:v>3.22601785861</ns0:v>
                </ns0:pt>
                <ns0:pt idx="1969">
                  <ns0:v>3.2276562628</ns0:v>
                </ns0:pt>
                <ns0:pt idx="1970">
                  <ns0:v>3.22929466699</ns0:v>
                </ns0:pt>
                <ns0:pt idx="1971">
                  <ns0:v>3.23093307119</ns0:v>
                </ns0:pt>
                <ns0:pt idx="1972">
                  <ns0:v>3.23257147538</ns0:v>
                </ns0:pt>
                <ns0:pt idx="1973">
                  <ns0:v>3.23420987958</ns0:v>
                </ns0:pt>
                <ns0:pt idx="1974">
                  <ns0:v>3.23584828377</ns0:v>
                </ns0:pt>
                <ns0:pt idx="1975">
                  <ns0:v>3.23748668797</ns0:v>
                </ns0:pt>
                <ns0:pt idx="1976">
                  <ns0:v>3.23912509216</ns0:v>
                </ns0:pt>
                <ns0:pt idx="1977">
                  <ns0:v>3.24076349635</ns0:v>
                </ns0:pt>
                <ns0:pt idx="1978">
                  <ns0:v>3.24240190055</ns0:v>
                </ns0:pt>
                <ns0:pt idx="1979">
                  <ns0:v>3.24404030474</ns0:v>
                </ns0:pt>
                <ns0:pt idx="1980">
                  <ns0:v>3.24567870894</ns0:v>
                </ns0:pt>
                <ns0:pt idx="1981">
                  <ns0:v>3.24731711313</ns0:v>
                </ns0:pt>
                <ns0:pt idx="1982">
                  <ns0:v>3.24895551733</ns0:v>
                </ns0:pt>
                <ns0:pt idx="1983">
                  <ns0:v>3.25059392152</ns0:v>
                </ns0:pt>
                <ns0:pt idx="1984">
                  <ns0:v>3.25223232571</ns0:v>
                </ns0:pt>
                <ns0:pt idx="1985">
                  <ns0:v>3.25387072991</ns0:v>
                </ns0:pt>
                <ns0:pt idx="1986">
                  <ns0:v>3.2555091341</ns0:v>
                </ns0:pt>
                <ns0:pt idx="1987">
                  <ns0:v>3.2571475383</ns0:v>
                </ns0:pt>
                <ns0:pt idx="1988">
                  <ns0:v>3.25878594249</ns0:v>
                </ns0:pt>
                <ns0:pt idx="1989">
                  <ns0:v>3.26042434669</ns0:v>
                </ns0:pt>
                <ns0:pt idx="1990">
                  <ns0:v>3.26206275088</ns0:v>
                </ns0:pt>
                <ns0:pt idx="1991">
                  <ns0:v>3.26370115507</ns0:v>
                </ns0:pt>
                <ns0:pt idx="1992">
                  <ns0:v>3.26533955927</ns0:v>
                </ns0:pt>
                <ns0:pt idx="1993">
                  <ns0:v>3.26697796346</ns0:v>
                </ns0:pt>
                <ns0:pt idx="1994">
                  <ns0:v>3.26861636766</ns0:v>
                </ns0:pt>
                <ns0:pt idx="1995">
                  <ns0:v>3.27025477185</ns0:v>
                </ns0:pt>
                <ns0:pt idx="1996">
                  <ns0:v>3.27189317605</ns0:v>
                </ns0:pt>
                <ns0:pt idx="1997">
                  <ns0:v>3.27353158024</ns0:v>
                </ns0:pt>
              </ns0:numCache>
            </ns0:numRef>
          </ns0:xVal>
          <ns0:yVal>
            <ns0:numRef>
              <ns0:f>'Chart Data'!$B$2:$B$1999</ns0:f>
              <ns0:numCache>
                <ns0:formatCode>0</ns0:formatCode>
                <ns0:ptCount val="1998"/>
                <ns0:pt idx="0">
                  <ns0:v>-2.15694786528</ns0:v>
                </ns0:pt>
                <ns0:pt idx="1">
                  <ns0:v>-3.95541351659</ns0:v>
                </ns0:pt>
                <ns0:pt idx="2">
                  <ns0:v>-3.1730733813</ns0:v>
                </ns0:pt>
                <ns0:pt idx="3">
                  <ns0:v>-0.657299489308</ns0:v>
                </ns0:pt>
                <ns0:pt idx="4">
                  <ns0:v>0.602071272031</ns0:v>
                </ns0:pt>
                <ns0:pt idx="5">
                  <ns0:v>1.5998761775</ns0:v>
                </ns0:pt>
                <ns0:pt idx="6">
                  <ns0:v>2.36100465564</ns0:v>
                </ns0:pt>
                <ns0:pt idx="7">
                  <ns0:v>0.470061345119</ns0:v>
                </ns0:pt>
                <ns0:pt idx="8">
                  <ns0:v>-0.0776554321641</ns0:v>
                </ns0:pt>
                <ns0:pt idx="9">
                  <ns0:v>0.801236063481</ns0:v>
                </ns0:pt>
                <ns0:pt idx="10">
                  <ns0:v>-0.530234082797</ns0:v>
                </ns0:pt>
                <ns0:pt idx="11">
                  <ns0:v>-1.66435120051</ns0:v>
                </ns0:pt>
                <ns0:pt idx="12">
                  <ns0:v>-0.451548393835</ns0:v>
                </ns0:pt>
                <ns0:pt idx="13">
                  <ns0:v>0.1248608698</ns0:v>
                </ns0:pt>
                <ns0:pt idx="14">
                  <ns0:v>-0.35612358268</ns0:v>
                </ns0:pt>
                <ns0:pt idx="15">
                  <ns0:v>0.263458055097</ns0:v>
                </ns0:pt>
                <ns0:pt idx="16">
                  <ns0:v>0.739123610392</ns0:v>
                </ns0:pt>
                <ns0:pt idx="17">
                  <ns0:v>-0.0502180737603</ns0:v>
                </ns0:pt>
                <ns0:pt idx="18">
                  <ns0:v>-0.55683104546</ns0:v>
                </ns0:pt>
                <ns0:pt idx="19">
                  <ns0:v>-0.53011230192</ns0:v>
                </ns0:pt>
                <ns0:pt idx="20">
                  <ns0:v>0.165648467762</ns0:v>
                </ns0:pt>
                <ns0:pt idx="21">
                  <ns0:v>1.45974605634</ns0:v>
                </ns0:pt>
                <ns0:pt idx="22">
                  <ns0:v>2.72686998256</ns0:v>
                </ns0:pt>
                <ns0:pt idx="23">
                  <ns0:v>3.05427255239</ns0:v>
                </ns0:pt>
                <ns0:pt idx="24">
                  <ns0:v>1.72672369947</ns0:v>
                </ns0:pt>
                <ns0:pt idx="25">
                  <ns0:v>-0.242698706901</ns0:v>
                </ns0:pt>
                <ns0:pt idx="26">
                  <ns0:v>-1.67412229079</ns0:v>
                </ns0:pt>
                <ns0:pt idx="27">
                  <ns0:v>-2.15066099104</ns0:v>
                </ns0:pt>
                <ns0:pt idx="28">
                  <ns0:v>-1.47232239202</ns0:v>
                </ns0:pt>
                <ns0:pt idx="29">
                  <ns0:v>-0.246322653753</ns0:v>
                </ns0:pt>
                <ns0:pt idx="30">
                  <ns0:v>0.909344392306</ns0:v>
                </ns0:pt>
                <ns0:pt idx="31">
                  <ns0:v>1.77188605728</ns0:v>
                </ns0:pt>
                <ns0:pt idx="32">
                  <ns0:v>1.34630888026</ns0:v>
                </ns0:pt>
                <ns0:pt idx="33">
                  <ns0:v>-0.219681150966</ns0:v>
                </ns0:pt>
                <ns0:pt idx="34">
                  <ns0:v>-1.05382797861</ns0:v>
                </ns0:pt>
                <ns0:pt idx="35">
                  <ns0:v>-1.36176695044</ns0:v>
                </ns0:pt>
                <ns0:pt idx="36">
                  <ns0:v>-2.0302740575</ns0:v>
                </ns0:pt>
                <ns0:pt idx="37">
                  <ns0:v>-1.74268069436</ns0:v>
                </ns0:pt>
                <ns0:pt idx="38">
                  <ns0:v>0.22385467306</ns0:v>
                </ns0:pt>
                <ns0:pt idx="39">
                  <ns0:v>2.60831087767</ns0:v>
                </ns0:pt>
                <ns0:pt idx="40">
                  <ns0:v>2.96808458301</ns0:v>
                </ns0:pt>
                <ns0:pt idx="41">
                  <ns0:v>1.60947834875</ns0:v>
                </ns0:pt>
                <ns0:pt idx="42">
                  <ns0:v>-0.260730277045</ns0:v>
                </ns0:pt>
                <ns0:pt idx="43">
                  <ns0:v>-1.82064168057</ns0:v>
                </ns0:pt>
                <ns0:pt idx="44">
                  <ns0:v>-2.25584583056</ns0:v>
                </ns0:pt>
                <ns0:pt idx="45">
                  <ns0:v>-2.22718178734</ns0:v>
                </ns0:pt>
                <ns0:pt idx="46">
                  <ns0:v>-1.41724272667</ns0:v>
                </ns0:pt>
                <ns0:pt idx="47">
                  <ns0:v>-0.135074851482</ns0:v>
                </ns0:pt>
                <ns0:pt idx="48">
                  <ns0:v>-0.239046266769</ns0:v>
                </ns0:pt>
                <ns0:pt idx="49">
                  <ns0:v>-0.826461472128</ns0:v>
                </ns0:pt>
                <ns0:pt idx="50">
                  <ns0:v>-0.774015596834</ns0:v>
                </ns0:pt>
                <ns0:pt idx="51">
                  <ns0:v>-1.23080017756</ns0:v>
                </ns0:pt>
                <ns0:pt idx="52">
                  <ns0:v>-2.44705207962</ns0:v>
                </ns0:pt>
                <ns0:pt idx="53">
                  <ns0:v>-3.0395292309</ns0:v>
                </ns0:pt>
                <ns0:pt idx="54">
                  <ns0:v>-1.87588905855</ns0:v>
                </ns0:pt>
                <ns0:pt idx="55">
                  <ns0:v>0.0812305632309</ns0:v>
                </ns0:pt>
                <ns0:pt idx="56">
                  <ns0:v>0.832316403097</ns0:v>
                </ns0:pt>
                <ns0:pt idx="57">
                  <ns0:v>0.845174779187</ns0:v>
                </ns0:pt>
                <ns0:pt idx="58">
                  <ns0:v>1.42731050937</ns0:v>
                </ns0:pt>
                <ns0:pt idx="59">
                  <ns0:v>0.853863695175</ns0:v>
                </ns0:pt>
                <ns0:pt idx="60">
                  <ns0:v>-1.44609052197</ns0:v>
                </ns0:pt>
                <ns0:pt idx="61">
                  <ns0:v>-3.22939306023</ns0:v>
                </ns0:pt>
                <ns0:pt idx="62">
                  <ns0:v>-3.56514597718</ns0:v>
                </ns0:pt>
                <ns0:pt idx="63">
                  <ns0:v>-2.30440087105</ns0:v>
                </ns0:pt>
                <ns0:pt idx="64">
                  <ns0:v>-0.631057559745</ns0:v>
                </ns0:pt>
                <ns0:pt idx="65">
                  <ns0:v>0.312619235009</ns0:v>
                </ns0:pt>
                <ns0:pt idx="66">
                  <ns0:v>1.04204012276</ns0:v>
                </ns0:pt>
                <ns0:pt idx="67">
                  <ns0:v>1.27669353658</ns0:v>
                </ns0:pt>
                <ns0:pt idx="68">
                  <ns0:v>-0.527953752932</ns0:v>
                </ns0:pt>
                <ns0:pt idx="69">
                  <ns0:v>-2.54988980229</ns0:v>
                </ns0:pt>
                <ns0:pt idx="70">
                  <ns0:v>-2.72127062265</ns0:v>
                </ns0:pt>
                <ns0:pt idx="71">
                  <ns0:v>-1.18783553774</ns0:v>
                </ns0:pt>
                <ns0:pt idx="72">
                  <ns0:v>0.757967510027</ns0:v>
                </ns0:pt>
                <ns0:pt idx="73">
                  <ns0:v>1.90714814577</ns0:v>
                </ns0:pt>
                <ns0:pt idx="74">
                  <ns0:v>1.50145079875</ns0:v>
                </ns0:pt>
                <ns0:pt idx="75">
                  <ns0:v>0.366924587324</ns0:v>
                </ns0:pt>
                <ns0:pt idx="76">
                  <ns0:v>-0.590194554663</ns0:v>
                </ns0:pt>
                <ns0:pt idx="77">
                  <ns0:v>-1.37692391811</ns0:v>
                </ns0:pt>
                <ns0:pt idx="78">
                  <ns0:v>-1.70302102225</ns0:v>
                </ns0:pt>
                <ns0:pt idx="79">
                  <ns0:v>-1.6030942652</ns0:v>
                </ns0:pt>
                <ns0:pt idx="80">
                  <ns0:v>-1.98638720368</ns0:v>
                </ns0:pt>
                <ns0:pt idx="81">
                  <ns0:v>-3.32386465994</ns0:v>
                </ns0:pt>
                <ns0:pt idx="82">
                  <ns0:v>-2.55724347915</ns0:v>
                </ns0:pt>
                <ns0:pt idx="83">
                  <ns0:v>1.54253847199</ns0:v>
                </ns0:pt>
                <ns0:pt idx="84">
                  <ns0:v>3.43652312328</ns0:v>
                </ns0:pt>
                <ns0:pt idx="85">
                  <ns0:v>3.39473522069</ns0:v>
                </ns0:pt>
                <ns0:pt idx="86">
                  <ns0:v>2.83887962639</ns0:v>
                </ns0:pt>
                <ns0:pt idx="87">
                  <ns0:v>1.01009387304</ns0:v>
                </ns0:pt>
                <ns0:pt idx="88">
                  <ns0:v>-1.49635443419</ns0:v>
                </ns0:pt>
                <ns0:pt idx="89">
                  <ns0:v>-2.78276786132</ns0:v>
                </ns0:pt>
                <ns0:pt idx="90">
                  <ns0:v>-2.04398898536</ns0:v>
                </ns0:pt>
                <ns0:pt idx="91">
                  <ns0:v>-0.00835595107461</ns0:v>
                </ns0:pt>
                <ns0:pt idx="92">
                  <ns0:v>2.51357362633</ns0:v>
                </ns0:pt>
                <ns0:pt idx="93">
                  <ns0:v>2.57257272936</ns0:v>
                </ns0:pt>
                <ns0:pt idx="94">
                  <ns0:v>1.71071429531</ns0:v>
                </ns0:pt>
                <ns0:pt idx="95">
                  <ns0:v>1.01749622662</ns0:v>
                </ns0:pt>
                <ns0:pt idx="96">
                  <ns0:v>-1.41240759632</ns0:v>
                </ns0:pt>
                <ns0:pt idx="97">
                  <ns0:v>-2.14558461972</ns0:v>
                </ns0:pt>
                <ns0:pt idx="98">
                  <ns0:v>-0.563001434314</ns0:v>
                </ns0:pt>
                <ns0:pt idx="99">
                  <ns0:v>1.37533954538</ns0:v>
                </ns0:pt>
                <ns0:pt idx="100">
                  <ns0:v>2.33527759254</ns0:v>
                </ns0:pt>
                <ns0:pt idx="101">
                  <ns0:v>4.05881552931</ns0:v>
                </ns0:pt>
                <ns0:pt idx="102">
                  <ns0:v>5.73235304467</ns0:v>
                </ns0:pt>
                <ns0:pt idx="103">
                  <ns0:v>3.4978856735</ns0:v>
                </ns0:pt>
                <ns0:pt idx="104">
                  <ns0:v>-0.856127000114</ns0:v>
                </ns0:pt>
                <ns0:pt idx="105">
                  <ns0:v>-3.19869035061</ns0:v>
                </ns0:pt>
                <ns0:pt idx="106">
                  <ns0:v>-3.72169450467</ns0:v>
                </ns0:pt>
                <ns0:pt idx="107">
                  <ns0:v>-3.62938031215</ns0:v>
                </ns0:pt>
                <ns0:pt idx="108">
                  <ns0:v>-2.20355518375</ns0:v>
                </ns0:pt>
                <ns0:pt idx="109">
                  <ns0:v>-1.96685485937</ns0:v>
                </ns0:pt>
                <ns0:pt idx="110">
                  <ns0:v>-3.7072909648</ns0:v>
                </ns0:pt>
                <ns0:pt idx="111">
                  <ns0:v>-2.76098924266</ns0:v>
                </ns0:pt>
                <ns0:pt idx="112">
                  <ns0:v>0.253330332173</ns0:v>
                </ns0:pt>
                <ns0:pt idx="113">
                  <ns0:v>3.27289262676</ns0:v>
                </ns0:pt>
                <ns0:pt idx="114">
                  <ns0:v>6.99232318563</ns0:v>
                </ns0:pt>
                <ns0:pt idx="115">
                  <ns0:v>5.83378822756</ns0:v>
                </ns0:pt>
                <ns0:pt idx="116">
                  <ns0:v>0.418046620105</ns0:v>
                </ns0:pt>
                <ns0:pt idx="117">
                  <ns0:v>-3.26141700639</ns0:v>
                </ns0:pt>
                <ns0:pt idx="118">
                  <ns0:v>-4.78792821647</ns0:v>
                </ns0:pt>
                <ns0:pt idx="119">
                  <ns0:v>-3.43702218193</ns0:v>
                </ns0:pt>
                <ns0:pt idx="120">
                  <ns0:v>0.459447591421</ns0:v>
                </ns0:pt>
                <ns0:pt idx="121">
                  <ns0:v>3.26597895816</ns0:v>
                </ns0:pt>
                <ns0:pt idx="122">
                  <ns0:v>3.57120433673</ns0:v>
                </ns0:pt>
                <ns0:pt idx="123">
                  <ns0:v>2.84743113871</ns0:v>
                </ns0:pt>
                <ns0:pt idx="124">
                  <ns0:v>0.792358513149</ns0:v>
                </ns0:pt>
                <ns0:pt idx="125">
                  <ns0:v>-2.26249845916</ns0:v>
                </ns0:pt>
                <ns0:pt idx="126">
                  <ns0:v>-4.08310877796</ns0:v>
                </ns0:pt>
                <ns0:pt idx="127">
                  <ns0:v>-3.60535336196</ns0:v>
                </ns0:pt>
                <ns0:pt idx="128">
                  <ns0:v>-2.30785609918</ns0:v>
                </ns0:pt>
                <ns0:pt idx="129">
                  <ns0:v>-0.635424469636</ns0:v>
                </ns0:pt>
                <ns0:pt idx="130">
                  <ns0:v>1.45277605059</ns0:v>
                </ns0:pt>
                <ns0:pt idx="131">
                  <ns0:v>2.92676142237</ns0:v>
                </ns0:pt>
                <ns0:pt idx="132">
                  <ns0:v>2.00336049598</ns0:v>
                </ns0:pt>
                <ns0:pt idx="133">
                  <ns0:v>-0.849120265652</ns0:v>
                </ns0:pt>
                <ns0:pt idx="134">
                  <ns0:v>-2.88009019186</ns0:v>
                </ns0:pt>
                <ns0:pt idx="135">
                  <ns0:v>-2.2507432676</ns0:v>
                </ns0:pt>
                <ns0:pt idx="136">
                  <ns0:v>1.44488290943</ns0:v>
                </ns0:pt>
                <ns0:pt idx="137">
                  <ns0:v>2.55282423185</ns0:v>
                </ns0:pt>
                <ns0:pt idx="138">
                  <ns0:v>2.77045412365</ns0:v>
                </ns0:pt>
                <ns0:pt idx="139">
                  <ns0:v>3.61869629459</ns0:v>
                </ns0:pt>
                <ns0:pt idx="140">
                  <ns0:v>2.02385987466</ns0:v>
                </ns0:pt>
                <ns0:pt idx="141">
                  <ns0:v>-2.12713786812</ns0:v>
                </ns0:pt>
                <ns0:pt idx="142">
                  <ns0:v>-3.42414011076</ns0:v>
                </ns0:pt>
                <ns0:pt idx="143">
                  <ns0:v>-2.46055023837</ns0:v>
                </ns0:pt>
                <ns0:pt idx="144">
                  <ns0:v>-1.25614889592</ns0:v>
                </ns0:pt>
                <ns0:pt idx="145">
                  <ns0:v>0.812899942021</ns0:v>
                </ns0:pt>
                <ns0:pt idx="146">
                  <ns0:v>2.00461728059</ns0:v>
                </ns0:pt>
                <ns0:pt idx="147">
                  <ns0:v>1.30046283188</ns0:v>
                </ns0:pt>
                <ns0:pt idx="148">
                  <ns0:v>-0.078749431465</ns0:v>
                </ns0:pt>
                <ns0:pt idx="149">
                  <ns0:v>-0.833699519904</ns0:v>
                </ns0:pt>
                <ns0:pt idx="150">
                  <ns0:v>-2.83514054803</ns0:v>
                </ns0:pt>
                <ns0:pt idx="151">
                  <ns0:v>-4.24112175182</ns0:v>
                </ns0:pt>
                <ns0:pt idx="152">
                  <ns0:v>-2.27071549727</ns0:v>
                </ns0:pt>
                <ns0:pt idx="153">
                  <ns0:v>1.14988879642</ns0:v>
                </ns0:pt>
                <ns0:pt idx="154">
                  <ns0:v>4.31891241222</ns0:v>
                </ns0:pt>
                <ns0:pt idx="155">
                  <ns0:v>5.02934037254</ns0:v>
                </ns0:pt>
                <ns0:pt idx="156">
                  <ns0:v>4.76839072365</ns0:v>
                </ns0:pt>
                <ns0:pt idx="157">
                  <ns0:v>2.93080528225</ns0:v>
                </ns0:pt>
                <ns0:pt idx="158">
                  <ns0:v>-0.597410318677</ns0:v>
                </ns0:pt>
                <ns0:pt idx="159">
                  <ns0:v>-3.93982380236</ns0:v>
                </ns0:pt>
                <ns0:pt idx="160">
                  <ns0:v>-4.90255338724</ns0:v>
                </ns0:pt>
                <ns0:pt idx="161">
                  <ns0:v>-2.82600086943</ns0:v>
                </ns0:pt>
                <ns0:pt idx="162">
                  <ns0:v>1.72293085623</ns0:v>
                </ns0:pt>
                <ns0:pt idx="163">
                  <ns0:v>5.32279736729</ns0:v>
                </ns0:pt>
                <ns0:pt idx="164">
                  <ns0:v>5.45749825847</ns0:v>
                </ns0:pt>
                <ns0:pt idx="165">
                  <ns0:v>3.28306221791</ns0:v>
                </ns0:pt>
                <ns0:pt idx="166">
                  <ns0:v>0.177246261502</ns0:v>
                </ns0:pt>
                <ns0:pt idx="167">
                  <ns0:v>-3.68008850486</ns0:v>
                </ns0:pt>
                <ns0:pt idx="168">
                  <ns0:v>-6.03562006425</ns0:v>
                </ns0:pt>
                <ns0:pt idx="169">
                  <ns0:v>-5.20753566735</ns0:v>
                </ns0:pt>
                <ns0:pt idx="170">
                  <ns0:v>-1.54723866831</ns0:v>
                </ns0:pt>
                <ns0:pt idx="171">
                  <ns0:v>2.01060113866</ns0:v>
                </ns0:pt>
                <ns0:pt idx="172">
                  <ns0:v>5.2288917525</ns0:v>
                </ns0:pt>
                <ns0:pt idx="173">
                  <ns0:v>7.09315510561</ns0:v>
                </ns0:pt>
                <ns0:pt idx="174">
                  <ns0:v>4.42450436172</ns0:v>
                </ns0:pt>
                <ns0:pt idx="175">
                  <ns0:v>-0.603867713901</ns0:v>
                </ns0:pt>
                <ns0:pt idx="176">
                  <ns0:v>-4.07923641736</ns0:v>
                </ns0:pt>
                <ns0:pt idx="177">
                  <ns0:v>-5.79051590575</ns0:v>
                </ns0:pt>
                <ns0:pt idx="178">
                  <ns0:v>-4.27501944969</ns0:v>
                </ns0:pt>
                <ns0:pt idx="179">
                  <ns0:v>0.070261698426</ns0:v>
                </ns0:pt>
                <ns0:pt idx="180">
                  <ns0:v>3.4827776732</ns0:v>
                </ns0:pt>
                <ns0:pt idx="181">
                  <ns0:v>4.91030608217</ns0:v>
                </ns0:pt>
                <ns0:pt idx="182">
                  <ns0:v>4.51455882498</ns0:v>
                </ns0:pt>
                <ns0:pt idx="183">
                  <ns0:v>0.888884426577</ns0:v>
                </ns0:pt>
                <ns0:pt idx="184">
                  <ns0:v>-3.94064196993</ns0:v>
                </ns0:pt>
                <ns0:pt idx="185">
                  <ns0:v>-5.61092193815</ns0:v>
                </ns0:pt>
                <ns0:pt idx="186">
                  <ns0:v>-3.74054203675</ns0:v>
                </ns0:pt>
                <ns0:pt idx="187">
                  <ns0:v>-1.22564105575</ns0:v>
                </ns0:pt>
                <ns0:pt idx="188">
                  <ns0:v>3.01160067617</ns0:v>
                </ns0:pt>
                <ns0:pt idx="189">
                  <ns0:v>6.12831202595</ns0:v>
                </ns0:pt>
                <ns0:pt idx="190">
                  <ns0:v>5.80278402107</ns0:v>
                </ns0:pt>
                <ns0:pt idx="191">
                  <ns0:v>4.28896341213</ns0:v>
                </ns0:pt>
                <ns0:pt idx="192">
                  <ns0:v>0.908611122423</ns0:v>
                </ns0:pt>
                <ns0:pt idx="193">
                  <ns0:v>-3.71468131276</ns0:v>
                </ns0:pt>
                <ns0:pt idx="194">
                  <ns0:v>-6.77504036337</ns0:v>
                </ns0:pt>
                <ns0:pt idx="195">
                  <ns0:v>-5.65098164085</ns0:v>
                </ns0:pt>
                <ns0:pt idx="196">
                  <ns0:v>-1.5803051512</ns0:v>
                </ns0:pt>
                <ns0:pt idx="197">
                  <ns0:v>3.08864201808</ns0:v>
                </ns0:pt>
                <ns0:pt idx="198">
                  <ns0:v>5.36753933379</ns0:v>
                </ns0:pt>
                <ns0:pt idx="199">
                  <ns0:v>3.68725154167</ns0:v>
                </ns0:pt>
                <ns0:pt idx="200">
                  <ns0:v>1.34911769372</ns0:v>
                </ns0:pt>
                <ns0:pt idx="201">
                  <ns0:v>-1.85559662536</ns0:v>
                </ns0:pt>
                <ns0:pt idx="202">
                  <ns0:v>-5.83858909498</ns0:v>
                </ns0:pt>
                <ns0:pt idx="203">
                  <ns0:v>-6.41615697973</ns0:v>
                </ns0:pt>
                <ns0:pt idx="204">
                  <ns0:v>-2.4048850882</ns0:v>
                </ns0:pt>
                <ns0:pt idx="205">
                  <ns0:v>1.79791383552</ns0:v>
                </ns0:pt>
                <ns0:pt idx="206">
                  <ns0:v>4.21014181881</ns0:v>
                </ns0:pt>
                <ns0:pt idx="207">
                  <ns0:v>5.95518893384</ns0:v>
                </ns0:pt>
                <ns0:pt idx="208">
                  <ns0:v>6.05411707891</ns0:v>
                </ns0:pt>
                <ns0:pt idx="209">
                  <ns0:v>4.53409930752</ns0:v>
                </ns0:pt>
                <ns0:pt idx="210">
                  <ns0:v>0.446713340825</ns0:v>
                </ns0:pt>
                <ns0:pt idx="211">
                  <ns0:v>-3.68639104735</ns0:v>
                </ns0:pt>
                <ns0:pt idx="212">
                  <ns0:v>-4.62014550963</ns0:v>
                </ns0:pt>
                <ns0:pt idx="213">
                  <ns0:v>-3.41261564507</ns0:v>
                </ns0:pt>
                <ns0:pt idx="214">
                  <ns0:v>-0.825789065967</ns0:v>
                </ns0:pt>
                <ns0:pt idx="215">
                  <ns0:v>3.11973378492</ns0:v>
                </ns0:pt>
                <ns0:pt idx="216">
                  <ns0:v>7.20369169428</ns0:v>
                </ns0:pt>
                <ns0:pt idx="217">
                  <ns0:v>9.31406951553</ns0:v>
                </ns0:pt>
                <ns0:pt idx="218">
                  <ns0:v>8.60363026748</ns0:v>
                </ns0:pt>
                <ns0:pt idx="219">
                  <ns0:v>4.39558669339</ns0:v>
                </ns0:pt>
                <ns0:pt idx="220">
                  <ns0:v>-2.79381406099</ns0:v>
                </ns0:pt>
                <ns0:pt idx="221">
                  <ns0:v>-7.96637711982</ns0:v>
                </ns0:pt>
                <ns0:pt idx="222">
                  <ns0:v>-8.17733975396</ns0:v>
                </ns0:pt>
                <ns0:pt idx="223">
                  <ns0:v>-4.51092874886</ns0:v>
                </ns0:pt>
                <ns0:pt idx="224">
                  <ns0:v>2.82133065177</ns0:v>
                </ns0:pt>
                <ns0:pt idx="225">
                  <ns0:v>11.5478595887</ns0:v>
                </ns0:pt>
                <ns0:pt idx="226">
                  <ns0:v>13.0285199722</ns0:v>
                </ns0:pt>
                <ns0:pt idx="227">
                  <ns0:v>8.22597883955</ns0:v>
                </ns0:pt>
                <ns0:pt idx="228">
                  <ns0:v>1.66716781943</ns0:v>
                </ns0:pt>
                <ns0:pt idx="229">
                  <ns0:v>-7.15892306911</ns0:v>
                </ns0:pt>
                <ns0:pt idx="230">
                  <ns0:v>-13.711280936</ns0:v>
                </ns0:pt>
                <ns0:pt idx="231">
                  <ns0:v>-11.8807608078</ns0:v>
                </ns0:pt>
                <ns0:pt idx="232">
                  <ns0:v>-2.49689824522</ns0:v>
                </ns0:pt>
                <ns0:pt idx="233">
                  <ns0:v>4.63211692465</ns0:v>
                </ns0:pt>
                <ns0:pt idx="234">
                  <ns0:v>6.70301072895</ns0:v>
                </ns0:pt>
                <ns0:pt idx="235">
                  <ns0:v>7.95962861029</ns0:v>
                </ns0:pt>
                <ns0:pt idx="236">
                  <ns0:v>5.8377786253</ns0:v>
                </ns0:pt>
                <ns0:pt idx="237">
                  <ns0:v>1.73605823317</ns0:v>
                </ns0:pt>
                <ns0:pt idx="238">
                  <ns0:v>2.41021672959</ns0:v>
                </ns0:pt>
                <ns0:pt idx="239">
                  <ns0:v>3.48720494305</ns0:v>
                </ns0:pt>
                <ns0:pt idx="240">
                  <ns0:v>1.03785238432</ns0:v>
                </ns0:pt>
                <ns0:pt idx="241">
                  <ns0:v>-0.559122263665</ns0:v>
                </ns0:pt>
                <ns0:pt idx="242">
                  <ns0:v>-2.4222586806</ns0:v>
                </ns0:pt>
                <ns0:pt idx="243">
                  <ns0:v>-4.67896177336</ns0:v>
                </ns0:pt>
                <ns0:pt idx="244">
                  <ns0:v>-2.49433476635</ns0:v>
                </ns0:pt>
                <ns0:pt idx="245">
                  <ns0:v>-0.265366691078</ns0:v>
                </ns0:pt>
                <ns0:pt idx="246">
                  <ns0:v>0.117387555278</ns0:v>
                </ns0:pt>
                <ns0:pt idx="247">
                  <ns0:v>1.00465108153</ns0:v>
                </ns0:pt>
                <ns0:pt idx="248">
                  <ns0:v>1.55526772322</ns0:v>
                </ns0:pt>
                <ns0:pt idx="249">
                  <ns0:v>0.345020311423</ns0:v>
                </ns0:pt>
                <ns0:pt idx="250">
                  <ns0:v>-0.073300845397</ns0:v>
                </ns0:pt>
                <ns0:pt idx="251">
                  <ns0:v>-0.203470876995</ns0:v>
                </ns0:pt>
                <ns0:pt idx="252">
                  <ns0:v>-0.748392392793</ns0:v>
                </ns0:pt>
                <ns0:pt idx="253">
                  <ns0:v>-0.0517707068201</ns0:v>
                </ns0:pt>
                <ns0:pt idx="254">
                  <ns0:v>1.17194577324</ns0:v>
                </ns0:pt>
                <ns0:pt idx="255">
                  <ns0:v>0.732578549118</ns0:v>
                </ns0:pt>
                <ns0:pt idx="256">
                  <ns0:v>-1.21314502396</ns0:v>
                </ns0:pt>
                <ns0:pt idx="257">
                  <ns0:v>-1.20116466142</ns0:v>
                </ns0:pt>
                <ns0:pt idx="258">
                  <ns0:v>0.467483984363</ns0:v>
                </ns0:pt>
                <ns0:pt idx="259">
                  <ns0:v>2.07658507817</ns0:v>
                </ns0:pt>
                <ns0:pt idx="260">
                  <ns0:v>3.99640944764</ns0:v>
                </ns0:pt>
                <ns0:pt idx="261">
                  <ns0:v>3.2234847816</ns0:v>
                </ns0:pt>
                <ns0:pt idx="262">
                  <ns0:v>1.11045308847</ns0:v>
                </ns0:pt>
                <ns0:pt idx="263">
                  <ns0:v>-1.41188547519</ns0:v>
                </ns0:pt>
                <ns0:pt idx="264">
                  <ns0:v>-2.50843177032</ns0:v>
                </ns0:pt>
                <ns0:pt idx="265">
                  <ns0:v>-2.79514761513</ns0:v>
                </ns0:pt>
                <ns0:pt idx="266">
                  <ns0:v>-3.59773185847</ns0:v>
                </ns0:pt>
                <ns0:pt idx="267">
                  <ns0:v>-4.2857736081</ns0:v>
                </ns0:pt>
                <ns0:pt idx="268">
                  <ns0:v>-2.85698813369</ns0:v>
                </ns0:pt>
                <ns0:pt idx="269">
                  <ns0:v>1.1171896143</ns0:v>
                </ns0:pt>
                <ns0:pt idx="270">
                  <ns0:v>3.93017492307</ns0:v>
                </ns0:pt>
                <ns0:pt idx="271">
                  <ns0:v>5.00458864419</ns0:v>
                </ns0:pt>
                <ns0:pt idx="272">
                  <ns0:v>3.66111924216</ns0:v>
                </ns0:pt>
                <ns0:pt idx="273">
                  <ns0:v>0.252484780756</ns0:v>
                </ns0:pt>
                <ns0:pt idx="274">
                  <ns0:v>-1.47684065097</ns0:v>
                </ns0:pt>
                <ns0:pt idx="275">
                  <ns0:v>-2.09814864457</ns0:v>
                </ns0:pt>
                <ns0:pt idx="276">
                  <ns0:v>-2.52953693928</ns0:v>
                </ns0:pt>
                <ns0:pt idx="277">
                  <ns0:v>-2.44641956471</ns0:v>
                </ns0:pt>
                <ns0:pt idx="278">
                  <ns0:v>-2.74320381416</ns0:v>
                </ns0:pt>
                <ns0:pt idx="279">
                  <ns0:v>-1.2674846812</ns0:v>
                </ns0:pt>
                <ns0:pt idx="280">
                  <ns0:v>0.92406571698</ns0:v>
                </ns0:pt>
                <ns0:pt idx="281">
                  <ns0:v>2.18294777762</ns0:v>
                </ns0:pt>
                <ns0:pt idx="282">
                  <ns0:v>5.39288683101</ns0:v>
                </ns0:pt>
                <ns0:pt idx="283">
                  <ns0:v>7.37691496982</ns0:v>
                </ns0:pt>
                <ns0:pt idx="284">
                  <ns0:v>4.01902673227</ns0:v>
                </ns0:pt>
                <ns0:pt idx="285">
                  <ns0:v>-2.00200535416</ns0:v>
                </ns0:pt>
                <ns0:pt idx="286">
                  <ns0:v>-9.67218590844</ns0:v>
                </ns0:pt>
                <ns0:pt idx="287">
                  <ns0:v>-14.4309241622</ns0:v>
                </ns0:pt>
                <ns0:pt idx="288">
                  <ns0:v>-11.2126293667</ns0:v>
                </ns0:pt>
                <ns0:pt idx="289">
                  <ns0:v>-1.80970529781</ns0:v>
                </ns0:pt>
                <ns0:pt idx="290">
                  <ns0:v>9.85801173891</ns0:v>
                </ns0:pt>
                <ns0:pt idx="291">
                  <ns0:v>16.2141588082</ns0:v>
                </ns0:pt>
                <ns0:pt idx="292">
                  <ns0:v>13.7326168728</ns0:v>
                </ns0:pt>
                <ns0:pt idx="293">
                  <ns0:v>5.39003923006</ns0:v>
                </ns0:pt>
                <ns0:pt idx="294">
                  <ns0:v>-6.09076269572</ns0:v>
                </ns0:pt>
                <ns0:pt idx="295">
                  <ns0:v>-14.7310942374</ns0:v>
                </ns0:pt>
                <ns0:pt idx="296">
                  <ns0:v>-14.3613125746</ns0:v>
                </ns0:pt>
                <ns0:pt idx="297">
                  <ns0:v>-6.71740073194</ns0:v>
                </ns0:pt>
                <ns0:pt idx="298">
                  <ns0:v>2.07627371535</ns0:v>
                </ns0:pt>
                <ns0:pt idx="299">
                  <ns0:v>9.58493503375</ns0:v>
                </ns0:pt>
                <ns0:pt idx="300">
                  <ns0:v>14.3633921961</ns0:v>
                </ns0:pt>
                <ns0:pt idx="301">
                  <ns0:v>12.4777691673</ns0:v>
                </ns0:pt>
                <ns0:pt idx="302">
                  <ns0:v>4.16010129141</ns0:v>
                </ns0:pt>
                <ns0:pt idx="303">
                  <ns0:v>-3.68607918941</ns0:v>
                </ns0:pt>
                <ns0:pt idx="304">
                  <ns0:v>-7.99824242045</ns0:v>
                </ns0:pt>
                <ns0:pt idx="305">
                  <ns0:v>-7.58271415825</ns0:v>
                </ns0:pt>
                <ns0:pt idx="306">
                  <ns0:v>-3.52621148419</ns0:v>
                </ns0:pt>
                <ns0:pt idx="307">
                  <ns0:v>2.51587488156</ns0:v>
                </ns0:pt>
                <ns0:pt idx="308">
                  <ns0:v>7.24663848099</ns0:v>
                </ns0:pt>
                <ns0:pt idx="309">
                  <ns0:v>7.91865587379</ns0:v>
                </ns0:pt>
                <ns0:pt idx="310">
                  <ns0:v>5.63226287417</ns0:v>
                </ns0:pt>
                <ns0:pt idx="311">
                  <ns0:v>1.66644385334</ns0:v>
                </ns0:pt>
                <ns0:pt idx="312">
                  <ns0:v>-2.34260310734</ns0:v>
                </ns0:pt>
                <ns0:pt idx="313">
                  <ns0:v>-4.84878345351</ns0:v>
                </ns0:pt>
                <ns0:pt idx="314">
                  <ns0:v>-4.07383725746</ns0:v>
                </ns0:pt>
                <ns0:pt idx="315">
                  <ns0:v>-1.01022172818</ns0:v>
                </ns0:pt>
                <ns0:pt idx="316">
                  <ns0:v>1.81768085708</ns0:v>
                </ns0:pt>
                <ns0:pt idx="317">
                  <ns0:v>3.51643691581</ns0:v>
                </ns0:pt>
                <ns0:pt idx="318">
                  <ns0:v>3.16848100198</ns0:v>
                </ns0:pt>
                <ns0:pt idx="319">
                  <ns0:v>1.25456562145</ns0:v>
                </ns0:pt>
                <ns0:pt idx="320">
                  <ns0:v>-0.604114340126</ns0:v>
                </ns0:pt>
                <ns0:pt idx="321">
                  <ns0:v>-1.87440620861</ns0:v>
                </ns0:pt>
                <ns0:pt idx="322">
                  <ns0:v>-3.40169243921</ns0:v>
                </ns0:pt>
                <ns0:pt idx="323">
                  <ns0:v>-3.97322693306</ns0:v>
                </ns0:pt>
                <ns0:pt idx="324">
                  <ns0:v>-2.28620135322</ns0:v>
                </ns0:pt>
                <ns0:pt idx="325">
                  <ns0:v>-0.462259935682</ns0:v>
                </ns0:pt>
                <ns0:pt idx="326">
                  <ns0:v>0.993463761817</ns0:v>
                </ns0:pt>
                <ns0:pt idx="327">
                  <ns0:v>1.88635464502</ns0:v>
                </ns0:pt>
                <ns0:pt idx="328">
                  <ns0:v>1.00091344786</ns0:v>
                </ns0:pt>
                <ns0:pt idx="329">
                  <ns0:v>0.21631726116</ns0:v>
                </ns0:pt>
                <ns0:pt idx="330">
                  <ns0:v>0.39478261154</ns0:v>
                </ns0:pt>
                <ns0:pt idx="331">
                  <ns0:v>0.0452072934341</ns0:v>
                </ns0:pt>
                <ns0:pt idx="332">
                  <ns0:v>-0.259674658456</ns0:v>
                </ns0:pt>
                <ns0:pt idx="333">
                  <ns0:v>0.101362398645</ns0:v>
                </ns0:pt>
                <ns0:pt idx="334">
                  <ns0:v>-0.451117787443</ns0:v>
                </ns0:pt>
                <ns0:pt idx="335">
                  <ns0:v>-1.77194477904</ns0:v>
                </ns0:pt>
                <ns0:pt idx="336">
                  <ns0:v>-2.10583022904</ns0:v>
                </ns0:pt>
                <ns0:pt idx="337">
                  <ns0:v>-2.05643518649</ns0:v>
                </ns0:pt>
                <ns0:pt idx="338">
                  <ns0:v>-0.953605851449</ns0:v>
                </ns0:pt>
                <ns0:pt idx="339">
                  <ns0:v>0.784915629882</ns0:v>
                </ns0:pt>
                <ns0:pt idx="340">
                  <ns0:v>1.52380251291</ns0:v>
                </ns0:pt>
                <ns0:pt idx="341">
                  <ns0:v>1.13476136615</ns0:v>
                </ns0:pt>
                <ns0:pt idx="342">
                  <ns0:v>0.345564100259</ns0:v>
                </ns0:pt>
                <ns0:pt idx="343">
                  <ns0:v>-1.20897766117</ns0:v>
                </ns0:pt>
                <ns0:pt idx="344">
                  <ns0:v>-0.908478075245</ns0:v>
                </ns0:pt>
                <ns0:pt idx="345">
                  <ns0:v>1.8355977372</ns0:v>
                </ns0:pt>
                <ns0:pt idx="346">
                  <ns0:v>4.06387895934</ns0:v>
                </ns0:pt>
                <ns0:pt idx="347">
                  <ns0:v>3.90466287687</ns0:v>
                </ns0:pt>
                <ns0:pt idx="348">
                  <ns0:v>1.01386517304</ns0:v>
                </ns0:pt>
                <ns0:pt idx="349">
                  <ns0:v>-2.25773200383</ns0:v>
                </ns0:pt>
                <ns0:pt idx="350">
                  <ns0:v>-3.32737409963</ns0:v>
                </ns0:pt>
                <ns0:pt idx="351">
                  <ns0:v>-3.37886421127</ns0:v>
                </ns0:pt>
                <ns0:pt idx="352">
                  <ns0:v>-3.07549322543</ns0:v>
                </ns0:pt>
                <ns0:pt idx="353">
                  <ns0:v>-1.31356641412</ns0:v>
                </ns0:pt>
                <ns0:pt idx="354">
                  <ns0:v>1.68882943224</ns0:v>
                </ns0:pt>
                <ns0:pt idx="355">
                  <ns0:v>4.13725686509</ns0:v>
                </ns0:pt>
                <ns0:pt idx="356">
                  <ns0:v>5.32888618294</ns0:v>
                </ns0:pt>
                <ns0:pt idx="357">
                  <ns0:v>4.74843218514</ns0:v>
                </ns0:pt>
                <ns0:pt idx="358">
                  <ns0:v>1.11876442035</ns0:v>
                </ns0:pt>
                <ns0:pt idx="359">
                  <ns0:v>-3.41455372534</ns0:v>
                </ns0:pt>
                <ns0:pt idx="360">
                  <ns0:v>-5.17079055284</ns0:v>
                </ns0:pt>
                <ns0:pt idx="361">
                  <ns0:v>-4.06634190901</ns0:v>
                </ns0:pt>
                <ns0:pt idx="362">
                  <ns0:v>-2.13794607478</ns0:v>
                </ns0:pt>
                <ns0:pt idx="363">
                  <ns0:v>0.31841290473</ns0:v>
                </ns0:pt>
                <ns0:pt idx="364">
                  <ns0:v>2.8896261116</ns0:v>
                </ns0:pt>
                <ns0:pt idx="365">
                  <ns0:v>4.49099552749</ns0:v>
                </ns0:pt>
                <ns0:pt idx="366">
                  <ns0:v>4.89410014525</ns0:v>
                </ns0:pt>
                <ns0:pt idx="367">
                  <ns0:v>3.08879689118</ns0:v>
                </ns0:pt>
                <ns0:pt idx="368">
                  <ns0:v>-1.02739748216</ns0:v>
                </ns0:pt>
                <ns0:pt idx="369">
                  <ns0:v>-4.36277847431</ns0:v>
                </ns0:pt>
                <ns0:pt idx="370">
                  <ns0:v>-4.91067171717</ns0:v>
                </ns0:pt>
                <ns0:pt idx="371">
                  <ns0:v>-3.34722869298</ns0:v>
                </ns0:pt>
                <ns0:pt idx="372">
                  <ns0:v>-1.6672527437</ns0:v>
                </ns0:pt>
                <ns0:pt idx="373">
                  <ns0:v>1.18157563036</ns0:v>
                </ns0:pt>
                <ns0:pt idx="374">
                  <ns0:v>3.51158087601</ns0:v>
                </ns0:pt>
                <ns0:pt idx="375">
                  <ns0:v>3.38910844824</ns0:v>
                </ns0:pt>
                <ns0:pt idx="376">
                  <ns0:v>0.79437311794</ns0:v>
                </ns0:pt>
                <ns0:pt idx="377">
                  <ns0:v>-1.94628252281</ns0:v>
                </ns0:pt>
                <ns0:pt idx="378">
                  <ns0:v>-4.29965928387</ns0:v>
                </ns0:pt>
                <ns0:pt idx="379">
                  <ns0:v>-5.15324365904</ns0:v>
                </ns0:pt>
                <ns0:pt idx="380">
                  <ns0:v>-3.09430989321</ns0:v>
                </ns0:pt>
                <ns0:pt idx="381">
                  <ns0:v>0.872790642806</ns0:v>
                </ns0:pt>
                <ns0:pt idx="382">
                  <ns0:v>5.34306256102</ns0:v>
                </ns0:pt>
                <ns0:pt idx="383">
                  <ns0:v>7.00158289094</ns0:v>
                </ns0:pt>
                <ns0:pt idx="384">
                  <ns0:v>3.90871971924</ns0:v>
                </ns0:pt>
                <ns0:pt idx="385">
                  <ns0:v>-1.46820951051</ns0:v>
                </ns0:pt>
                <ns0:pt idx="386">
                  <ns0:v>-5.89862806914</ns0:v>
                </ns0:pt>
                <ns0:pt idx="387">
                  <ns0:v>-7.12041542496</ns0:v>
                </ns0:pt>
                <ns0:pt idx="388">
                  <ns0:v>-6.20289078924</ns0:v>
                </ns0:pt>
                <ns0:pt idx="389">
                  <ns0:v>-2.6113564742</ns0:v>
                </ns0:pt>
                <ns0:pt idx="390">
                  <ns0:v>3.0727827477</ns0:v>
                </ns0:pt>
                <ns0:pt idx="391">
                  <ns0:v>6.77978632193</ns0:v>
                </ns0:pt>
                <ns0:pt idx="392">
                  <ns0:v>6.32045176695</ns0:v>
                </ns0:pt>
                <ns0:pt idx="393">
                  <ns0:v>2.60660705632</ns0:v>
                </ns0:pt>
                <ns0:pt idx="394">
                  <ns0:v>-1.53748374021</ns0:v>
                </ns0:pt>
                <ns0:pt idx="395">
                  <ns0:v>-3.92125563812</ns0:v>
                </ns0:pt>
                <ns0:pt idx="396">
                  <ns0:v>-3.29148680468</ns0:v>
                </ns0:pt>
                <ns0:pt idx="397">
                  <ns0:v>-1.35327086017</ns0:v>
                </ns0:pt>
                <ns0:pt idx="398">
                  <ns0:v>1.34747578929</ns0:v>
                </ns0:pt>
                <ns0:pt idx="399">
                  <ns0:v>4.57052640127</ns0:v>
                </ns0:pt>
                <ns0:pt idx="400">
                  <ns0:v>5.29055658702</ns0:v>
                </ns0:pt>
                <ns0:pt idx="401">
                  <ns0:v>1.91074239023</ns0:v>
                </ns0:pt>
                <ns0:pt idx="402">
                  <ns0:v>-2.15736769401</ns0:v>
                </ns0:pt>
                <ns0:pt idx="403">
                  <ns0:v>-4.97950120077</ns0:v>
                </ns0:pt>
                <ns0:pt idx="404">
                  <ns0:v>-6.91209776217</ns0:v>
                </ns0:pt>
                <ns0:pt idx="405">
                  <ns0:v>-6.02202475518</ns0:v>
                </ns0:pt>
                <ns0:pt idx="406">
                  <ns0:v>-0.701629189828</ns0:v>
                </ns0:pt>
                <ns0:pt idx="407">
                  <ns0:v>3.81520440851</ns0:v>
                </ns0:pt>
                <ns0:pt idx="408">
                  <ns0:v>4.87320512554</ns0:v>
                </ns0:pt>
                <ns0:pt idx="409">
                  <ns0:v>4.85229451178</ns0:v>
                </ns0:pt>
                <ns0:pt idx="410">
                  <ns0:v>3.76005002151</ns0:v>
                </ns0:pt>
                <ns0:pt idx="411">
                  <ns0:v>1.00600808929</ns0:v>
                </ns0:pt>
                <ns0:pt idx="412">
                  <ns0:v>-3.39680606868</ns0:v>
                </ns0:pt>
                <ns0:pt idx="413">
                  <ns0:v>-6.74758784523</ns0:v>
                </ns0:pt>
                <ns0:pt idx="414">
                  <ns0:v>-5.58458240755</ns0:v>
                </ns0:pt>
                <ns0:pt idx="415">
                  <ns0:v>-2.23882287563</ns0:v>
                </ns0:pt>
                <ns0:pt idx="416">
                  <ns0:v>2.00016202633</ns0:v>
                </ns0:pt>
                <ns0:pt idx="417">
                  <ns0:v>5.21721355294</ns0:v>
                </ns0:pt>
                <ns0:pt idx="418">
                  <ns0:v>4.5618329672</ns0:v>
                </ns0:pt>
                <ns0:pt idx="419">
                  <ns0:v>1.29536815254</ns0:v>
                </ns0:pt>
                <ns0:pt idx="420">
                  <ns0:v>-1.5286532598</ns0:v>
                </ns0:pt>
                <ns0:pt idx="421">
                  <ns0:v>-4.18513590854</ns0:v>
                </ns0:pt>
                <ns0:pt idx="422">
                  <ns0:v>-6.08611444924</ns0:v>
                </ns0:pt>
                <ns0:pt idx="423">
                  <ns0:v>-4.47562712292</ns0:v>
                </ns0:pt>
                <ns0:pt idx="424">
                  <ns0:v>-0.734290017582</ns0:v>
                </ns0:pt>
                <ns0:pt idx="425">
                  <ns0:v>2.3771083628</ns0:v>
                </ns0:pt>
                <ns0:pt idx="426">
                  <ns0:v>4.93611923184</ns0:v>
                </ns0:pt>
                <ns0:pt idx="427">
                  <ns0:v>6.10381641226</ns0:v>
                </ns0:pt>
                <ns0:pt idx="428">
                  <ns0:v>4.28016478852</ns0:v>
                </ns0:pt>
                <ns0:pt idx="429">
                  <ns0:v>-0.00579421324359</ns0:v>
                </ns0:pt>
                <ns0:pt idx="430">
                  <ns0:v>-2.95665033116</ns0:v>
                </ns0:pt>
                <ns0:pt idx="431">
                  <ns0:v>-4.36394028655</ns0:v>
                </ns0:pt>
                <ns0:pt idx="432">
                  <ns0:v>-5.30228581287</ns0:v>
                </ns0:pt>
                <ns0:pt idx="433">
                  <ns0:v>-5.99981065738</ns0:v>
                </ns0:pt>
                <ns0:pt idx="434">
                  <ns0:v>-2.3737818921</ns0:v>
                </ns0:pt>
                <ns0:pt idx="435">
                  <ns0:v>3.21630011468</ns0:v>
                </ns0:pt>
                <ns0:pt idx="436">
                  <ns0:v>4.60420789209</ns0:v>
                </ns0:pt>
                <ns0:pt idx="437">
                  <ns0:v>2.85270520482</ns0:v>
                </ns0:pt>
                <ns0:pt idx="438">
                  <ns0:v>1.35990865391</ns0:v>
                </ns0:pt>
                <ns0:pt idx="439">
                  <ns0:v>-1.32593176006</ns0:v>
                </ns0:pt>
                <ns0:pt idx="440">
                  <ns0:v>-3.46720714552</ns0:v>
                </ns0:pt>
                <ns0:pt idx="441">
                  <ns0:v>-2.2325766689</ns0:v>
                </ns0:pt>
                <ns0:pt idx="442">
                  <ns0:v>-0.264484034978</ns0:v>
                </ns0:pt>
                <ns0:pt idx="443">
                  <ns0:v>0.943564368888</ns0:v>
                </ns0:pt>
                <ns0:pt idx="444">
                  <ns0:v>0.979818815687</ns0:v>
                </ns0:pt>
                <ns0:pt idx="445">
                  <ns0:v>2.31160193581</ns0:v>
                </ns0:pt>
                <ns0:pt idx="446">
                  <ns0:v>3.37333218741</ns0:v>
                </ns0:pt>
                <ns0:pt idx="447">
                  <ns0:v>2.18826996421</ns0:v>
                </ns0:pt>
                <ns0:pt idx="448">
                  <ns0:v>0.351090702967</ns0:v>
                </ns0:pt>
                <ns0:pt idx="449">
                  <ns0:v>-1.60743359942</ns0:v>
                </ns0:pt>
                <ns0:pt idx="450">
                  <ns0:v>-2.74617101772</ns0:v>
                </ns0:pt>
                <ns0:pt idx="451">
                  <ns0:v>-0.688522788712</ns0:v>
                </ns0:pt>
                <ns0:pt idx="452">
                  <ns0:v>1.52316091686</ns0:v>
                </ns0:pt>
                <ns0:pt idx="453">
                  <ns0:v>1.80013642429</ns0:v>
                </ns0:pt>
                <ns0:pt idx="454">
                  <ns0:v>1.63327172345</ns0:v>
                </ns0:pt>
                <ns0:pt idx="455">
                  <ns0:v>0.680003386271</ns0:v>
                </ns0:pt>
                <ns0:pt idx="456">
                  <ns0:v>-0.749118656669</ns0:v>
                </ns0:pt>
                <ns0:pt idx="457">
                  <ns0:v>-1.67533723907</ns0:v>
                </ns0:pt>
                <ns0:pt idx="458">
                  <ns0:v>-2.55835957422</ns0:v>
                </ns0:pt>
                <ns0:pt idx="459">
                  <ns0:v>-3.11302287181</ns0:v>
                </ns0:pt>
                <ns0:pt idx="460">
                  <ns0:v>-3.642289491</ns0:v>
                </ns0:pt>
                <ns0:pt idx="461">
                  <ns0:v>-1.46392542784</ns0:v>
                </ns0:pt>
                <ns0:pt idx="462">
                  <ns0:v>0.459333329548</ns0:v>
                </ns0:pt>
                <ns0:pt idx="463">
                  <ns0:v>-2.15849887509</ns0:v>
                </ns0:pt>
                <ns0:pt idx="464">
                  <ns0:v>-6.95779202646</ns0:v>
                </ns0:pt>
                <ns0:pt idx="465">
                  <ns0:v>-5.04184665167</ns0:v>
                </ns0:pt>
                <ns0:pt idx="466">
                  <ns0:v>-0.491696735004</ns0:v>
                </ns0:pt>
                <ns0:pt idx="467">
                  <ns0:v>3.53099688758</ns0:v>
                </ns0:pt>
                <ns0:pt idx="468">
                  <ns0:v>7.20731838972</ns0:v>
                </ns0:pt>
                <ns0:pt idx="469">
                  <ns0:v>8.38292239042</ns0:v>
                </ns0:pt>
                <ns0:pt idx="470">
                  <ns0:v>4.34174392559</ns0:v>
                </ns0:pt>
                <ns0:pt idx="471">
                  <ns0:v>-1.34346413144</ns0:v>
                </ns0:pt>
                <ns0:pt idx="472">
                  <ns0:v>-4.23329187796</ns0:v>
                </ns0:pt>
                <ns0:pt idx="473">
                  <ns0:v>-4.27054302157</ns0:v>
                </ns0:pt>
                <ns0:pt idx="474">
                  <ns0:v>-1.82656392081</ns0:v>
                </ns0:pt>
                <ns0:pt idx="475">
                  <ns0:v>2.2213540773</ns0:v>
                </ns0:pt>
                <ns0:pt idx="476">
                  <ns0:v>5.71143063473</ns0:v>
                </ns0:pt>
                <ns0:pt idx="477">
                  <ns0:v>5.83853972931</ns0:v>
                </ns0:pt>
                <ns0:pt idx="478">
                  <ns0:v>2.37426323166</ns0:v>
                </ns0:pt>
                <ns0:pt idx="479">
                  <ns0:v>-0.724481127278</ns0:v>
                </ns0:pt>
                <ns0:pt idx="480">
                  <ns0:v>-3.00369984526</ns0:v>
                </ns0:pt>
                <ns0:pt idx="481">
                  <ns0:v>-4.13523727723</ns0:v>
                </ns0:pt>
                <ns0:pt idx="482">
                  <ns0:v>-2.39116521471</ns0:v>
                </ns0:pt>
                <ns0:pt idx="483">
                  <ns0:v>1.43954935825</ns0:v>
                </ns0:pt>
                <ns0:pt idx="484">
                  <ns0:v>4.4817279825</ns0:v>
                </ns0:pt>
                <ns0:pt idx="485">
                  <ns0:v>4.58023648741</ns0:v>
                </ns0:pt>
                <ns0:pt idx="486">
                  <ns0:v>2.68007215644</ns0:v>
                </ns0:pt>
                <ns0:pt idx="487">
                  <ns0:v>0.543873051017</ns0:v>
                </ns0:pt>
                <ns0:pt idx="488">
                  <ns0:v>-1.19571508006</ns0:v>
                </ns0:pt>
                <ns0:pt idx="489">
                  <ns0:v>-1.42237052668</ns0:v>
                </ns0:pt>
                <ns0:pt idx="490">
                  <ns0:v>-0.943446338843</ns0:v>
                </ns0:pt>
                <ns0:pt idx="491">
                  <ns0:v>1.21628533327</ns0:v>
                </ns0:pt>
                <ns0:pt idx="492">
                  <ns0:v>3.30766543109</ns0:v>
                </ns0:pt>
                <ns0:pt idx="493">
                  <ns0:v>3.6583676165</ns0:v>
                </ns0:pt>
                <ns0:pt idx="494">
                  <ns0:v>2.54301743243</ns0:v>
                </ns0:pt>
                <ns0:pt idx="495">
                  <ns0:v>0.272434125476</ns0:v>
                </ns0:pt>
                <ns0:pt idx="496">
                  <ns0:v>-2.72199377687</ns0:v>
                </ns0:pt>
                <ns0:pt idx="497">
                  <ns0:v>-3.76658966352</ns0:v>
                </ns0:pt>
                <ns0:pt idx="498">
                  <ns0:v>-2.55860676071</ns0:v>
                </ns0:pt>
                <ns0:pt idx="499">
                  <ns0:v>-0.551404341909</ns0:v>
                </ns0:pt>
                <ns0:pt idx="500">
                  <ns0:v>0.0926713290488</ns0:v>
                </ns0:pt>
                <ns0:pt idx="501">
                  <ns0:v>1.25634345115</ns0:v>
                </ns0:pt>
                <ns0:pt idx="502">
                  <ns0:v>1.56119104777</ns0:v>
                </ns0:pt>
                <ns0:pt idx="503">
                  <ns0:v>-0.643142472561</ns0:v>
                </ns0:pt>
                <ns0:pt idx="504">
                  <ns0:v>-2.21202007429</ns0:v>
                </ns0:pt>
                <ns0:pt idx="505">
                  <ns0:v>-2.3645853944</ns0:v>
                </ns0:pt>
                <ns0:pt idx="506">
                  <ns0:v>-3.35397193052</ns0:v>
                </ns0:pt>
                <ns0:pt idx="507">
                  <ns0:v>-3.12075088177</ns0:v>
                </ns0:pt>
                <ns0:pt idx="508">
                  <ns0:v>0.0372127012637</ns0:v>
                </ns0:pt>
                <ns0:pt idx="509">
                  <ns0:v>3.10560136912</ns0:v>
                </ns0:pt>
                <ns0:pt idx="510">
                  <ns0:v>2.43111929187</ns0:v>
                </ns0:pt>
                <ns0:pt idx="511">
                  <ns0:v>0.399792202246</ns0:v>
                </ns0:pt>
                <ns0:pt idx="512">
                  <ns0:v>-0.559246625887</ns0:v>
                </ns0:pt>
                <ns0:pt idx="513">
                  <ns0:v>-1.53270195921</ns0:v>
                </ns0:pt>
                <ns0:pt idx="514">
                  <ns0:v>-3.4864019097</ns0:v>
                </ns0:pt>
                <ns0:pt idx="515">
                  <ns0:v>-3.05430548836</ns0:v>
                </ns0:pt>
                <ns0:pt idx="516">
                  <ns0:v>-0.681384682873</ns0:v>
                </ns0:pt>
                <ns0:pt idx="517">
                  <ns0:v>2.33198588305</ns0:v>
                </ns0:pt>
                <ns0:pt idx="518">
                  <ns0:v>4.58610607264</ns0:v>
                </ns0:pt>
                <ns0:pt idx="519">
                  <ns0:v>4.95692134453</ns0:v>
                </ns0:pt>
                <ns0:pt idx="520">
                  <ns0:v>3.21445959059</ns0:v>
                </ns0:pt>
                <ns0:pt idx="521">
                  <ns0:v>0.600399804086</ns0:v>
                </ns0:pt>
                <ns0:pt idx="522">
                  <ns0:v>-2.81271017852</ns0:v>
                </ns0:pt>
                <ns0:pt idx="523">
                  <ns0:v>-5.09712684569</ns0:v>
                </ns0:pt>
                <ns0:pt idx="524">
                  <ns0:v>-3.32346879931</ns0:v>
                </ns0:pt>
                <ns0:pt idx="525">
                  <ns0:v>0.992805320915</ns0:v>
                </ns0:pt>
                <ns0:pt idx="526">
                  <ns0:v>4.2414092343</ns0:v>
                </ns0:pt>
                <ns0:pt idx="527">
                  <ns0:v>4.95659632532</ns0:v>
                </ns0:pt>
                <ns0:pt idx="528">
                  <ns0:v>3.85075361384</ns0:v>
                </ns0:pt>
                <ns0:pt idx="529">
                  <ns0:v>1.09548630525</ns0:v>
                </ns0:pt>
                <ns0:pt idx="530">
                  <ns0:v>-3.0181500714</ns0:v>
                </ns0:pt>
                <ns0:pt idx="531">
                  <ns0:v>-5.90875495379</ns0:v>
                </ns0:pt>
                <ns0:pt idx="532">
                  <ns0:v>-5.58793720701</ns0:v>
                </ns0:pt>
                <ns0:pt idx="533">
                  <ns0:v>-2.64284552902</ns0:v>
                </ns0:pt>
                <ns0:pt idx="534">
                  <ns0:v>0.857719932576</ns0:v>
                </ns0:pt>
                <ns0:pt idx="535">
                  <ns0:v>2.98515254676</ns0:v>
                </ns0:pt>
                <ns0:pt idx="536">
                  <ns0:v>3.61868908373</ns0:v>
                </ns0:pt>
                <ns0:pt idx="537">
                  <ns0:v>1.76586203792</ns0:v>
                </ns0:pt>
                <ns0:pt idx="538">
                  <ns0:v>-2.30322134176</ns0:v>
                </ns0:pt>
                <ns0:pt idx="539">
                  <ns0:v>-4.3867927094</ns0:v>
                </ns0:pt>
                <ns0:pt idx="540">
                  <ns0:v>-2.70226945915</ns0:v>
                </ns0:pt>
                <ns0:pt idx="541">
                  <ns0:v>1.57974454346</ns0:v>
                </ns0:pt>
                <ns0:pt idx="542">
                  <ns0:v>3.45584461979</ns0:v>
                </ns0:pt>
                <ns0:pt idx="543">
                  <ns0:v>4.80845169896</ns0:v>
                </ns0:pt>
                <ns0:pt idx="544">
                  <ns0:v>4.73046587165</ns0:v>
                </ns0:pt>
                <ns0:pt idx="545">
                  <ns0:v>0.817025166865</ns0:v>
                </ns0:pt>
                <ns0:pt idx="546">
                  <ns0:v>-3.18751936613</ns0:v>
                </ns0:pt>
                <ns0:pt idx="547">
                  <ns0:v>-4.21969870266</ns0:v>
                </ns0:pt>
                <ns0:pt idx="548">
                  <ns0:v>-3.18829455126</ns0:v>
                </ns0:pt>
                <ns0:pt idx="549">
                  <ns0:v>0.0392710042349</ns0:v>
                </ns0:pt>
                <ns0:pt idx="550">
                  <ns0:v>4.50854019664</ns0:v>
                </ns0:pt>
                <ns0:pt idx="551">
                  <ns0:v>5.79906205489</ns0:v>
                </ns0:pt>
                <ns0:pt idx="552">
                  <ns0:v>4.13629254993</ns0:v>
                </ns0:pt>
                <ns0:pt idx="553">
                  <ns0:v>1.30231185165</ns0:v>
                </ns0:pt>
                <ns0:pt idx="554">
                  <ns0:v>-2.2465890487</ns0:v>
                </ns0:pt>
                <ns0:pt idx="555">
                  <ns0:v>-5.95934227967</ns0:v>
                </ns0:pt>
                <ns0:pt idx="556">
                  <ns0:v>-6.44885877019</ns0:v>
                </ns0:pt>
                <ns0:pt idx="557">
                  <ns0:v>-4.30314483897</ns0:v>
                </ns0:pt>
                <ns0:pt idx="558">
                  <ns0:v>-2.66987527729</ns0:v>
                </ns0:pt>
                <ns0:pt idx="559">
                  <ns0:v>0.723310559003</ns0:v>
                </ns0:pt>
                <ns0:pt idx="560">
                  <ns0:v>4.63715953926</ns0:v>
                </ns0:pt>
                <ns0:pt idx="561">
                  <ns0:v>4.15560556585</ns0:v>
                </ns0:pt>
                <ns0:pt idx="562">
                  <ns0:v>2.02030690821</ns0:v>
                </ns0:pt>
                <ns0:pt idx="563">
                  <ns0:v>0.551906259872</ns0:v>
                </ns0:pt>
                <ns0:pt idx="564">
                  <ns0:v>-0.959245517278</ns0:v>
                </ns0:pt>
                <ns0:pt idx="565">
                  <ns0:v>-2.42096460609</ns0:v>
                </ns0:pt>
                <ns0:pt idx="566">
                  <ns0:v>-1.74966156924</ns0:v>
                </ns0:pt>
                <ns0:pt idx="567">
                  <ns0:v>1.72192881213</ns0:v>
                </ns0:pt>
                <ns0:pt idx="568">
                  <ns0:v>5.13094669586</ns0:v>
                </ns0:pt>
                <ns0:pt idx="569">
                  <ns0:v>4.44571262009</ns0:v>
                </ns0:pt>
                <ns0:pt idx="570">
                  <ns0:v>3.11177686938</ns0:v>
                </ns0:pt>
                <ns0:pt idx="571">
                  <ns0:v>0.908001920023</ns0:v>
                </ns0:pt>
                <ns0:pt idx="572">
                  <ns0:v>-2.21127245376</ns0:v>
                </ns0:pt>
                <ns0:pt idx="573">
                  <ns0:v>-3.86996429028</ns0:v>
                </ns0:pt>
                <ns0:pt idx="574">
                  <ns0:v>-3.31965443658</ns0:v>
                </ns0:pt>
                <ns0:pt idx="575">
                  <ns0:v>-2.30653003069</ns0:v>
                </ns0:pt>
                <ns0:pt idx="576">
                  <ns0:v>-0.618576849817</ns0:v>
                </ns0:pt>
                <ns0:pt idx="577">
                  <ns0:v>2.06756192429</ns0:v>
                </ns0:pt>
                <ns0:pt idx="578">
                  <ns0:v>3.36018982752</ns0:v>
                </ns0:pt>
                <ns0:pt idx="579">
                  <ns0:v>2.13287556873</ns0:v>
                </ns0:pt>
                <ns0:pt idx="580">
                  <ns0:v>0.315057729182</ns0:v>
                </ns0:pt>
                <ns0:pt idx="581">
                  <ns0:v>-0.634202084968</ns0:v>
                </ns0:pt>
                <ns0:pt idx="582">
                  <ns0:v>-1.7466938552</ns0:v>
                </ns0:pt>
                <ns0:pt idx="583">
                  <ns0:v>-2.16097159027</ns0:v>
                </ns0:pt>
                <ns0:pt idx="584">
                  <ns0:v>-0.945847262611</ns0:v>
                </ns0:pt>
                <ns0:pt idx="585">
                  <ns0:v>0.412261886901</ns0:v>
                </ns0:pt>
                <ns0:pt idx="586">
                  <ns0:v>0.949077933311</ns0:v>
                </ns0:pt>
                <ns0:pt idx="587">
                  <ns0:v>0.810161935125</ns0:v>
                </ns0:pt>
                <ns0:pt idx="588">
                  <ns0:v>0.065393125463</ns0:v>
                </ns0:pt>
                <ns0:pt idx="589">
                  <ns0:v>-1.79186901076</ns0:v>
                </ns0:pt>
                <ns0:pt idx="590">
                  <ns0:v>-3.08469181179</ns0:v>
                </ns0:pt>
                <ns0:pt idx="591">
                  <ns0:v>-2.4905504555</ns0:v>
                </ns0:pt>
                <ns0:pt idx="592">
                  <ns0:v>-1.26446775807</ns0:v>
                </ns0:pt>
                <ns0:pt idx="593">
                  <ns0:v>-0.23236067075</ns0:v>
                </ns0:pt>
                <ns0:pt idx="594">
                  <ns0:v>0.728496830272</ns0:v>
                </ns0:pt>
                <ns0:pt idx="595">
                  <ns0:v>2.40682441269</ns0:v>
                </ns0:pt>
                <ns0:pt idx="596">
                  <ns0:v>2.99788437662</ns0:v>
                </ns0:pt>
                <ns0:pt idx="597">
                  <ns0:v>1.47993511459</ns0:v>
                </ns0:pt>
                <ns0:pt idx="598">
                  <ns0:v>-0.607045971001</ns0:v>
                </ns0:pt>
                <ns0:pt idx="599">
                  <ns0:v>0.274027887092</ns0:v>
                </ns0:pt>
                <ns0:pt idx="600">
                  <ns0:v>2.30867296836</ns0:v>
                </ns0:pt>
                <ns0:pt idx="601">
                  <ns0:v>2.04587764429</ns0:v>
                </ns0:pt>
                <ns0:pt idx="602">
                  <ns0:v>0.511364782949</ns0:v>
                </ns0:pt>
                <ns0:pt idx="603">
                  <ns0:v>-0.36377574643</ns0:v>
                </ns0:pt>
                <ns0:pt idx="604">
                  <ns0:v>0.404825203121</ns0:v>
                </ns0:pt>
                <ns0:pt idx="605">
                  <ns0:v>0.140192266075</ns0:v>
                </ns0:pt>
                <ns0:pt idx="606">
                  <ns0:v>-0.84403133278</ns0:v>
                </ns0:pt>
                <ns0:pt idx="607">
                  <ns0:v>-3.12742850094</ns0:v>
                </ns0:pt>
                <ns0:pt idx="608">
                  <ns0:v>-0.195132315614</ns0:v>
                </ns0:pt>
                <ns0:pt idx="609">
                  <ns0:v>3.56934988217</ns0:v>
                </ns0:pt>
                <ns0:pt idx="610">
                  <ns0:v>4.27321928586</ns0:v>
                </ns0:pt>
                <ns0:pt idx="611">
                  <ns0:v>3.29362129391</ns0:v>
                </ns0:pt>
                <ns0:pt idx="612">
                  <ns0:v>0.775070524188</ns0:v>
                </ns0:pt>
                <ns0:pt idx="613">
                  <ns0:v>-2.72893246807</ns0:v>
                </ns0:pt>
                <ns0:pt idx="614">
                  <ns0:v>-5.55183243447</ns0:v>
                </ns0:pt>
                <ns0:pt idx="615">
                  <ns0:v>-6.56938915583</ns0:v>
                </ns0:pt>
                <ns0:pt idx="616">
                  <ns0:v>-5.13250787068</ns0:v>
                </ns0:pt>
                <ns0:pt idx="617">
                  <ns0:v>-4.17435305549</ns0:v>
                </ns0:pt>
                <ns0:pt idx="618">
                  <ns0:v>-3.29424177949</ns0:v>
                </ns0:pt>
                <ns0:pt idx="619">
                  <ns0:v>-0.204711732839</ns0:v>
                </ns0:pt>
                <ns0:pt idx="620">
                  <ns0:v>2.9531277638</ns0:v>
                </ns0:pt>
                <ns0:pt idx="621">
                  <ns0:v>3.38056432739</ns0:v>
                </ns0:pt>
                <ns0:pt idx="622">
                  <ns0:v>2.87938620436</ns0:v>
                </ns0:pt>
                <ns0:pt idx="623">
                  <ns0:v>2.6020770934</ns0:v>
                </ns0:pt>
                <ns0:pt idx="624">
                  <ns0:v>0.433303709129</ns0:v>
                </ns0:pt>
                <ns0:pt idx="625">
                  <ns0:v>-1.31280440512</ns0:v>
                </ns0:pt>
                <ns0:pt idx="626">
                  <ns0:v>-0.46448585689</ns0:v>
                </ns0:pt>
                <ns0:pt idx="627">
                  <ns0:v>2.12800159536</ns0:v>
                </ns0:pt>
                <ns0:pt idx="628">
                  <ns0:v>6.15708116995</ns0:v>
                </ns0:pt>
                <ns0:pt idx="629">
                  <ns0:v>6.64827346303</ns0:v>
                </ns0:pt>
                <ns0:pt idx="630">
                  <ns0:v>3.12093818217</ns0:v>
                </ns0:pt>
                <ns0:pt idx="631">
                  <ns0:v>1.06180384775</ns0:v>
                </ns0:pt>
                <ns0:pt idx="632">
                  <ns0:v>2.52614411348</ns0:v>
                </ns0:pt>
                <ns0:pt idx="633">
                  <ns0:v>1.30600196297</ns0:v>
                </ns0:pt>
                <ns0:pt idx="634">
                  <ns0:v>-1.91694730726</ns0:v>
                </ns0:pt>
                <ns0:pt idx="635">
                  <ns0:v>-4.70731077311</ns0:v>
                </ns0:pt>
                <ns0:pt idx="636">
                  <ns0:v>-5.12949387944</ns0:v>
                </ns0:pt>
                <ns0:pt idx="637">
                  <ns0:v>-3.32716360796</ns0:v>
                </ns0:pt>
                <ns0:pt idx="638">
                  <ns0:v>-1.18251906493</ns0:v>
                </ns0:pt>
                <ns0:pt idx="639">
                  <ns0:v>0.665003586409</ns0:v>
                </ns0:pt>
                <ns0:pt idx="640">
                  <ns0:v>3.40295936672</ns0:v>
                </ns0:pt>
                <ns0:pt idx="641">
                  <ns0:v>4.52477806349</ns0:v>
                </ns0:pt>
                <ns0:pt idx="642">
                  <ns0:v>2.67177873059</ns0:v>
                </ns0:pt>
                <ns0:pt idx="643">
                  <ns0:v>-1.14963648432</ns0:v>
                </ns0:pt>
                <ns0:pt idx="644">
                  <ns0:v>-3.6342343737</ns0:v>
                </ns0:pt>
                <ns0:pt idx="645">
                  <ns0:v>-2.5941001246</ns0:v>
                </ns0:pt>
                <ns0:pt idx="646">
                  <ns0:v>-0.578661528616</ns0:v>
                </ns0:pt>
                <ns0:pt idx="647">
                  <ns0:v>0.176220450283</ns0:v>
                </ns0:pt>
                <ns0:pt idx="648">
                  <ns0:v>1.12597607438</ns0:v>
                </ns0:pt>
                <ns0:pt idx="649">
                  <ns0:v>2.39165859237</ns0:v>
                </ns0:pt>
                <ns0:pt idx="650">
                  <ns0:v>2.35171918901</ns0:v>
                </ns0:pt>
                <ns0:pt idx="651">
                  <ns0:v>1.12294491084</ns0:v>
                </ns0:pt>
                <ns0:pt idx="652">
                  <ns0:v>-2.77641092371</ns0:v>
                </ns0:pt>
                <ns0:pt idx="653">
                  <ns0:v>-8.58728609954</ns0:v>
                </ns0:pt>
                <ns0:pt idx="654">
                  <ns0:v>-8.73988323487</ns0:v>
                </ns0:pt>
                <ns0:pt idx="655">
                  <ns0:v>-4.32039758665</ns0:v>
                </ns0:pt>
                <ns0:pt idx="656">
                  <ns0:v>0.41312875205</ns0:v>
                </ns0:pt>
                <ns0:pt idx="657">
                  <ns0:v>6.54081565709</ns0:v>
                </ns0:pt>
                <ns0:pt idx="658">
                  <ns0:v>9.92671044642</ns0:v>
                </ns0:pt>
                <ns0:pt idx="659">
                  <ns0:v>7.49972920248</ns0:v>
                </ns0:pt>
                <ns0:pt idx="660">
                  <ns0:v>1.65501082378</ns0:v>
                </ns0:pt>
                <ns0:pt idx="661">
                  <ns0:v>-3.71852817068</ns0:v>
                </ns0:pt>
                <ns0:pt idx="662">
                  <ns0:v>-7.89207323559</ns0:v>
                </ns0:pt>
                <ns0:pt idx="663">
                  <ns0:v>-11.20368535</ns0:v>
                </ns0:pt>
                <ns0:pt idx="664">
                  <ns0:v>-8.58946240664</ns0:v>
                </ns0:pt>
                <ns0:pt idx="665">
                  <ns0:v>-0.971189162383</ns0:v>
                </ns0:pt>
                <ns0:pt idx="666">
                  <ns0:v>4.89016395801</ns0:v>
                </ns0:pt>
                <ns0:pt idx="667">
                  <ns0:v>7.99138465977</ns0:v>
                </ns0:pt>
                <ns0:pt idx="668">
                  <ns0:v>8.32344710008</ns0:v>
                </ns0:pt>
                <ns0:pt idx="669">
                  <ns0:v>5.25449959188</ns0:v>
                </ns0:pt>
                <ns0:pt idx="670">
                  <ns0:v>-1.21762308407</ns0:v>
                </ns0:pt>
                <ns0:pt idx="671">
                  <ns0:v>-7.32499498243</ns0:v>
                </ns0:pt>
                <ns0:pt idx="672">
                  <ns0:v>-8.92135782874</ns0:v>
                </ns0:pt>
                <ns0:pt idx="673">
                  <ns0:v>-5.47629570695</ns0:v>
                </ns0:pt>
                <ns0:pt idx="674">
                  <ns0:v>1.88770653415</ns0:v>
                </ns0:pt>
                <ns0:pt idx="675">
                  <ns0:v>6.12688589782</ns0:v>
                </ns0:pt>
                <ns0:pt idx="676">
                  <ns0:v>8.78743006694</ns0:v>
                </ns0:pt>
                <ns0:pt idx="677">
                  <ns0:v>8.12743582376</ns0:v>
                </ns0:pt>
                <ns0:pt idx="678">
                  <ns0:v>2.46995176638</ns0:v>
                </ns0:pt>
                <ns0:pt idx="679">
                  <ns0:v>-3.98236788261</ns0:v>
                </ns0:pt>
                <ns0:pt idx="680">
                  <ns0:v>-6.69228912744</ns0:v>
                </ns0:pt>
                <ns0:pt idx="681">
                  <ns0:v>-6.74901006131</ns0:v>
                </ns0:pt>
                <ns0:pt idx="682">
                  <ns0:v>-4.4727855513</ns0:v>
                </ns0:pt>
                <ns0:pt idx="683">
                  <ns0:v>0.833479795714</ns0:v>
                </ns0:pt>
                <ns0:pt idx="684">
                  <ns0:v>5.7671000971</ns0:v>
                </ns0:pt>
                <ns0:pt idx="685">
                  <ns0:v>7.32711295863</ns0:v>
                </ns0:pt>
                <ns0:pt idx="686">
                  <ns0:v>5.43587169418</ns0:v>
                </ns0:pt>
                <ns0:pt idx="687">
                  <ns0:v>2.26306457497</ns0:v>
                </ns0:pt>
                <ns0:pt idx="688">
                  <ns0:v>-2.55174058206</ns0:v>
                </ns0:pt>
                <ns0:pt idx="689">
                  <ns0:v>-6.4455479336</ns0:v>
                </ns0:pt>
                <ns0:pt idx="690">
                  <ns0:v>-6.47769160207</ns0:v>
                </ns0:pt>
                <ns0:pt idx="691">
                  <ns0:v>-3.51266029733</ns0:v>
                </ns0:pt>
                <ns0:pt idx="692">
                  <ns0:v>0.363858146528</ns0:v>
                </ns0:pt>
                <ns0:pt idx="693">
                  <ns0:v>3.47094238143</ns0:v>
                </ns0:pt>
                <ns0:pt idx="694">
                  <ns0:v>3.82865773299</ns0:v>
                </ns0:pt>
                <ns0:pt idx="695">
                  <ns0:v>0.49679944461</ns0:v>
                </ns0:pt>
                <ns0:pt idx="696">
                  <ns0:v>-3.69702481093</ns0:v>
                </ns0:pt>
                <ns0:pt idx="697">
                  <ns0:v>-5.86092292213</ns0:v>
                </ns0:pt>
                <ns0:pt idx="698">
                  <ns0:v>-6.82118786377</ns0:v>
                </ns0:pt>
                <ns0:pt idx="699">
                  <ns0:v>-5.12300514378</ns0:v>
                </ns0:pt>
                <ns0:pt idx="700">
                  <ns0:v>-0.697094862007</ns0:v>
                </ns0:pt>
                <ns0:pt idx="701">
                  <ns0:v>2.48299445305</ns0:v>
                </ns0:pt>
                <ns0:pt idx="702">
                  <ns0:v>3.36548218179</ns0:v>
                </ns0:pt>
                <ns0:pt idx="703">
                  <ns0:v>2.78329758105</ns0:v>
                </ns0:pt>
                <ns0:pt idx="704">
                  <ns0:v>0.924727092073</ns0:v>
                </ns0:pt>
                <ns0:pt idx="705">
                  <ns0:v>-2.71823406335</ns0:v>
                </ns0:pt>
                <ns0:pt idx="706">
                  <ns0:v>-5.37000442013</ns0:v>
                </ns0:pt>
                <ns0:pt idx="707">
                  <ns0:v>-5.28618489323</ns0:v>
                </ns0:pt>
                <ns0:pt idx="708">
                  <ns0:v>-2.77639920779</ns0:v>
                </ns0:pt>
                <ns0:pt idx="709">
                  <ns0:v>0.826620814024</ns0:v>
                </ns0:pt>
                <ns0:pt idx="710">
                  <ns0:v>3.60747674198</ns0:v>
                </ns0:pt>
                <ns0:pt idx="711">
                  <ns0:v>2.88115918469</ns0:v>
                </ns0:pt>
                <ns0:pt idx="712">
                  <ns0:v>0.116861780848</ns0:v>
                </ns0:pt>
                <ns0:pt idx="713">
                  <ns0:v>-2.10126341495</ns0:v>
                </ns0:pt>
                <ns0:pt idx="714">
                  <ns0:v>-4.24744223442</ns0:v>
                </ns0:pt>
                <ns0:pt idx="715">
                  <ns0:v>-4.95636466134</ns0:v>
                </ns0:pt>
                <ns0:pt idx="716">
                  <ns0:v>-3.64900024022</ns0:v>
                </ns0:pt>
                <ns0:pt idx="717">
                  <ns0:v>-1.48732106154</ns0:v>
                </ns0:pt>
                <ns0:pt idx="718">
                  <ns0:v>0.683630348755</ns0:v>
                </ns0:pt>
                <ns0:pt idx="719">
                  <ns0:v>3.23038269322</ns0:v>
                </ns0:pt>
                <ns0:pt idx="720">
                  <ns0:v>4.7763119198</ns0:v>
                </ns0:pt>
                <ns0:pt idx="721">
                  <ns0:v>3.35233351958</ns0:v>
                </ns0:pt>
                <ns0:pt idx="722">
                  <ns0:v>-0.491377001433</ns0:v>
                </ns0:pt>
                <ns0:pt idx="723">
                  <ns0:v>-3.65025672308</ns0:v>
                </ns0:pt>
                <ns0:pt idx="724">
                  <ns0:v>-4.63493361592</ns0:v>
                </ns0:pt>
                <ns0:pt idx="725">
                  <ns0:v>-3.73240584155</ns0:v>
                </ns0:pt>
                <ns0:pt idx="726">
                  <ns0:v>-1.55831683802</ns0:v>
                </ns0:pt>
                <ns0:pt idx="727">
                  <ns0:v>0.756654789573</ns0:v>
                </ns0:pt>
                <ns0:pt idx="728">
                  <ns0:v>1.48983437969</ns0:v>
                </ns0:pt>
                <ns0:pt idx="729">
                  <ns0:v>0.996714313232</ns0:v>
                </ns0:pt>
                <ns0:pt idx="730">
                  <ns0:v>0.352622591277</ns0:v>
                </ns0:pt>
                <ns0:pt idx="731">
                  <ns0:v>-0.321671771292</ns0:v>
                </ns0:pt>
                <ns0:pt idx="732">
                  <ns0:v>-1.67098612564</ns0:v>
                </ns0:pt>
                <ns0:pt idx="733">
                  <ns0:v>-2.92562546569</ns0:v>
                </ns0:pt>
                <ns0:pt idx="734">
                  <ns0:v>-2.58967740765</ns0:v>
                </ns0:pt>
                <ns0:pt idx="735">
                  <ns0:v>-1.05209756011</ns0:v>
                </ns0:pt>
                <ns0:pt idx="736">
                  <ns0:v>0.753110504466</ns0:v>
                </ns0:pt>
                <ns0:pt idx="737">
                  <ns0:v>2.25328102016</ns0:v>
                </ns0:pt>
                <ns0:pt idx="738">
                  <ns0:v>2.0337241883</ns0:v>
                </ns0:pt>
                <ns0:pt idx="739">
                  <ns0:v>-0.0222377552662</ns0:v>
                </ns0:pt>
                <ns0:pt idx="740">
                  <ns0:v>-1.64972798007</ns0:v>
                </ns0:pt>
                <ns0:pt idx="741">
                  <ns0:v>-1.22114038369</ns0:v>
                </ns0:pt>
                <ns0:pt idx="742">
                  <ns0:v>-0.363926067098</ns0:v>
                </ns0:pt>
                <ns0:pt idx="743">
                  <ns0:v>0.333656564081</ns0:v>
                </ns0:pt>
                <ns0:pt idx="744">
                  <ns0:v>0.161331286214</ns0:v>
                </ns0:pt>
                <ns0:pt idx="745">
                  <ns0:v>-0.115119498812</ns0:v>
                </ns0:pt>
                <ns0:pt idx="746">
                  <ns0:v>-0.612309240349</ns0:v>
                </ns0:pt>
                <ns0:pt idx="747">
                  <ns0:v>0.177322181288</ns0:v>
                </ns0:pt>
                <ns0:pt idx="748">
                  <ns0:v>1.59482821923</ns0:v>
                </ns0:pt>
                <ns0:pt idx="749">
                  <ns0:v>1.59326625074</ns0:v>
                </ns0:pt>
                <ns0:pt idx="750">
                  <ns0:v>1.45097095848</ns0:v>
                </ns0:pt>
                <ns0:pt idx="751">
                  <ns0:v>3.12337554123</ns0:v>
                </ns0:pt>
                <ns0:pt idx="752">
                  <ns0:v>4.75136948368</ns0:v>
                </ns0:pt>
                <ns0:pt idx="753">
                  <ns0:v>1.93600645813</ns0:v>
                </ns0:pt>
                <ns0:pt idx="754">
                  <ns0:v>-0.412216760948</ns0:v>
                </ns0:pt>
                <ns0:pt idx="755">
                  <ns0:v>-1.65092279793</ns0:v>
                </ns0:pt>
                <ns0:pt idx="756">
                  <ns0:v>-3.74234603024</ns0:v>
                </ns0:pt>
                <ns0:pt idx="757">
                  <ns0:v>-4.2929426922</ns0:v>
                </ns0:pt>
                <ns0:pt idx="758">
                  <ns0:v>-2.01659129253</ns0:v>
                </ns0:pt>
                <ns0:pt idx="759">
                  <ns0:v>0.539700880309</ns0:v>
                </ns0:pt>
                <ns0:pt idx="760">
                  <ns0:v>2.15909585836</ns0:v>
                </ns0:pt>
                <ns0:pt idx="761">
                  <ns0:v>3.11987739499</ns0:v>
                </ns0:pt>
                <ns0:pt idx="762">
                  <ns0:v>2.11056858244</ns0:v>
                </ns0:pt>
                <ns0:pt idx="763">
                  <ns0:v>-1.22000514415</ns0:v>
                </ns0:pt>
                <ns0:pt idx="764">
                  <ns0:v>-3.35236000732</ns0:v>
                </ns0:pt>
                <ns0:pt idx="765">
                  <ns0:v>-3.49997891603</ns0:v>
                </ns0:pt>
                <ns0:pt idx="766">
                  <ns0:v>-1.80824518223</ns0:v>
                </ns0:pt>
                <ns0:pt idx="767">
                  <ns0:v>1.88807050679</ns0:v>
                </ns0:pt>
                <ns0:pt idx="768">
                  <ns0:v>4.31984077372</ns0:v>
                </ns0:pt>
                <ns0:pt idx="769">
                  <ns0:v>3.49096458903</ns0:v>
                </ns0:pt>
                <ns0:pt idx="770">
                  <ns0:v>1.51936458702</ns0:v>
                </ns0:pt>
                <ns0:pt idx="771">
                  <ns0:v>-0.247101165471</ns0:v>
                </ns0:pt>
                <ns0:pt idx="772">
                  <ns0:v>-1.59260162254</ns0:v>
                </ns0:pt>
                <ns0:pt idx="773">
                  <ns0:v>-1.80672260894</ns0:v>
                </ns0:pt>
                <ns0:pt idx="774">
                  <ns0:v>-0.0680862022086</ns0:v>
                </ns0:pt>
                <ns0:pt idx="775">
                  <ns0:v>1.03404029248</ns0:v>
                </ns0:pt>
                <ns0:pt idx="776">
                  <ns0:v>1.44329816257</ns0:v>
                </ns0:pt>
                <ns0:pt idx="777">
                  <ns0:v>2.37749425337</ns0:v>
                </ns0:pt>
                <ns0:pt idx="778">
                  <ns0:v>1.60490563718</ns0:v>
                </ns0:pt>
                <ns0:pt idx="779">
                  <ns0:v>-0.0683860504968</ns0:v>
                </ns0:pt>
                <ns0:pt idx="780">
                  <ns0:v>-0.211683814097</ns0:v>
                </ns0:pt>
                <ns0:pt idx="781">
                  <ns0:v>0.245541489371</ns0:v>
                </ns0:pt>
                <ns0:pt idx="782">
                  <ns0:v>-1.43821309449</ns0:v>
                </ns0:pt>
                <ns0:pt idx="783">
                  <ns0:v>-2.19041399613</ns0:v>
                </ns0:pt>
                <ns0:pt idx="784">
                  <ns0:v>-0.462199388012</ns0:v>
                </ns0:pt>
                <ns0:pt idx="785">
                  <ns0:v>-0.109261742069</ns0:v>
                </ns0:pt>
                <ns0:pt idx="786">
                  <ns0:v>-0.678995550763</ns0:v>
                </ns0:pt>
                <ns0:pt idx="787">
                  <ns0:v>0.473189742861</ns0:v>
                </ns0:pt>
                <ns0:pt idx="788">
                  <ns0:v>1.36045522949</ns0:v>
                </ns0:pt>
                <ns0:pt idx="789">
                  <ns0:v>1.30363467918</ns0:v>
                </ns0:pt>
                <ns0:pt idx="790">
                  <ns0:v>1.45196846539</ns0:v>
                </ns0:pt>
                <ns0:pt idx="791">
                  <ns0:v>1.87700315391</ns0:v>
                </ns0:pt>
                <ns0:pt idx="792">
                  <ns0:v>1.39054728775</ns0:v>
                </ns0:pt>
                <ns0:pt idx="793">
                  <ns0:v>0.413500570691</ns0:v>
                </ns0:pt>
                <ns0:pt idx="794">
                  <ns0:v>-0.582927621594</ns0:v>
                </ns0:pt>
                <ns0:pt idx="795">
                  <ns0:v>-1.95103003209</ns0:v>
                </ns0:pt>
                <ns0:pt idx="796">
                  <ns0:v>-2.62555425338</ns0:v>
                </ns0:pt>
                <ns0:pt idx="797">
                  <ns0:v>-1.52952798678</ns0:v>
                </ns0:pt>
                <ns0:pt idx="798">
                  <ns0:v>-0.166716038673</ns0:v>
                </ns0:pt>
                <ns0:pt idx="799">
                  <ns0:v>0.330623721068</ns0:v>
                </ns0:pt>
                <ns0:pt idx="800">
                  <ns0:v>0.604914511528</ns0:v>
                </ns0:pt>
                <ns0:pt idx="801">
                  <ns0:v>0.222119431947</ns0:v>
                </ns0:pt>
                <ns0:pt idx="802">
                  <ns0:v>-0.825583148816</ns0:v>
                </ns0:pt>
                <ns0:pt idx="803">
                  <ns0:v>-1.37342329739</ns0:v>
                </ns0:pt>
                <ns0:pt idx="804">
                  <ns0:v>-1.0291944997</ns0:v>
                </ns0:pt>
                <ns0:pt idx="805">
                  <ns0:v>-0.790459795325</ns0:v>
                </ns0:pt>
                <ns0:pt idx="806">
                  <ns0:v>1.12618318134</ns0:v>
                </ns0:pt>
                <ns0:pt idx="807">
                  <ns0:v>3.41204374731</ns0:v>
                </ns0:pt>
                <ns0:pt idx="808">
                  <ns0:v>3.84348942213</ns0:v>
                </ns0:pt>
                <ns0:pt idx="809">
                  <ns0:v>2.28824067975</ns0:v>
                </ns0:pt>
                <ns0:pt idx="810">
                  <ns0:v>-0.576037940631</ns0:v>
                </ns0:pt>
                <ns0:pt idx="811">
                  <ns0:v>-2.62999835378</ns0:v>
                </ns0:pt>
                <ns0:pt idx="812">
                  <ns0:v>-2.41318124416</ns0:v>
                </ns0:pt>
                <ns0:pt idx="813">
                  <ns0:v>-1.82802816555</ns0:v>
                </ns0:pt>
                <ns0:pt idx="814">
                  <ns0:v>-1.44426546602</ns0:v>
                </ns0:pt>
                <ns0:pt idx="815">
                  <ns0:v>-0.207907900631</ns0:v>
                </ns0:pt>
                <ns0:pt idx="816">
                  <ns0:v>1.64902241993</ns0:v>
                </ns0:pt>
                <ns0:pt idx="817">
                  <ns0:v>1.60654658019</ns0:v>
                </ns0:pt>
                <ns0:pt idx="818">
                  <ns0:v>-0.0793874937386</ns0:v>
                </ns0:pt>
                <ns0:pt idx="819">
                  <ns0:v>-0.969346569192</ns0:v>
                </ns0:pt>
                <ns0:pt idx="820">
                  <ns0:v>-1.83642140903</ns0:v>
                </ns0:pt>
                <ns0:pt idx="821">
                  <ns0:v>-1.68606179329</ns0:v>
                </ns0:pt>
                <ns0:pt idx="822">
                  <ns0:v>-1.06461998856</ns0:v>
                </ns0:pt>
                <ns0:pt idx="823">
                  <ns0:v>0.029338141053</ns0:v>
                </ns0:pt>
                <ns0:pt idx="824">
                  <ns0:v>1.42862385247</ns0:v>
                </ns0:pt>
                <ns0:pt idx="825">
                  <ns0:v>2.24128707017</ns0:v>
                </ns0:pt>
                <ns0:pt idx="826">
                  <ns0:v>0.936542801639</ns0:v>
                </ns0:pt>
                <ns0:pt idx="827">
                  <ns0:v>-1.28478923957</ns0:v>
                </ns0:pt>
                <ns0:pt idx="828">
                  <ns0:v>-2.0005910257</ns0:v>
                </ns0:pt>
                <ns0:pt idx="829">
                  <ns0:v>-2.11907111161</ns0:v>
                </ns0:pt>
                <ns0:pt idx="830">
                  <ns0:v>-1.88169648913</ns0:v>
                </ns0:pt>
                <ns0:pt idx="831">
                  <ns0:v>-0.0966696725786</ns0:v>
                </ns0:pt>
                <ns0:pt idx="832">
                  <ns0:v>1.01004562883</ns0:v>
                </ns0:pt>
                <ns0:pt idx="833">
                  <ns0:v>0.177230163945</ns0:v>
                </ns0:pt>
                <ns0:pt idx="834">
                  <ns0:v>-2.29357087378</ns0:v>
                </ns0:pt>
                <ns0:pt idx="835">
                  <ns0:v>-2.40910410652</ns0:v>
                </ns0:pt>
                <ns0:pt idx="836">
                  <ns0:v>-1.47614979684</ns0:v>
                </ns0:pt>
                <ns0:pt idx="837">
                  <ns0:v>-2.0219184672</ns0:v>
                </ns0:pt>
                <ns0:pt idx="838">
                  <ns0:v>-2.0352342464</ns0:v>
                </ns0:pt>
                <ns0:pt idx="839">
                  <ns0:v>3.48756749874</ns0:v>
                </ns0:pt>
                <ns0:pt idx="840">
                  <ns0:v>8.994473104</ns0:v>
                </ns0:pt>
                <ns0:pt idx="841">
                  <ns0:v>15.4043838111</ns0:v>
                </ns0:pt>
                <ns0:pt idx="842">
                  <ns0:v>21.979349208</ns0:v>
                </ns0:pt>
                <ns0:pt idx="843">
                  <ns0:v>19.6062046918</ns0:v>
                </ns0:pt>
                <ns0:pt idx="844">
                  <ns0:v>4.86684744353</ns0:v>
                </ns0:pt>
                <ns0:pt idx="845">
                  <ns0:v>-14.876730217</ns0:v>
                </ns0:pt>
                <ns0:pt idx="846">
                  <ns0:v>-35.514903497</ns0:v>
                </ns0:pt>
                <ns0:pt idx="847">
                  <ns0:v>-45.5655653178</ns0:v>
                </ns0:pt>
                <ns0:pt idx="848">
                  <ns0:v>-29.4432216599</ns0:v>
                </ns0:pt>
                <ns0:pt idx="849">
                  <ns0:v>2.49649744602</ns0:v>
                </ns0:pt>
                <ns0:pt idx="850">
                  <ns0:v>30.9750279103</ns0:v>
                </ns0:pt>
                <ns0:pt idx="851">
                  <ns0:v>44.6127308934</ns0:v>
                </ns0:pt>
                <ns0:pt idx="852">
                  <ns0:v>38.4094528791</ns0:v>
                </ns0:pt>
                <ns0:pt idx="853">
                  <ns0:v>12.5002356017</ns0:v>
                </ns0:pt>
                <ns0:pt idx="854">
                  <ns0:v>-20.61976542</ns0:v>
                </ns0:pt>
                <ns0:pt idx="855">
                  <ns0:v>-44.5361135578</ns0:v>
                </ns0:pt>
                <ns0:pt idx="856">
                  <ns0:v>-49.1726616652</ns0:v>
                </ns0:pt>
                <ns0:pt idx="857">
                  <ns0:v>-31.8816766845</ns0:v>
                </ns0:pt>
                <ns0:pt idx="858">
                  <ns0:v>0.223740531267</ns0:v>
                </ns0:pt>
                <ns0:pt idx="859">
                  <ns0:v>32.9837022875</ns0:v>
                </ns0:pt>
                <ns0:pt idx="860">
                  <ns0:v>49.25034696</ns0:v>
                </ns0:pt>
                <ns0:pt idx="861">
                  <ns0:v>41.0211179509</ns0:v>
                </ns0:pt>
                <ns0:pt idx="862">
                  <ns0:v>13.3028462511</ns0:v>
                </ns0:pt>
                <ns0:pt idx="863">
                  <ns0:v>-18.0859779582</ns0:v>
                </ns0:pt>
                <ns0:pt idx="864">
                  <ns0:v>-37.8848991133</ns0:v>
                </ns0:pt>
                <ns0:pt idx="865">
                  <ns0:v>-38.7210321869</ns0:v>
                </ns0:pt>
                <ns0:pt idx="866">
                  <ns0:v>-21.8261264424</ns0:v>
                </ns0:pt>
                <ns0:pt idx="867">
                  <ns0:v>4.1352749515</ns0:v>
                </ns0:pt>
                <ns0:pt idx="868">
                  <ns0:v>26.0437706849</ns0:v>
                </ns0:pt>
                <ns0:pt idx="869">
                  <ns0:v>34.7667336106</ns0:v>
                </ns0:pt>
                <ns0:pt idx="870">
                  <ns0:v>26.6641589203</ns0:v>
                </ns0:pt>
                <ns0:pt idx="871">
                  <ns0:v>5.55572616444</ns0:v>
                </ns0:pt>
                <ns0:pt idx="872">
                  <ns0:v>-17.1794443574</ns0:v>
                </ns0:pt>
                <ns0:pt idx="873">
                  <ns0:v>-30.462858706</ns0:v>
                </ns0:pt>
                <ns0:pt idx="874">
                  <ns0:v>-28.9564498859</ns0:v>
                </ns0:pt>
                <ns0:pt idx="875">
                  <ns0:v>-14.9660992868</ns0:v>
                </ns0:pt>
                <ns0:pt idx="876">
                  <ns0:v>5.71002275391</ns0:v>
                </ns0:pt>
                <ns0:pt idx="877">
                  <ns0:v>22.1512794331</ns0:v>
                </ns0:pt>
                <ns0:pt idx="878">
                  <ns0:v>26.1133538011</ns0:v>
                </ns0:pt>
                <ns0:pt idx="879">
                  <ns0:v>18.15200314</ns0:v>
                </ns0:pt>
                <ns0:pt idx="880">
                  <ns0:v>2.19105986041</ns0:v>
                </ns0:pt>
                <ns0:pt idx="881">
                  <ns0:v>-15.6152334682</ns0:v>
                </ns0:pt>
                <ns0:pt idx="882">
                  <ns0:v>-22.9641365788</ns0:v>
                </ns0:pt>
                <ns0:pt idx="883">
                  <ns0:v>-17.2123054455</ns0:v>
                </ns0:pt>
                <ns0:pt idx="884">
                  <ns0:v>-2.57873615092</ns0:v>
                </ns0:pt>
                <ns0:pt idx="885">
                  <ns0:v>13.8020175221</ns0:v>
                </ns0:pt>
                <ns0:pt idx="886">
                  <ns0:v>23.1192955503</ns0:v>
                </ns0:pt>
                <ns0:pt idx="887">
                  <ns0:v>20.2449038854</ns0:v>
                </ns0:pt>
                <ns0:pt idx="888">
                  <ns0:v>9.44046017547</ns0:v>
                </ns0:pt>
                <ns0:pt idx="889">
                  <ns0:v>-4.075035275</ns0:v>
                </ns0:pt>
                <ns0:pt idx="890">
                  <ns0:v>-16.2677566711</ns0:v>
                </ns0:pt>
                <ns0:pt idx="891">
                  <ns0:v>-20.6016890798</ns0:v>
                </ns0:pt>
                <ns0:pt idx="892">
                  <ns0:v>-13.5633633417</ns0:v>
                </ns0:pt>
                <ns0:pt idx="893">
                  <ns0:v>-1.19801881058</ns0:v>
                </ns0:pt>
                <ns0:pt idx="894">
                  <ns0:v>10.4434781336</ns0:v>
                </ns0:pt>
                <ns0:pt idx="895">
                  <ns0:v>18.0836294331</ns0:v>
                </ns0:pt>
                <ns0:pt idx="896">
                  <ns0:v>17.9666847874</ns0:v>
                </ns0:pt>
                <ns0:pt idx="897">
                  <ns0:v>9.1709072956</ns0:v>
                </ns0:pt>
                <ns0:pt idx="898">
                  <ns0:v>-2.26315278172</ns0:v>
                </ns0:pt>
                <ns0:pt idx="899">
                  <ns0:v>-11.3142895463</ns0:v>
                </ns0:pt>
                <ns0:pt idx="900">
                  <ns0:v>-16.0877468527</ns0:v>
                </ns0:pt>
                <ns0:pt idx="901">
                  <ns0:v>-11.5027639078</ns0:v>
                </ns0:pt>
                <ns0:pt idx="902">
                  <ns0:v>2.29187446815</ns0:v>
                </ns0:pt>
                <ns0:pt idx="903">
                  <ns0:v>11.9055955207</ns0:v>
                </ns0:pt>
                <ns0:pt idx="904">
                  <ns0:v>14.4145793689</ns0:v>
                </ns0:pt>
                <ns0:pt idx="905">
                  <ns0:v>12.1437434672</ns0:v>
                </ns0:pt>
                <ns0:pt idx="906">
                  <ns0:v>5.06206839621</ns0:v>
                </ns0:pt>
                <ns0:pt idx="907">
                  <ns0:v>-5.64980650867</ns0:v>
                </ns0:pt>
                <ns0:pt idx="908">
                  <ns0:v>-12.3037242528</ns0:v>
                </ns0:pt>
                <ns0:pt idx="909">
                  <ns0:v>-10.843276884</ns0:v>
                </ns0:pt>
                <ns0:pt idx="910">
                  <ns0:v>-4.71375965863</ns0:v>
                </ns0:pt>
                <ns0:pt idx="911">
                  <ns0:v>4.34978392724</ns0:v>
                </ns0:pt>
                <ns0:pt idx="912">
                  <ns0:v>11.6285993132</ns0:v>
                </ns0:pt>
                <ns0:pt idx="913">
                  <ns0:v>11.6229678079</ns0:v>
                </ns0:pt>
                <ns0:pt idx="914">
                  <ns0:v>5.77099229262</ns0:v>
                </ns0:pt>
                <ns0:pt idx="915">
                  <ns0:v>-1.22945144878</ns0:v>
                </ns0:pt>
                <ns0:pt idx="916">
                  <ns0:v>-6.15531246617</ns0:v>
                </ns0:pt>
                <ns0:pt idx="917">
                  <ns0:v>-7.80004108206</ns0:v>
                </ns0:pt>
                <ns0:pt idx="918">
                  <ns0:v>-4.8356164301</ns0:v>
                </ns0:pt>
                <ns0:pt idx="919">
                  <ns0:v>1.10621901261</ns0:v>
                </ns0:pt>
                <ns0:pt idx="920">
                  <ns0:v>5.50398974941</ns0:v>
                </ns0:pt>
                <ns0:pt idx="921">
                  <ns0:v>6.50285552774</ns0:v>
                </ns0:pt>
                <ns0:pt idx="922">
                  <ns0:v>4.17717366269</ns0:v>
                </ns0:pt>
                <ns0:pt idx="923">
                  <ns0:v>0.812530254384</ns0:v>
                </ns0:pt>
                <ns0:pt idx="924">
                  <ns0:v>-3.81543892078</ns0:v>
                </ns0:pt>
                <ns0:pt idx="925">
                  <ns0:v>-7.2855154196</ns0:v>
                </ns0:pt>
                <ns0:pt idx="926">
                  <ns0:v>-6.62699306516</ns0:v>
                </ns0:pt>
                <ns0:pt idx="927">
                  <ns0:v>-1.99414347195</ns0:v>
                </ns0:pt>
                <ns0:pt idx="928">
                  <ns0:v>2.3609946786</ns0:v>
                </ns0:pt>
                <ns0:pt idx="929">
                  <ns0:v>4.4830949959</ns0:v>
                </ns0:pt>
                <ns0:pt idx="930">
                  <ns0:v>4.56227242831</ns0:v>
                </ns0:pt>
                <ns0:pt idx="931">
                  <ns0:v>4.03160715019</ns0:v>
                </ns0:pt>
                <ns0:pt idx="932">
                  <ns0:v>1.73437187376</ns0:v>
                </ns0:pt>
                <ns0:pt idx="933">
                  <ns0:v>-1.40064983234</ns0:v>
                </ns0:pt>
                <ns0:pt idx="934">
                  <ns0:v>-3.17588046431</ns0:v>
                </ns0:pt>
                <ns0:pt idx="935">
                  <ns0:v>-1.79285310233</ns0:v>
                </ns0:pt>
                <ns0:pt idx="936">
                  <ns0:v>0.111643754553</ns0:v>
                </ns0:pt>
                <ns0:pt idx="937">
                  <ns0:v>0.344991600595</ns0:v>
                </ns0:pt>
                <ns0:pt idx="938">
                  <ns0:v>0.842306622546</ns0:v>
                </ns0:pt>
                <ns0:pt idx="939">
                  <ns0:v>1.79866373613</ns0:v>
                </ns0:pt>
                <ns0:pt idx="940">
                  <ns0:v>0.995681199473</ns0:v>
                </ns0:pt>
                <ns0:pt idx="941">
                  <ns0:v>-1.09529971509</ns0:v>
                </ns0:pt>
                <ns0:pt idx="942">
                  <ns0:v>-2.14272156687</ns0:v>
                </ns0:pt>
                <ns0:pt idx="943">
                  <ns0:v>-1.42126385384</ns0:v>
                </ns0:pt>
                <ns0:pt idx="944">
                  <ns0:v>-1.03084175538</ns0:v>
                </ns0:pt>
                <ns0:pt idx="945">
                  <ns0:v>-2.07435252192</ns0:v>
                </ns0:pt>
                <ns0:pt idx="946">
                  <ns0:v>-1.19960397448</ns0:v>
                </ns0:pt>
                <ns0:pt idx="947">
                  <ns0:v>0.542148161214</ns0:v>
                </ns0:pt>
                <ns0:pt idx="948">
                  <ns0:v>1.729914115</ns0:v>
                </ns0:pt>
                <ns0:pt idx="949">
                  <ns0:v>2.28187210421</ns0:v>
                </ns0:pt>
                <ns0:pt idx="950">
                  <ns0:v>2.80265377</ns0:v>
                </ns0:pt>
                <ns0:pt idx="951">
                  <ns0:v>1.74411954421</ns0:v>
                </ns0:pt>
                <ns0:pt idx="952">
                  <ns0:v>-0.357414371326</ns0:v>
                </ns0:pt>
                <ns0:pt idx="953">
                  <ns0:v>-1.28077083261</ns0:v>
                </ns0:pt>
                <ns0:pt idx="954">
                  <ns0:v>-1.06582519576</ns0:v>
                </ns0:pt>
                <ns0:pt idx="955">
                  <ns0:v>0.62729866836</ns0:v>
                </ns0:pt>
                <ns0:pt idx="956">
                  <ns0:v>2.62563742646</ns0:v>
                </ns0:pt>
                <ns0:pt idx="957">
                  <ns0:v>3.00304502376</ns0:v>
                </ns0:pt>
                <ns0:pt idx="958">
                  <ns0:v>1.63612546271</ns0:v>
                </ns0:pt>
                <ns0:pt idx="959">
                  <ns0:v>-0.0694497357713</ns0:v>
                </ns0:pt>
                <ns0:pt idx="960">
                  <ns0:v>-1.51248974222</ns0:v>
                </ns0:pt>
                <ns0:pt idx="961">
                  <ns0:v>-3.59294006074</ns0:v>
                </ns0:pt>
                <ns0:pt idx="962">
                  <ns0:v>-3.7897060768</ns0:v>
                </ns0:pt>
                <ns0:pt idx="963">
                  <ns0:v>-1.05606607093</ns0:v>
                </ns0:pt>
                <ns0:pt idx="964">
                  <ns0:v>2.45504898853</ns0:v>
                </ns0:pt>
                <ns0:pt idx="965">
                  <ns0:v>4.48480931561</ns0:v>
                </ns0:pt>
                <ns0:pt idx="966">
                  <ns0:v>3.89018341475</ns0:v>
                </ns0:pt>
                <ns0:pt idx="967">
                  <ns0:v>1.34256501145</ns0:v>
                </ns0:pt>
                <ns0:pt idx="968">
                  <ns0:v>-1.05793124709</ns0:v>
                </ns0:pt>
                <ns0:pt idx="969">
                  <ns0:v>-2.27851200622</ns0:v>
                </ns0:pt>
                <ns0:pt idx="970">
                  <ns0:v>-3.32626119109</ns0:v>
                </ns0:pt>
                <ns0:pt idx="971">
                  <ns0:v>-2.31881586382</ns0:v>
                </ns0:pt>
                <ns0:pt idx="972">
                  <ns0:v>0.0918139836763</ns0:v>
                </ns0:pt>
                <ns0:pt idx="973">
                  <ns0:v>2.9321834779</ns0:v>
                </ns0:pt>
                <ns0:pt idx="974">
                  <ns0:v>3.37613830241</ns0:v>
                </ns0:pt>
                <ns0:pt idx="975">
                  <ns0:v>2.15026018415</ns0:v>
                </ns0:pt>
                <ns0:pt idx="976">
                  <ns0:v>0.593623171766</ns0:v>
                </ns0:pt>
                <ns0:pt idx="977">
                  <ns0:v>-1.11152847866</ns0:v>
                </ns0:pt>
                <ns0:pt idx="978">
                  <ns0:v>-2.31688208036</ns0:v>
                </ns0:pt>
                <ns0:pt idx="979">
                  <ns0:v>-1.88306205757</ns0:v>
                </ns0:pt>
                <ns0:pt idx="980">
                  <ns0:v>-0.275847770122</ns0:v>
                </ns0:pt>
                <ns0:pt idx="981">
                  <ns0:v>0.815519811573</ns0:v>
                </ns0:pt>
                <ns0:pt idx="982">
                  <ns0:v>1.9117699805</ns0:v>
                </ns0:pt>
                <ns0:pt idx="983">
                  <ns0:v>3.31495630763</ns0:v>
                </ns0:pt>
                <ns0:pt idx="984">
                  <ns0:v>3.43179332607</ns0:v>
                </ns0:pt>
                <ns0:pt idx="985">
                  <ns0:v>1.35978046237</ns0:v>
                </ns0:pt>
                <ns0:pt idx="986">
                  <ns0:v>-1.19173175485</ns0:v>
                </ns0:pt>
                <ns0:pt idx="987">
                  <ns0:v>-2.21968796827</ns0:v>
                </ns0:pt>
                <ns0:pt idx="988">
                  <ns0:v>-1.65928172814</ns0:v>
                </ns0:pt>
                <ns0:pt idx="989">
                  <ns0:v>-1.09841764176</ns0:v>
                </ns0:pt>
                <ns0:pt idx="990">
                  <ns0:v>-0.0419545335578</ns0:v>
                </ns0:pt>
                <ns0:pt idx="991">
                  <ns0:v>2.70258995525</ns0:v>
                </ns0:pt>
                <ns0:pt idx="992">
                  <ns0:v>4.98821466602</ns0:v>
                </ns0:pt>
                <ns0:pt idx="993">
                  <ns0:v>5.15031717018</ns0:v>
                </ns0:pt>
                <ns0:pt idx="994">
                  <ns0:v>2.37068279153</ns0:v>
                </ns0:pt>
                <ns0:pt idx="995">
                  <ns0:v>-1.50487695965</ns0:v>
                </ns0:pt>
                <ns0:pt idx="996">
                  <ns0:v>-2.89956546161</ns0:v>
                </ns0:pt>
                <ns0:pt idx="997">
                  <ns0:v>-2.31331599897</ns0:v>
                </ns0:pt>
                <ns0:pt idx="998">
                  <ns0:v>-2.23011623303</ns0:v>
                </ns0:pt>
                <ns0:pt idx="999">
                  <ns0:v>-0.21956941957</ns0:v>
                </ns0:pt>
                <ns0:pt idx="1000">
                  <ns0:v>2.56820670059</ns0:v>
                </ns0:pt>
                <ns0:pt idx="1001">
                  <ns0:v>3.0719086952</ns0:v>
                </ns0:pt>
                <ns0:pt idx="1002">
                  <ns0:v>2.84986524806</ns0:v>
                </ns0:pt>
                <ns0:pt idx="1003">
                  <ns0:v>2.71309985685</ns0:v>
                </ns0:pt>
                <ns0:pt idx="1004">
                  <ns0:v>2.95110937545</ns0:v>
                </ns0:pt>
                <ns0:pt idx="1005">
                  <ns0:v>2.83449545463</ns0:v>
                </ns0:pt>
                <ns0:pt idx="1006">
                  <ns0:v>1.23654876259</ns0:v>
                </ns0:pt>
                <ns0:pt idx="1007">
                  <ns0:v>-1.45098304518</ns0:v>
                </ns0:pt>
                <ns0:pt idx="1008">
                  <ns0:v>-3.20387578051</ns0:v>
                </ns0:pt>
                <ns0:pt idx="1009">
                  <ns0:v>-1.76153892658</ns0:v>
                </ns0:pt>
                <ns0:pt idx="1010">
                  <ns0:v>0.893008481035</ns0:v>
                </ns0:pt>
                <ns0:pt idx="1011">
                  <ns0:v>3.09270224382</ns0:v>
                </ns0:pt>
                <ns0:pt idx="1012">
                  <ns0:v>4.10306740701</ns0:v>
                </ns0:pt>
                <ns0:pt idx="1013">
                  <ns0:v>3.80342445605</ns0:v>
                </ns0:pt>
                <ns0:pt idx="1014">
                  <ns0:v>-0.240895756295</ns0:v>
                </ns0:pt>
                <ns0:pt idx="1015">
                  <ns0:v>-3.24644940723</ns0:v>
                </ns0:pt>
                <ns0:pt idx="1016">
                  <ns0:v>-3.28114694995</ns0:v>
                </ns0:pt>
                <ns0:pt idx="1017">
                  <ns0:v>-2.86908794545</ns0:v>
                </ns0:pt>
                <ns0:pt idx="1018">
                  <ns0:v>-1.02820752237</ns0:v>
                </ns0:pt>
                <ns0:pt idx="1019">
                  <ns0:v>3.35144677591</ns0:v>
                </ns0:pt>
                <ns0:pt idx="1020">
                  <ns0:v>7.04212438571</ns0:v>
                </ns0:pt>
                <ns0:pt idx="1021">
                  <ns0:v>5.92668645039</ns0:v>
                </ns0:pt>
                <ns0:pt idx="1022">
                  <ns0:v>1.88194128971</ns0:v>
                </ns0:pt>
                <ns0:pt idx="1023">
                  <ns0:v>-1.46604346627</ns0:v>
                </ns0:pt>
                <ns0:pt idx="1024">
                  <ns0:v>-3.93069973581</ns0:v>
                </ns0:pt>
                <ns0:pt idx="1025">
                  <ns0:v>-5.96195076655</ns0:v>
                </ns0:pt>
                <ns0:pt idx="1026">
                  <ns0:v>-5.99858078139</ns0:v>
                </ns0:pt>
                <ns0:pt idx="1027">
                  <ns0:v>-2.76149147279</ns0:v>
                </ns0:pt>
                <ns0:pt idx="1028">
                  <ns0:v>1.86554273986</ns0:v>
                </ns0:pt>
                <ns0:pt idx="1029">
                  <ns0:v>3.65343533147</ns0:v>
                </ns0:pt>
                <ns0:pt idx="1030">
                  <ns0:v>2.85804279588</ns0:v>
                </ns0:pt>
                <ns0:pt idx="1031">
                  <ns0:v>1.20119957851</ns0:v>
                </ns0:pt>
                <ns0:pt idx="1032">
                  <ns0:v>-0.998663247997</ns0:v>
                </ns0:pt>
                <ns0:pt idx="1033">
                  <ns0:v>-2.87648684374</ns0:v>
                </ns0:pt>
                <ns0:pt idx="1034">
                  <ns0:v>-3.44672665018</ns0:v>
                </ns0:pt>
                <ns0:pt idx="1035">
                  <ns0:v>-0.643128087584</ns0:v>
                </ns0:pt>
                <ns0:pt idx="1036">
                  <ns0:v>5.19555640034</ns0:v>
                </ns0:pt>
                <ns0:pt idx="1037">
                  <ns0:v>7.86581926731</ns0:v>
                </ns0:pt>
                <ns0:pt idx="1038">
                  <ns0:v>6.40159126925</ns0:v>
                </ns0:pt>
                <ns0:pt idx="1039">
                  <ns0:v>3.20622180842</ns0:v>
                </ns0:pt>
                <ns0:pt idx="1040">
                  <ns0:v>-1.66796129166</ns0:v>
                </ns0:pt>
                <ns0:pt idx="1041">
                  <ns0:v>-5.54856687875</ns0:v>
                </ns0:pt>
                <ns0:pt idx="1042">
                  <ns0:v>-6.43802280999</ns0:v>
                </ns0:pt>
                <ns0:pt idx="1043">
                  <ns0:v>-3.43090997445</ns0:v>
                </ns0:pt>
                <ns0:pt idx="1044">
                  <ns0:v>2.5689876571</ns0:v>
                </ns0:pt>
                <ns0:pt idx="1045">
                  <ns0:v>8.19207533049</ns0:v>
                </ns0:pt>
                <ns0:pt idx="1046">
                  <ns0:v>9.6479573467</ns0:v>
                </ns0:pt>
                <ns0:pt idx="1047">
                  <ns0:v>6.63534966584</ns0:v>
                </ns0:pt>
                <ns0:pt idx="1048">
                  <ns0:v>1.00393044143</ns0:v>
                </ns0:pt>
                <ns0:pt idx="1049">
                  <ns0:v>-4.75449915131</ns0:v>
                </ns0:pt>
                <ns0:pt idx="1050">
                  <ns0:v>-8.42847647112</ns0:v>
                </ns0:pt>
                <ns0:pt idx="1051">
                  <ns0:v>-7.4414454657</ns0:v>
                </ns0:pt>
                <ns0:pt idx="1052">
                  <ns0:v>-1.79005269791</ns0:v>
                </ns0:pt>
                <ns0:pt idx="1053">
                  <ns0:v>4.11644962435</ns0:v>
                </ns0:pt>
                <ns0:pt idx="1054">
                  <ns0:v>7.63549011461</ns0:v>
                </ns0:pt>
                <ns0:pt idx="1055">
                  <ns0:v>8.64392240756</ns0:v>
                </ns0:pt>
                <ns0:pt idx="1056">
                  <ns0:v>4.63583607999</ns0:v>
                </ns0:pt>
                <ns0:pt idx="1057">
                  <ns0:v>-1.84873527507</ns0:v>
                </ns0:pt>
                <ns0:pt idx="1058">
                  <ns0:v>-5.91994567909</ns0:v>
                </ns0:pt>
                <ns0:pt idx="1059">
                  <ns0:v>-7.36599745101</ns0:v>
                </ns0:pt>
                <ns0:pt idx="1060">
                  <ns0:v>-4.93112277771</ns0:v>
                </ns0:pt>
                <ns0:pt idx="1061">
                  <ns0:v>1.41439692062</ns0:v>
                </ns0:pt>
                <ns0:pt idx="1062">
                  <ns0:v>6.82854703043</ns0:v>
                </ns0:pt>
                <ns0:pt idx="1063">
                  <ns0:v>8.11874934534</ns0:v>
                </ns0:pt>
                <ns0:pt idx="1064">
                  <ns0:v>5.72412881849</ns0:v>
                </ns0:pt>
                <ns0:pt idx="1065">
                  <ns0:v>0.832064518379</ns0:v>
                </ns0:pt>
                <ns0:pt idx="1066">
                  <ns0:v>-4.31782279919</ns0:v>
                </ns0:pt>
                <ns0:pt idx="1067">
                  <ns0:v>-7.25238568088</ns0:v>
                </ns0:pt>
                <ns0:pt idx="1068">
                  <ns0:v>-6.34697745942</ns0:v>
                </ns0:pt>
                <ns0:pt idx="1069">
                  <ns0:v>-1.80686268583</ns0:v>
                </ns0:pt>
                <ns0:pt idx="1070">
                  <ns0:v>3.74730259575</ns0:v>
                </ns0:pt>
                <ns0:pt idx="1071">
                  <ns0:v>7.72636281207</ns0:v>
                </ns0:pt>
                <ns0:pt idx="1072">
                  <ns0:v>7.75802275476</ns0:v>
                </ns0:pt>
                <ns0:pt idx="1073">
                  <ns0:v>3.52365386955</ns0:v>
                </ns0:pt>
                <ns0:pt idx="1074">
                  <ns0:v>-2.54085629034</ns0:v>
                </ns0:pt>
                <ns0:pt idx="1075">
                  <ns0:v>-7.33121286422</ns0:v>
                </ns0:pt>
                <ns0:pt idx="1076">
                  <ns0:v>-7.20363140477</ns0:v>
                </ns0:pt>
                <ns0:pt idx="1077">
                  <ns0:v>-3.46076883332</ns0:v>
                </ns0:pt>
                <ns0:pt idx="1078">
                  <ns0:v>1.10153503158</ns0:v>
                </ns0:pt>
                <ns0:pt idx="1079">
                  <ns0:v>4.8554548535</ns0:v>
                </ns0:pt>
                <ns0:pt idx="1080">
                  <ns0:v>6.9225222139</ns0:v>
                </ns0:pt>
                <ns0:pt idx="1081">
                  <ns0:v>5.06652074098</ns0:v>
                </ns0:pt>
                <ns0:pt idx="1082">
                  <ns0:v>-0.3754867852</ns0:v>
                </ns0:pt>
                <ns0:pt idx="1083">
                  <ns0:v>-4.64914330623</ns0:v>
                </ns0:pt>
                <ns0:pt idx="1084">
                  <ns0:v>-4.43399950622</ns0:v>
                </ns0:pt>
                <ns0:pt idx="1085">
                  <ns0:v>-1.24229006985</ns0:v>
                </ns0:pt>
                <ns0:pt idx="1086">
                  <ns0:v>-0.0575633188046</ns0:v>
                </ns0:pt>
                <ns0:pt idx="1087">
                  <ns0:v>1.83010425617</ns0:v>
                </ns0:pt>
                <ns0:pt idx="1088">
                  <ns0:v>3.07699703752</ns0:v>
                </ns0:pt>
                <ns0:pt idx="1089">
                  <ns0:v>2.05224841935</ns0:v>
                </ns0:pt>
                <ns0:pt idx="1090">
                  <ns0:v>-2.21684534806</ns0:v>
                </ns0:pt>
                <ns0:pt idx="1091">
                  <ns0:v>-5.29574035214</ns0:v>
                </ns0:pt>
                <ns0:pt idx="1092">
                  <ns0:v>-2.10639818287</ns0:v>
                </ns0:pt>
                <ns0:pt idx="1093">
                  <ns0:v>0.0151312426584</ns0:v>
                </ns0:pt>
                <ns0:pt idx="1094">
                  <ns0:v>-0.34795337687</ns0:v>
                </ns0:pt>
                <ns0:pt idx="1095">
                  <ns0:v>1.77091142988</ns0:v>
                </ns0:pt>
                <ns0:pt idx="1096">
                  <ns0:v>3.85302028507</ns0:v>
                </ns0:pt>
                <ns0:pt idx="1097">
                  <ns0:v>2.02154462949</ns0:v>
                </ns0:pt>
                <ns0:pt idx="1098">
                  <ns0:v>-1.22340739744</ns0:v>
                </ns0:pt>
                <ns0:pt idx="1099">
                  <ns0:v>-1.54616249457</ns0:v>
                </ns0:pt>
                <ns0:pt idx="1100">
                  <ns0:v>-1.72596521351</ns0:v>
                </ns0:pt>
                <ns0:pt idx="1101">
                  <ns0:v>-0.953413533735</ns0:v>
                </ns0:pt>
                <ns0:pt idx="1102">
                  <ns0:v>1.47686018179</ns0:v>
                </ns0:pt>
                <ns0:pt idx="1103">
                  <ns0:v>2.73372734965</ns0:v>
                </ns0:pt>
                <ns0:pt idx="1104">
                  <ns0:v>2.85752211394</ns0:v>
                </ns0:pt>
                <ns0:pt idx="1105">
                  <ns0:v>2.04441353048</ns0:v>
                </ns0:pt>
                <ns0:pt idx="1106">
                  <ns0:v>-0.284477097325</ns0:v>
                </ns0:pt>
                <ns0:pt idx="1107">
                  <ns0:v>-2.87198511594</ns0:v>
                </ns0:pt>
                <ns0:pt idx="1108">
                  <ns0:v>-2.94352910426</ns0:v>
                </ns0:pt>
                <ns0:pt idx="1109">
                  <ns0:v>-1.44711337815</ns0:v>
                </ns0:pt>
                <ns0:pt idx="1110">
                  <ns0:v>0.602402931925</ns0:v>
                </ns0:pt>
                <ns0:pt idx="1111">
                  <ns0:v>3.76508757903</ns0:v>
                </ns0:pt>
                <ns0:pt idx="1112">
                  <ns0:v>5.17970031986</ns0:v>
                </ns0:pt>
                <ns0:pt idx="1113">
                  <ns0:v>3.3740919187</ns0:v>
                </ns0:pt>
                <ns0:pt idx="1114">
                  <ns0:v>-0.0741155224826</ns0:v>
                </ns0:pt>
                <ns0:pt idx="1115">
                  <ns0:v>-3.92819230883</ns0:v>
                </ns0:pt>
                <ns0:pt idx="1116">
                  <ns0:v>-6.36031524082</ns0:v>
                </ns0:pt>
                <ns0:pt idx="1117">
                  <ns0:v>-5.73938242213</ns0:v>
                </ns0:pt>
                <ns0:pt idx="1118">
                  <ns0:v>-2.42135995187</ns0:v>
                </ns0:pt>
                <ns0:pt idx="1119">
                  <ns0:v>1.60054525253</ns0:v>
                </ns0:pt>
                <ns0:pt idx="1120">
                  <ns0:v>5.57644316128</ns0:v>
                </ns0:pt>
                <ns0:pt idx="1121">
                  <ns0:v>8.31133154682</ns0:v>
                </ns0:pt>
                <ns0:pt idx="1122">
                  <ns0:v>6.84058165559</ns0:v>
                </ns0:pt>
                <ns0:pt idx="1123">
                  <ns0:v>1.49122937422</ns0:v>
                </ns0:pt>
                <ns0:pt idx="1124">
                  <ns0:v>-3.45843992019</ns0:v>
                </ns0:pt>
                <ns0:pt idx="1125">
                  <ns0:v>-5.57689679276</ns0:v>
                </ns0:pt>
                <ns0:pt idx="1126">
                  <ns0:v>-5.44132892611</ns0:v>
                </ns0:pt>
                <ns0:pt idx="1127">
                  <ns0:v>-3.02485187655</ns0:v>
                </ns0:pt>
                <ns0:pt idx="1128">
                  <ns0:v>1.10716016086</ns0:v>
                </ns0:pt>
                <ns0:pt idx="1129">
                  <ns0:v>5.98005290258</ns0:v>
                </ns0:pt>
                <ns0:pt idx="1130">
                  <ns0:v>7.14731689411</ns0:v>
                </ns0:pt>
                <ns0:pt idx="1131">
                  <ns0:v>2.97105830225</ns0:v>
                </ns0:pt>
                <ns0:pt idx="1132">
                  <ns0:v>-2.90510792597</ns0:v>
                </ns0:pt>
                <ns0:pt idx="1133">
                  <ns0:v>-5.29517468242</ns0:v>
                </ns0:pt>
                <ns0:pt idx="1134">
                  <ns0:v>-6.62584962074</ns0:v>
                </ns0:pt>
                <ns0:pt idx="1135">
                  <ns0:v>-4.75638790986</ns0:v>
                </ns0:pt>
                <ns0:pt idx="1136">
                  <ns0:v>-0.598722182881</ns0:v>
                </ns0:pt>
                <ns0:pt idx="1137">
                  <ns0:v>3.22975770876</ns0:v>
                </ns0:pt>
                <ns0:pt idx="1138">
                  <ns0:v>5.32689257243</ns0:v>
                </ns0:pt>
                <ns0:pt idx="1139">
                  <ns0:v>4.20613353337</ns0:v>
                </ns0:pt>
                <ns0:pt idx="1140">
                  <ns0:v>-0.111064686944</ns0:v>
                </ns0:pt>
                <ns0:pt idx="1141">
                  <ns0:v>-4.16406773321</ns0:v>
                </ns0:pt>
                <ns0:pt idx="1142">
                  <ns0:v>-4.40056549274</ns0:v>
                </ns0:pt>
                <ns0:pt idx="1143">
                  <ns0:v>-2.92662555601</ns0:v>
                </ns0:pt>
                <ns0:pt idx="1144">
                  <ns0:v>-0.789339634293</ns0:v>
                </ns0:pt>
                <ns0:pt idx="1145">
                  <ns0:v>1.84456018798</ns0:v>
                </ns0:pt>
                <ns0:pt idx="1146">
                  <ns0:v>3.70090046856</ns0:v>
                </ns0:pt>
                <ns0:pt idx="1147">
                  <ns0:v>3.1503240901</ns0:v>
                </ns0:pt>
                <ns0:pt idx="1148">
                  <ns0:v>0.393714817917</ns0:v>
                </ns0:pt>
                <ns0:pt idx="1149">
                  <ns0:v>-2.84821875897</ns0:v>
                </ns0:pt>
                <ns0:pt idx="1150">
                  <ns0:v>-4.09251085191</ns0:v>
                </ns0:pt>
                <ns0:pt idx="1151">
                  <ns0:v>-2.54547078743</ns0:v>
                </ns0:pt>
                <ns0:pt idx="1152">
                  <ns0:v>-0.288603950977</ns0:v>
                </ns0:pt>
                <ns0:pt idx="1153">
                  <ns0:v>0.542960987971</ns0:v>
                </ns0:pt>
                <ns0:pt idx="1154">
                  <ns0:v>1.61094925581</ns0:v>
                </ns0:pt>
                <ns0:pt idx="1155">
                  <ns0:v>2.42470932164</ns0:v>
                </ns0:pt>
                <ns0:pt idx="1156">
                  <ns0:v>2.06022662626</ns0:v>
                </ns0:pt>
                <ns0:pt idx="1157">
                  <ns0:v>1.08864233422</ns0:v>
                </ns0:pt>
                <ns0:pt idx="1158">
                  <ns0:v>0.5978808628</ns0:v>
                </ns0:pt>
                <ns0:pt idx="1159">
                  <ns0:v>0.477899205518</ns0:v>
                </ns0:pt>
                <ns0:pt idx="1160">
                  <ns0:v>-1.55155810633</ns0:v>
                </ns0:pt>
                <ns0:pt idx="1161">
                  <ns0:v>-2.5577795047</ns0:v>
                </ns0:pt>
                <ns0:pt idx="1162">
                  <ns0:v>-1.55093591862</ns0:v>
                </ns0:pt>
                <ns0:pt idx="1163">
                  <ns0:v>0.282561752173</ns0:v>
                </ns0:pt>
                <ns0:pt idx="1164">
                  <ns0:v>1.37158584079</ns0:v>
                </ns0:pt>
                <ns0:pt idx="1165">
                  <ns0:v>1.33003904997</ns0:v>
                </ns0:pt>
                <ns0:pt idx="1166">
                  <ns0:v>0.973624727521</ns0:v>
                </ns0:pt>
                <ns0:pt idx="1167">
                  <ns0:v>0.421489526627</ns0:v>
                </ns0:pt>
                <ns0:pt idx="1168">
                  <ns0:v>-0.796136742535</ns0:v>
                </ns0:pt>
                <ns0:pt idx="1169">
                  <ns0:v>-2.18694305792</ns0:v>
                </ns0:pt>
                <ns0:pt idx="1170">
                  <ns0:v>-2.31952016938</ns0:v>
                </ns0:pt>
                <ns0:pt idx="1171">
                  <ns0:v>-0.450215004943</ns0:v>
                </ns0:pt>
                <ns0:pt idx="1172">
                  <ns0:v>0.729127045306</ns0:v>
                </ns0:pt>
                <ns0:pt idx="1173">
                  <ns0:v>0.980337363104</ns0:v>
                </ns0:pt>
                <ns0:pt idx="1174">
                  <ns0:v>1.06263503044</ns0:v>
                </ns0:pt>
                <ns0:pt idx="1175">
                  <ns0:v>0.998173133224</ns0:v>
                </ns0:pt>
                <ns0:pt idx="1176">
                  <ns0:v>1.61755507008</ns0:v>
                </ns0:pt>
                <ns0:pt idx="1177">
                  <ns0:v>0.424291067328</ns0:v>
                </ns0:pt>
                <ns0:pt idx="1178">
                  <ns0:v>-1.35608711812</ns0:v>
                </ns0:pt>
                <ns0:pt idx="1179">
                  <ns0:v>-2.55729581494</ns0:v>
                </ns0:pt>
                <ns0:pt idx="1180">
                  <ns0:v>-2.36812897094</ns0:v>
                </ns0:pt>
                <ns0:pt idx="1181">
                  <ns0:v>-1.53568997081</ns0:v>
                </ns0:pt>
                <ns0:pt idx="1182">
                  <ns0:v>-0.598832106071</ns0:v>
                </ns0:pt>
                <ns0:pt idx="1183">
                  <ns0:v>0.477426665884</ns0:v>
                </ns0:pt>
                <ns0:pt idx="1184">
                  <ns0:v>0.834518208913</ns0:v>
                </ns0:pt>
                <ns0:pt idx="1185">
                  <ns0:v>0.270786925353</ns0:v>
                </ns0:pt>
                <ns0:pt idx="1186">
                  <ns0:v>-1.85571730561</ns0:v>
                </ns0:pt>
                <ns0:pt idx="1187">
                  <ns0:v>-3.8769915298</ns0:v>
                </ns0:pt>
                <ns0:pt idx="1188">
                  <ns0:v>-3.33283976616</ns0:v>
                </ns0:pt>
                <ns0:pt idx="1189">
                  <ns0:v>-0.926034966284</ns0:v>
                </ns0:pt>
                <ns0:pt idx="1190">
                  <ns0:v>1.4003886468</ns0:v>
                </ns0:pt>
                <ns0:pt idx="1191">
                  <ns0:v>2.71248712617</ns0:v>
                </ns0:pt>
                <ns0:pt idx="1192">
                  <ns0:v>3.77878182537</ns0:v>
                </ns0:pt>
                <ns0:pt idx="1193">
                  <ns0:v>4.25336815584</ns0:v>
                </ns0:pt>
                <ns0:pt idx="1194">
                  <ns0:v>3.25437137248</ns0:v>
                </ns0:pt>
                <ns0:pt idx="1195">
                  <ns0:v>0.254124400031</ns0:v>
                </ns0:pt>
                <ns0:pt idx="1196">
                  <ns0:v>-2.83413210914</ns0:v>
                </ns0:pt>
                <ns0:pt idx="1197">
                  <ns0:v>-2.99661294828</ns0:v>
                </ns0:pt>
                <ns0:pt idx="1198">
                  <ns0:v>0.41924843057</ns0:v>
                </ns0:pt>
                <ns0:pt idx="1199">
                  <ns0:v>1.94145770078</ns0:v>
                </ns0:pt>
                <ns0:pt idx="1200">
                  <ns0:v>1.32353235894</ns0:v>
                </ns0:pt>
                <ns0:pt idx="1201">
                  <ns0:v>2.18979544183</ns0:v>
                </ns0:pt>
                <ns0:pt idx="1202">
                  <ns0:v>0.848117032035</ns0:v>
                </ns0:pt>
                <ns0:pt idx="1203">
                  <ns0:v>-1.76604033452</ns0:v>
                </ns0:pt>
                <ns0:pt idx="1204">
                  <ns0:v>-2.40366110621</ns0:v>
                </ns0:pt>
                <ns0:pt idx="1205">
                  <ns0:v>-2.49689446872</ns0:v>
                </ns0:pt>
                <ns0:pt idx="1206">
                  <ns0:v>-2.59366405407</ns0:v>
                </ns0:pt>
                <ns0:pt idx="1207">
                  <ns0:v>-0.886937977359</ns0:v>
                </ns0:pt>
                <ns0:pt idx="1208">
                  <ns0:v>1.37616855679</ns0:v>
                </ns0:pt>
                <ns0:pt idx="1209">
                  <ns0:v>1.53744314092</ns0:v>
                </ns0:pt>
                <ns0:pt idx="1210">
                  <ns0:v>0.753570251904</ns0:v>
                </ns0:pt>
                <ns0:pt idx="1211">
                  <ns0:v>0.0984899718824</ns0:v>
                </ns0:pt>
                <ns0:pt idx="1212">
                  <ns0:v>-0.776331519184</ns0:v>
                </ns0:pt>
                <ns0:pt idx="1213">
                  <ns0:v>0.132434959451</ns0:v>
                </ns0:pt>
                <ns0:pt idx="1214">
                  <ns0:v>1.19558572058</ns0:v>
                </ns0:pt>
                <ns0:pt idx="1215">
                  <ns0:v>0.419593006999</ns0:v>
                </ns0:pt>
                <ns0:pt idx="1216">
                  <ns0:v>-0.77278576312</ns0:v>
                </ns0:pt>
                <ns0:pt idx="1217">
                  <ns0:v>-1.64147996905</ns0:v>
                </ns0:pt>
                <ns0:pt idx="1218">
                  <ns0:v>-2.77669442031</ns0:v>
                </ns0:pt>
                <ns0:pt idx="1219">
                  <ns0:v>-2.31533417335</ns0:v>
                </ns0:pt>
                <ns0:pt idx="1220">
                  <ns0:v>-0.0950080189235</ns0:v>
                </ns0:pt>
                <ns0:pt idx="1221">
                  <ns0:v>1.71409884072</ns0:v>
                </ns0:pt>
                <ns0:pt idx="1222">
                  <ns0:v>2.75418152344</ns0:v>
                </ns0:pt>
                <ns0:pt idx="1223">
                  <ns0:v>2.84055023673</ns0:v>
                </ns0:pt>
                <ns0:pt idx="1224">
                  <ns0:v>0.867910135411</ns0:v>
                </ns0:pt>
                <ns0:pt idx="1225">
                  <ns0:v>-1.91838490328</ns0:v>
                </ns0:pt>
                <ns0:pt idx="1226">
                  <ns0:v>-2.8606772877</ns0:v>
                </ns0:pt>
                <ns0:pt idx="1227">
                  <ns0:v>-2.63994422324</ns0:v>
                </ns0:pt>
                <ns0:pt idx="1228">
                  <ns0:v>-2.53136659512</ns0:v>
                </ns0:pt>
                <ns0:pt idx="1229">
                  <ns0:v>-0.750457763788</ns0:v>
                </ns0:pt>
                <ns0:pt idx="1230">
                  <ns0:v>1.17694427062</ns0:v>
                </ns0:pt>
                <ns0:pt idx="1231">
                  <ns0:v>1.08098118947</ns0:v>
                </ns0:pt>
                <ns0:pt idx="1232">
                  <ns0:v>0.725309535523</ns0:v>
                </ns0:pt>
                <ns0:pt idx="1233">
                  <ns0:v>0.606910659086</ns0:v>
                </ns0:pt>
                <ns0:pt idx="1234">
                  <ns0:v>0.0712298646368</ns0:v>
                </ns0:pt>
                <ns0:pt idx="1235">
                  <ns0:v>0.332253967256</ns0:v>
                </ns0:pt>
                <ns0:pt idx="1236">
                  <ns0:v>2.77383905258</ns0:v>
                </ns0:pt>
                <ns0:pt idx="1237">
                  <ns0:v>4.57905019642</ns0:v>
                </ns0:pt>
                <ns0:pt idx="1238">
                  <ns0:v>3.64828126544</ns0:v>
                </ns0:pt>
                <ns0:pt idx="1239">
                  <ns0:v>2.25953388576</ns0:v>
                </ns0:pt>
                <ns0:pt idx="1240">
                  <ns0:v>0.0644437981428</ns0:v>
                </ns0:pt>
                <ns0:pt idx="1241">
                  <ns0:v>-2.85881537592</ns0:v>
                </ns0:pt>
                <ns0:pt idx="1242">
                  <ns0:v>-5.03433117391</ns0:v>
                </ns0:pt>
                <ns0:pt idx="1243">
                  <ns0:v>-4.44025299942</ns0:v>
                </ns0:pt>
                <ns0:pt idx="1244">
                  <ns0:v>-1.45692291368</ns0:v>
                </ns0:pt>
                <ns0:pt idx="1245">
                  <ns0:v>2.15305489873</ns0:v>
                </ns0:pt>
                <ns0:pt idx="1246">
                  <ns0:v>4.56698262017</ns0:v>
                </ns0:pt>
                <ns0:pt idx="1247">
                  <ns0:v>4.13719727915</ns0:v>
                </ns0:pt>
                <ns0:pt idx="1248">
                  <ns0:v>1.03448121006</ns0:v>
                </ns0:pt>
                <ns0:pt idx="1249">
                  <ns0:v>-2.37639609057</ns0:v>
                </ns0:pt>
                <ns0:pt idx="1250">
                  <ns0:v>-4.07509655897</ns0:v>
                </ns0:pt>
                <ns0:pt idx="1251">
                  <ns0:v>-3.94413579142</ns0:v>
                </ns0:pt>
                <ns0:pt idx="1252">
                  <ns0:v>-2.97203140561</ns0:v>
                </ns0:pt>
                <ns0:pt idx="1253">
                  <ns0:v>-0.661269710769</ns0:v>
                </ns0:pt>
                <ns0:pt idx="1254">
                  <ns0:v>2.12461244709</ns0:v>
                </ns0:pt>
                <ns0:pt idx="1255">
                  <ns0:v>3.19455487434</ns0:v>
                </ns0:pt>
                <ns0:pt idx="1256">
                  <ns0:v>2.64801548219</ns0:v>
                </ns0:pt>
                <ns0:pt idx="1257">
                  <ns0:v>1.45509726842</ns0:v>
                </ns0:pt>
                <ns0:pt idx="1258">
                  <ns0:v>-0.178129633651</ns0:v>
                </ns0:pt>
                <ns0:pt idx="1259">
                  <ns0:v>-1.87465410293</ns0:v>
                </ns0:pt>
                <ns0:pt idx="1260">
                  <ns0:v>-0.598177796685</ns0:v>
                </ns0:pt>
                <ns0:pt idx="1261">
                  <ns0:v>2.26969486428</ns0:v>
                </ns0:pt>
                <ns0:pt idx="1262">
                  <ns0:v>1.94129333701</ns0:v>
                </ns0:pt>
                <ns0:pt idx="1263">
                  <ns0:v>2.14800029269</ns0:v>
                </ns0:pt>
                <ns0:pt idx="1264">
                  <ns0:v>2.65466092483</ns0:v>
                </ns0:pt>
                <ns0:pt idx="1265">
                  <ns0:v>2.34726386665</ns0:v>
                </ns0:pt>
                <ns0:pt idx="1266">
                  <ns0:v>1.04125448872</ns0:v>
                </ns0:pt>
                <ns0:pt idx="1267">
                  <ns0:v>-0.279430384152</ns0:v>
                </ns0:pt>
                <ns0:pt idx="1268">
                  <ns0:v>-0.773435900483</ns0:v>
                </ns0:pt>
                <ns0:pt idx="1269">
                  <ns0:v>-0.0934756654187</ns0:v>
                </ns0:pt>
                <ns0:pt idx="1270">
                  <ns0:v>0.0266466065638</ns0:v>
                </ns0:pt>
                <ns0:pt idx="1271">
                  <ns0:v>-0.743332271249</ns0:v>
                </ns0:pt>
                <ns0:pt idx="1272">
                  <ns0:v>-0.0997953206839</ns0:v>
                </ns0:pt>
                <ns0:pt idx="1273">
                  <ns0:v>1.49183634434</ns0:v>
                </ns0:pt>
                <ns0:pt idx="1274">
                  <ns0:v>1.20758828436</ns0:v>
                </ns0:pt>
                <ns0:pt idx="1275">
                  <ns0:v>-0.922520914846</ns0:v>
                </ns0:pt>
                <ns0:pt idx="1276">
                  <ns0:v>-1.85470247575</ns0:v>
                </ns0:pt>
                <ns0:pt idx="1277">
                  <ns0:v>-3.42631078895</ns0:v>
                </ns0:pt>
                <ns0:pt idx="1278">
                  <ns0:v>-4.37081964961</ns0:v>
                </ns0:pt>
                <ns0:pt idx="1279">
                  <ns0:v>-3.46798821281</ns0:v>
                </ns0:pt>
                <ns0:pt idx="1280">
                  <ns0:v>-0.870095538518</ns0:v>
                </ns0:pt>
                <ns0:pt idx="1281">
                  <ns0:v>1.72638071578</ns0:v>
                </ns0:pt>
                <ns0:pt idx="1282">
                  <ns0:v>3.4134584187</ns0:v>
                </ns0:pt>
                <ns0:pt idx="1283">
                  <ns0:v>2.24500339623</ns0:v>
                </ns0:pt>
                <ns0:pt idx="1284">
                  <ns0:v>-1.03162635739</ns0:v>
                </ns0:pt>
                <ns0:pt idx="1285">
                  <ns0:v>-4.05822700629</ns0:v>
                </ns0:pt>
                <ns0:pt idx="1286">
                  <ns0:v>-4.03828250209</ns0:v>
                </ns0:pt>
                <ns0:pt idx="1287">
                  <ns0:v>-3.37299592614</ns0:v>
                </ns0:pt>
                <ns0:pt idx="1288">
                  <ns0:v>-2.08988635019</ns0:v>
                </ns0:pt>
                <ns0:pt idx="1289">
                  <ns0:v>1.16363831546</ns0:v>
                </ns0:pt>
                <ns0:pt idx="1290">
                  <ns0:v>4.84218210943</ns0:v>
                </ns0:pt>
                <ns0:pt idx="1291">
                  <ns0:v>5.5292882766</ns0:v>
                </ns0:pt>
                <ns0:pt idx="1292">
                  <ns0:v>3.06608098784</ns0:v>
                </ns0:pt>
                <ns0:pt idx="1293">
                  <ns0:v>0.117408181304</ns0:v>
                </ns0:pt>
                <ns0:pt idx="1294">
                  <ns0:v>-1.98525913446</ns0:v>
                </ns0:pt>
                <ns0:pt idx="1295">
                  <ns0:v>-3.88473056089</ns0:v>
                </ns0:pt>
                <ns0:pt idx="1296">
                  <ns0:v>-4.47734905934</ns0:v>
                </ns0:pt>
                <ns0:pt idx="1297">
                  <ns0:v>-2.1947352629</ns0:v>
                </ns0:pt>
                <ns0:pt idx="1298">
                  <ns0:v>1.37906074479</ns0:v>
                </ns0:pt>
                <ns0:pt idx="1299">
                  <ns0:v>5.1006709784</ns0:v>
                </ns0:pt>
                <ns0:pt idx="1300">
                  <ns0:v>5.79753089329</ns0:v>
                </ns0:pt>
                <ns0:pt idx="1301">
                  <ns0:v>3.66653182556</ns0:v>
                </ns0:pt>
                <ns0:pt idx="1302">
                  <ns0:v>1.05799000642</ns0:v>
                </ns0:pt>
                <ns0:pt idx="1303">
                  <ns0:v>-1.40300499274</ns0:v>
                </ns0:pt>
                <ns0:pt idx="1304">
                  <ns0:v>-4.52664724557</ns0:v>
                </ns0:pt>
                <ns0:pt idx="1305">
                  <ns0:v>-4.73247598119</ns0:v>
                </ns0:pt>
                <ns0:pt idx="1306">
                  <ns0:v>-0.311181314733</ns0:v>
                </ns0:pt>
                <ns0:pt idx="1307">
                  <ns0:v>3.71764967424</ns0:v>
                </ns0:pt>
                <ns0:pt idx="1308">
                  <ns0:v>4.50844180262</ns0:v>
                </ns0:pt>
                <ns0:pt idx="1309">
                  <ns0:v>4.48467960698</ns0:v>
                </ns0:pt>
                <ns0:pt idx="1310">
                  <ns0:v>2.90227224256</ns0:v>
                </ns0:pt>
                <ns0:pt idx="1311">
                  <ns0:v>-1.99764477011</ns0:v>
                </ns0:pt>
                <ns0:pt idx="1312">
                  <ns0:v>-5.44746777603</ns0:v>
                </ns0:pt>
                <ns0:pt idx="1313">
                  <ns0:v>-4.93425337685</ns0:v>
                </ns0:pt>
                <ns0:pt idx="1314">
                  <ns0:v>-2.79918479507</ns0:v>
                </ns0:pt>
                <ns0:pt idx="1315">
                  <ns0:v>0.765597605224</ns0:v>
                </ns0:pt>
                <ns0:pt idx="1316">
                  <ns0:v>4.80246361591</ns0:v>
                </ns0:pt>
                <ns0:pt idx="1317">
                  <ns0:v>6.716833926</ns0:v>
                </ns0:pt>
                <ns0:pt idx="1318">
                  <ns0:v>5.95008316936</ns0:v>
                </ns0:pt>
                <ns0:pt idx="1319">
                  <ns0:v>2.82744290574</ns0:v>
                </ns0:pt>
                <ns0:pt idx="1320">
                  <ns0:v>-2.27368478131</ns0:v>
                </ns0:pt>
                <ns0:pt idx="1321">
                  <ns0:v>-6.15347300584</ns0:v>
                </ns0:pt>
                <ns0:pt idx="1322">
                  <ns0:v>-5.35914881811</ns0:v>
                </ns0:pt>
                <ns0:pt idx="1323">
                  <ns0:v>-2.43588345255</ns0:v>
                </ns0:pt>
                <ns0:pt idx="1324">
                  <ns0:v>1.35168150162</ns0:v>
                </ns0:pt>
                <ns0:pt idx="1325">
                  <ns0:v>5.50374446337</ns0:v>
                </ns0:pt>
                <ns0:pt idx="1326">
                  <ns0:v>7.03388782862</ns0:v>
                </ns0:pt>
                <ns0:pt idx="1327">
                  <ns0:v>3.79590479369</ns0:v>
                </ns0:pt>
                <ns0:pt idx="1328">
                  <ns0:v>-1.65213565629</ns0:v>
                </ns0:pt>
                <ns0:pt idx="1329">
                  <ns0:v>-5.78549302563</ns0:v>
                </ns0:pt>
                <ns0:pt idx="1330">
                  <ns0:v>-8.14571038855</ns0:v>
                </ns0:pt>
                <ns0:pt idx="1331">
                  <ns0:v>-6.23702242042</ns0:v>
                </ns0:pt>
                <ns0:pt idx="1332">
                  <ns0:v>-0.264722608028</ns0:v>
                </ns0:pt>
                <ns0:pt idx="1333">
                  <ns0:v>7.28289667767</ns0:v>
                </ns0:pt>
                <ns0:pt idx="1334">
                  <ns0:v>12.1196870035</ns0:v>
                </ns0:pt>
                <ns0:pt idx="1335">
                  <ns0:v>9.25926356442</ns0:v>
                </ns0:pt>
                <ns0:pt idx="1336">
                  <ns0:v>1.46006136445</ns0:v>
                </ns0:pt>
                <ns0:pt idx="1337">
                  <ns0:v>-4.85757508216</ns0:v>
                </ns0:pt>
                <ns0:pt idx="1338">
                  <ns0:v>-7.66908511785</ns0:v>
                </ns0:pt>
                <ns0:pt idx="1339">
                  <ns0:v>-7.57153142835</ns0:v>
                </ns0:pt>
                <ns0:pt idx="1340">
                  <ns0:v>-4.48956874584</ns0:v>
                </ns0:pt>
                <ns0:pt idx="1341">
                  <ns0:v>0.818208520409</ns0:v>
                </ns0:pt>
                <ns0:pt idx="1342">
                  <ns0:v>5.19929848915</ns0:v>
                </ns0:pt>
                <ns0:pt idx="1343">
                  <ns0:v>6.91316446727</ns0:v>
                </ns0:pt>
                <ns0:pt idx="1344">
                  <ns0:v>5.2016547978</ns0:v>
                </ns0:pt>
                <ns0:pt idx="1345">
                  <ns0:v>0.990942076978</ns0:v>
                </ns0:pt>
                <ns0:pt idx="1346">
                  <ns0:v>-4.42125949945</ns0:v>
                </ns0:pt>
                <ns0:pt idx="1347">
                  <ns0:v>-5.56714230263</ns0:v>
                </ns0:pt>
                <ns0:pt idx="1348">
                  <ns0:v>-3.81370067289</ns0:v>
                </ns0:pt>
                <ns0:pt idx="1349">
                  <ns0:v>-0.694723869152</ns0:v>
                </ns0:pt>
                <ns0:pt idx="1350">
                  <ns0:v>3.13318612068</ns0:v>
                </ns0:pt>
                <ns0:pt idx="1351">
                  <ns0:v>4.79960596763</ns0:v>
                </ns0:pt>
                <ns0:pt idx="1352">
                  <ns0:v>3.50939767841</ns0:v>
                </ns0:pt>
                <ns0:pt idx="1353">
                  <ns0:v>1.29363861261</ns0:v>
                </ns0:pt>
                <ns0:pt idx="1354">
                  <ns0:v>-0.709282208502</ns0:v>
                </ns0:pt>
                <ns0:pt idx="1355">
                  <ns0:v>-2.46929148156</ns0:v>
                </ns0:pt>
                <ns0:pt idx="1356">
                  <ns0:v>-3.45888572922</ns0:v>
                </ns0:pt>
                <ns0:pt idx="1357">
                  <ns0:v>-2.96058860753</ns0:v>
                </ns0:pt>
                <ns0:pt idx="1358">
                  <ns0:v>-1.40732405834</ns0:v>
                </ns0:pt>
                <ns0:pt idx="1359">
                  <ns0:v>0.879898707598</ns0:v>
                </ns0:pt>
                <ns0:pt idx="1360">
                  <ns0:v>2.7564812005</ns0:v>
                </ns0:pt>
                <ns0:pt idx="1361">
                  <ns0:v>3.28368806079</ns0:v>
                </ns0:pt>
                <ns0:pt idx="1362">
                  <ns0:v>0.915616472218</ns0:v>
                </ns0:pt>
                <ns0:pt idx="1363">
                  <ns0:v>-2.10801133761</ns0:v>
                </ns0:pt>
                <ns0:pt idx="1364">
                  <ns0:v>-4.03013060585</ns0:v>
                </ns0:pt>
                <ns0:pt idx="1365">
                  <ns0:v>-4.00006575452</ns0:v>
                </ns0:pt>
                <ns0:pt idx="1366">
                  <ns0:v>-2.19302534201</ns0:v>
                </ns0:pt>
                <ns0:pt idx="1367">
                  <ns0:v>-0.398950053826</ns0:v>
                </ns0:pt>
                <ns0:pt idx="1368">
                  <ns0:v>0.324000461485</ns0:v>
                </ns0:pt>
                <ns0:pt idx="1369">
                  <ns0:v>0.697020279297</ns0:v>
                </ns0:pt>
                <ns0:pt idx="1370">
                  <ns0:v>0.0210291812019</ns0:v>
                </ns0:pt>
                <ns0:pt idx="1371">
                  <ns0:v>-1.26439065769</ns0:v>
                </ns0:pt>
                <ns0:pt idx="1372">
                  <ns0:v>-1.31167149561</ns0:v>
                </ns0:pt>
                <ns0:pt idx="1373">
                  <ns0:v>-0.188037251848</ns0:v>
                </ns0:pt>
                <ns0:pt idx="1374">
                  <ns0:v>0.485211761991</ns0:v>
                </ns0:pt>
                <ns0:pt idx="1375">
                  <ns0:v>0.731006596887</ns0:v>
                </ns0:pt>
                <ns0:pt idx="1376">
                  <ns0:v>1.52024886718</ns0:v>
                </ns0:pt>
                <ns0:pt idx="1377">
                  <ns0:v>3.1368968262</ns0:v>
                </ns0:pt>
                <ns0:pt idx="1378">
                  <ns0:v>3.71297113154</ns0:v>
                </ns0:pt>
                <ns0:pt idx="1379">
                  <ns0:v>2.15119917312</ns0:v>
                </ns0:pt>
                <ns0:pt idx="1380">
                  <ns0:v>1.0116742816</ns0:v>
                </ns0:pt>
                <ns0:pt idx="1381">
                  <ns0:v>-0.0673556579335</ns0:v>
                </ns0:pt>
                <ns0:pt idx="1382">
                  <ns0:v>-1.37688526309</ns0:v>
                </ns0:pt>
                <ns0:pt idx="1383">
                  <ns0:v>-2.08066829526</ns0:v>
                </ns0:pt>
                <ns0:pt idx="1384">
                  <ns0:v>-0.766065982294</ns0:v>
                </ns0:pt>
                <ns0:pt idx="1385">
                  <ns0:v>1.50424326687</ns0:v>
                </ns0:pt>
                <ns0:pt idx="1386">
                  <ns0:v>3.63554560384</ns0:v>
                </ns0:pt>
                <ns0:pt idx="1387">
                  <ns0:v>4.41315910187</ns0:v>
                </ns0:pt>
                <ns0:pt idx="1388">
                  <ns0:v>3.08250157416</ns0:v>
                </ns0:pt>
                <ns0:pt idx="1389">
                  <ns0:v>0.13695958411</ns0:v>
                </ns0:pt>
                <ns0:pt idx="1390">
                  <ns0:v>-3.48395834871</ns0:v>
                </ns0:pt>
                <ns0:pt idx="1391">
                  <ns0:v>-4.7476645197</ns0:v>
                </ns0:pt>
                <ns0:pt idx="1392">
                  <ns0:v>-2.72192190153</ns0:v>
                </ns0:pt>
                <ns0:pt idx="1393">
                  <ns0:v>-0.0941705088614</ns0:v>
                </ns0:pt>
                <ns0:pt idx="1394">
                  <ns0:v>1.16367935218</ns0:v>
                </ns0:pt>
                <ns0:pt idx="1395">
                  <ns0:v>1.55877608889</ns0:v>
                </ns0:pt>
                <ns0:pt idx="1396">
                  <ns0:v>2.63410040785</ns0:v>
                </ns0:pt>
                <ns0:pt idx="1397">
                  <ns0:v>3.2450008315</ns0:v>
                </ns0:pt>
                <ns0:pt idx="1398">
                  <ns0:v>0.667362431908</ns0:v>
                </ns0:pt>
                <ns0:pt idx="1399">
                  <ns0:v>-1.83922719657</ns0:v>
                </ns0:pt>
                <ns0:pt idx="1400">
                  <ns0:v>-2.04451940963</ns0:v>
                </ns0:pt>
                <ns0:pt idx="1401">
                  <ns0:v>-1.82053626888</ns0:v>
                </ns0:pt>
                <ns0:pt idx="1402">
                  <ns0:v>-1.2986703869</ns0:v>
                </ns0:pt>
                <ns0:pt idx="1403">
                  <ns0:v>-0.637366127578</ns0:v>
                </ns0:pt>
                <ns0:pt idx="1404">
                  <ns0:v>-0.00310419344339</ns0:v>
                </ns0:pt>
                <ns0:pt idx="1405">
                  <ns0:v>0.994320452369</ns0:v>
                </ns0:pt>
                <ns0:pt idx="1406">
                  <ns0:v>2.48937330971</ns0:v>
                </ns0:pt>
                <ns0:pt idx="1407">
                  <ns0:v>2.2071378737</ns0:v>
                </ns0:pt>
                <ns0:pt idx="1408">
                  <ns0:v>-0.620629251517</ns0:v>
                </ns0:pt>
                <ns0:pt idx="1409">
                  <ns0:v>-2.19444535958</ns0:v>
                </ns0:pt>
                <ns0:pt idx="1410">
                  <ns0:v>-1.16216321911</ns0:v>
                </ns0:pt>
                <ns0:pt idx="1411">
                  <ns0:v>0.412119877448</ns0:v>
                </ns0:pt>
                <ns0:pt idx="1412">
                  <ns0:v>1.43704599</ns0:v>
                </ns0:pt>
                <ns0:pt idx="1413">
                  <ns0:v>3.59905244844</ns0:v>
                </ns0:pt>
                <ns0:pt idx="1414">
                  <ns0:v>3.61264902609</ns0:v>
                </ns0:pt>
                <ns0:pt idx="1415">
                  <ns0:v>1.1764924556</ns0:v>
                </ns0:pt>
                <ns0:pt idx="1416">
                  <ns0:v>-0.131987202967</ns0:v>
                </ns0:pt>
                <ns0:pt idx="1417">
                  <ns0:v>-0.769960265821</ns0:v>
                </ns0:pt>
                <ns0:pt idx="1418">
                  <ns0:v>-1.6349535755</ns0:v>
                </ns0:pt>
                <ns0:pt idx="1419">
                  <ns0:v>-1.25314760835</ns0:v>
                </ns0:pt>
                <ns0:pt idx="1420">
                  <ns0:v>1.19036833261</ns0:v>
                </ns0:pt>
                <ns0:pt idx="1421">
                  <ns0:v>2.35255417229</ns0:v>
                </ns0:pt>
                <ns0:pt idx="1422">
                  <ns0:v>1.36524830958</ns0:v>
                </ns0:pt>
                <ns0:pt idx="1423">
                  <ns0:v>0.610694329381</ns0:v>
                </ns0:pt>
                <ns0:pt idx="1424">
                  <ns0:v>-0.0979197247111</ns0:v>
                </ns0:pt>
                <ns0:pt idx="1425">
                  <ns0:v>-1.71443056757</ns0:v>
                </ns0:pt>
                <ns0:pt idx="1426">
                  <ns0:v>-3.089231207</ns0:v>
                </ns0:pt>
                <ns0:pt idx="1427">
                  <ns0:v>-3.6127535338</ns0:v>
                </ns0:pt>
                <ns0:pt idx="1428">
                  <ns0:v>-3.11032533567</ns0:v>
                </ns0:pt>
                <ns0:pt idx="1429">
                  <ns0:v>-0.603547226018</ns0:v>
                </ns0:pt>
                <ns0:pt idx="1430">
                  <ns0:v>1.69458430599</ns0:v>
                </ns0:pt>
                <ns0:pt idx="1431">
                  <ns0:v>2.29707540983</ns0:v>
                </ns0:pt>
                <ns0:pt idx="1432">
                  <ns0:v>1.83213804233</ns0:v>
                </ns0:pt>
                <ns0:pt idx="1433">
                  <ns0:v>0.508775654612</ns0:v>
                </ns0:pt>
                <ns0:pt idx="1434">
                  <ns0:v>-1.28326564727</ns0:v>
                </ns0:pt>
                <ns0:pt idx="1435">
                  <ns0:v>-1.9591048773</ns0:v>
                </ns0:pt>
                <ns0:pt idx="1436">
                  <ns0:v>-1.68088277146</ns0:v>
                </ns0:pt>
                <ns0:pt idx="1437">
                  <ns0:v>-1.09095565656</ns0:v>
                </ns0:pt>
                <ns0:pt idx="1438">
                  <ns0:v>0.0491809309389</ns0:v>
                </ns0:pt>
                <ns0:pt idx="1439">
                  <ns0:v>1.05851050397</ns0:v>
                </ns0:pt>
                <ns0:pt idx="1440">
                  <ns0:v>1.14259358475</ns0:v>
                </ns0:pt>
                <ns0:pt idx="1441">
                  <ns0:v>0.89693057167</ns0:v>
                </ns0:pt>
                <ns0:pt idx="1442">
                  <ns0:v>0.319196314665</ns0:v>
                </ns0:pt>
                <ns0:pt idx="1443">
                  <ns0:v>-0.505634620202</ns0:v>
                </ns0:pt>
                <ns0:pt idx="1444">
                  <ns0:v>-1.03412038214</ns0:v>
                </ns0:pt>
                <ns0:pt idx="1445">
                  <ns0:v>-1.15048141932</ns0:v>
                </ns0:pt>
                <ns0:pt idx="1446">
                  <ns0:v>-0.579596602893</ns0:v>
                </ns0:pt>
                <ns0:pt idx="1447">
                  <ns0:v>0.92569459677</ns0:v>
                </ns0:pt>
                <ns0:pt idx="1448">
                  <ns0:v>1.876390132</ns0:v>
                </ns0:pt>
                <ns0:pt idx="1449">
                  <ns0:v>0.996773358934</ns0:v>
                </ns0:pt>
                <ns0:pt idx="1450">
                  <ns0:v>-0.00813996368923</ns0:v>
                </ns0:pt>
                <ns0:pt idx="1451">
                  <ns0:v>-0.51239253631</ns0:v>
                </ns0:pt>
                <ns0:pt idx="1452">
                  <ns0:v>-1.60517993722</ns0:v>
                </ns0:pt>
                <ns0:pt idx="1453">
                  <ns0:v>-1.86477068539</ns0:v>
                </ns0:pt>
                <ns0:pt idx="1454">
                  <ns0:v>-0.375984893568</ns0:v>
                </ns0:pt>
                <ns0:pt idx="1455">
                  <ns0:v>0.961381581814</ns0:v>
                </ns0:pt>
                <ns0:pt idx="1456">
                  <ns0:v>2.56560751469</ns0:v>
                </ns0:pt>
                <ns0:pt idx="1457">
                  <ns0:v>2.60930700307</ns0:v>
                </ns0:pt>
                <ns0:pt idx="1458">
                  <ns0:v>-0.0651628857469</ns0:v>
                </ns0:pt>
                <ns0:pt idx="1459">
                  <ns0:v>-1.24385407842</ns0:v>
                </ns0:pt>
                <ns0:pt idx="1460">
                  <ns0:v>-0.596906799046</ns0:v>
                </ns0:pt>
                <ns0:pt idx="1461">
                  <ns0:v>-0.683228412067</ns0:v>
                </ns0:pt>
                <ns0:pt idx="1462">
                  <ns0:v>-1.87592490047</ns0:v>
                </ns0:pt>
                <ns0:pt idx="1463">
                  <ns0:v>-0.873235919535</ns0:v>
                </ns0:pt>
                <ns0:pt idx="1464">
                  <ns0:v>1.37110973251</ns0:v>
                </ns0:pt>
                <ns0:pt idx="1465">
                  <ns0:v>3.49834868597</ns0:v>
                </ns0:pt>
                <ns0:pt idx="1466">
                  <ns0:v>4.62187167375</ns0:v>
                </ns0:pt>
                <ns0:pt idx="1467">
                  <ns0:v>4.05973874345</ns0:v>
                </ns0:pt>
                <ns0:pt idx="1468">
                  <ns0:v>2.44954748071</ns0:v>
                </ns0:pt>
                <ns0:pt idx="1469">
                  <ns0:v>0.123061748202</ns0:v>
                </ns0:pt>
                <ns0:pt idx="1470">
                  <ns0:v>-2.3836594695</ns0:v>
                </ns0:pt>
                <ns0:pt idx="1471">
                  <ns0:v>-4.83379390449</ns0:v>
                </ns0:pt>
                <ns0:pt idx="1472">
                  <ns0:v>-3.13336638936</ns0:v>
                </ns0:pt>
                <ns0:pt idx="1473">
                  <ns0:v>0.629684935154</ns0:v>
                </ns0:pt>
                <ns0:pt idx="1474">
                  <ns0:v>3.07376821917</ns0:v>
                </ns0:pt>
                <ns0:pt idx="1475">
                  <ns0:v>4.35663887821</ns0:v>
                </ns0:pt>
                <ns0:pt idx="1476">
                  <ns0:v>4.591077773</ns0:v>
                </ns0:pt>
                <ns0:pt idx="1477">
                  <ns0:v>2.76334630012</ns0:v>
                </ns0:pt>
                <ns0:pt idx="1478">
                  <ns0:v>-0.444519164372</ns0:v>
                </ns0:pt>
                <ns0:pt idx="1479">
                  <ns0:v>-2.76559948462</ns0:v>
                </ns0:pt>
                <ns0:pt idx="1480">
                  <ns0:v>-3.13747163705</ns0:v>
                </ns0:pt>
                <ns0:pt idx="1481">
                  <ns0:v>-0.320037100075</ns0:v>
                </ns0:pt>
                <ns0:pt idx="1482">
                  <ns0:v>4.73779763623</ns0:v>
                </ns0:pt>
                <ns0:pt idx="1483">
                  <ns0:v>6.18289805909</ns0:v>
                </ns0:pt>
                <ns0:pt idx="1484">
                  <ns0:v>4.01834693685</ns0:v>
                </ns0:pt>
                <ns0:pt idx="1485">
                  <ns0:v>1.37811262664</ns0:v>
                </ns0:pt>
                <ns0:pt idx="1486">
                  <ns0:v>-2.01344003991</ns0:v>
                </ns0:pt>
                <ns0:pt idx="1487">
                  <ns0:v>-4.03533925461</ns0:v>
                </ns0:pt>
                <ns0:pt idx="1488">
                  <ns0:v>-2.49066929753</ns0:v>
                </ns0:pt>
                <ns0:pt idx="1489">
                  <ns0:v>2.30463455599</ns0:v>
                </ns0:pt>
                <ns0:pt idx="1490">
                  <ns0:v>5.28232641893</ns0:v>
                </ns0:pt>
                <ns0:pt idx="1491">
                  <ns0:v>5.7206279875</ns0:v>
                </ns0:pt>
                <ns0:pt idx="1492">
                  <ns0:v>4.0706107307</ns0:v>
                </ns0:pt>
                <ns0:pt idx="1493">
                  <ns0:v>0.430916363579</ns0:v>
                </ns0:pt>
                <ns0:pt idx="1494">
                  <ns0:v>-3.51903654844</ns0:v>
                </ns0:pt>
                <ns0:pt idx="1495">
                  <ns0:v>-5.99275586672</ns0:v>
                </ns0:pt>
                <ns0:pt idx="1496">
                  <ns0:v>-4.50193780938</ns0:v>
                </ns0:pt>
                <ns0:pt idx="1497">
                  <ns0:v>0.596157058891</ns0:v>
                </ns0:pt>
                <ns0:pt idx="1498">
                  <ns0:v>4.80899968824</ns0:v>
                </ns0:pt>
                <ns0:pt idx="1499">
                  <ns0:v>5.28082603564</ns0:v>
                </ns0:pt>
                <ns0:pt idx="1500">
                  <ns0:v>3.19373802583</ns0:v>
                </ns0:pt>
                <ns0:pt idx="1501">
                  <ns0:v>0.507140679572</ns0:v>
                </ns0:pt>
                <ns0:pt idx="1502">
                  <ns0:v>-2.40611747908</ns0:v>
                </ns0:pt>
                <ns0:pt idx="1503">
                  <ns0:v>-5.08394532643</ns0:v>
                </ns0:pt>
                <ns0:pt idx="1504">
                  <ns0:v>-5.09211265587</ns0:v>
                </ns0:pt>
                <ns0:pt idx="1505">
                  <ns0:v>-1.63426734222</ns0:v>
                </ns0:pt>
                <ns0:pt idx="1506">
                  <ns0:v>2.91843598422</ns0:v>
                </ns0:pt>
                <ns0:pt idx="1507">
                  <ns0:v>6.30683483707</ns0:v>
                </ns0:pt>
                <ns0:pt idx="1508">
                  <ns0:v>7.18720413845</ns0:v>
                </ns0:pt>
                <ns0:pt idx="1509">
                  <ns0:v>4.35343167479</ns0:v>
                </ns0:pt>
                <ns0:pt idx="1510">
                  <ns0:v>-0.935345718661</ns0:v>
                </ns0:pt>
                <ns0:pt idx="1511">
                  <ns0:v>-4.40237339415</ns0:v>
                </ns0:pt>
                <ns0:pt idx="1512">
                  <ns0:v>-5.20696936763</ns0:v>
                </ns0:pt>
                <ns0:pt idx="1513">
                  <ns0:v>-4.28242215728</ns0:v>
                </ns0:pt>
                <ns0:pt idx="1514">
                  <ns0:v>-1.66693600149</ns0:v>
                </ns0:pt>
                <ns0:pt idx="1515">
                  <ns0:v>-0.0298015947597</ns0:v>
                </ns0:pt>
                <ns0:pt idx="1516">
                  <ns0:v>2.24320046402</ns0:v>
                </ns0:pt>
                <ns0:pt idx="1517">
                  <ns0:v>4.30572164538</ns0:v>
                </ns0:pt>
                <ns0:pt idx="1518">
                  <ns0:v>3.81558547517</ns0:v>
                </ns0:pt>
                <ns0:pt idx="1519">
                  <ns0:v>0.431011380601</ns0:v>
                </ns0:pt>
                <ns0:pt idx="1520">
                  <ns0:v>-3.56284076406</ns0:v>
                </ns0:pt>
                <ns0:pt idx="1521">
                  <ns0:v>-4.78398803902</ns0:v>
                </ns0:pt>
                <ns0:pt idx="1522">
                  <ns0:v>-2.82628423581</ns0:v>
                </ns0:pt>
                <ns0:pt idx="1523">
                  <ns0:v>0.476393001588</ns0:v>
                </ns0:pt>
                <ns0:pt idx="1524">
                  <ns0:v>3.31370545652</ns0:v>
                </ns0:pt>
                <ns0:pt idx="1525">
                  <ns0:v>5.37981558593</ns0:v>
                </ns0:pt>
                <ns0:pt idx="1526">
                  <ns0:v>5.16762095735</ns0:v>
                </ns0:pt>
                <ns0:pt idx="1527">
                  <ns0:v>2.57704414948</ns0:v>
                </ns0:pt>
                <ns0:pt idx="1528">
                  <ns0:v>-0.720961589704</ns0:v>
                </ns0:pt>
                <ns0:pt idx="1529">
                  <ns0:v>-3.33629425627</ns0:v>
                </ns0:pt>
                <ns0:pt idx="1530">
                  <ns0:v>-3.59578028515</ns0:v>
                </ns0:pt>
                <ns0:pt idx="1531">
                  <ns0:v>-1.37082889944</ns0:v>
                </ns0:pt>
                <ns0:pt idx="1532">
                  <ns0:v>0.980722659221</ns0:v>
                </ns0:pt>
                <ns0:pt idx="1533">
                  <ns0:v>1.5335210268</ns0:v>
                </ns0:pt>
                <ns0:pt idx="1534">
                  <ns0:v>1.72912352196</ns0:v>
                </ns0:pt>
                <ns0:pt idx="1535">
                  <ns0:v>2.15873299732</ns0:v>
                </ns0:pt>
                <ns0:pt idx="1536">
                  <ns0:v>1.20174344653</ns0:v>
                </ns0:pt>
                <ns0:pt idx="1537">
                  <ns0:v>-0.76274512631</ns0:v>
                </ns0:pt>
                <ns0:pt idx="1538">
                  <ns0:v>-0.815529680553</ns0:v>
                </ns0:pt>
                <ns0:pt idx="1539">
                  <ns0:v>1.47951520959</ns0:v>
                </ns0:pt>
                <ns0:pt idx="1540">
                  <ns0:v>3.868208762</ns0:v>
                </ns0:pt>
                <ns0:pt idx="1541">
                  <ns0:v>4.0132638427</ns0:v>
                </ns0:pt>
                <ns0:pt idx="1542">
                  <ns0:v>2.79965961503</ns0:v>
                </ns0:pt>
                <ns0:pt idx="1543">
                  <ns0:v>2.38108924127</ns0:v>
                </ns0:pt>
                <ns0:pt idx="1544">
                  <ns0:v>1.38453099242</ns0:v>
                </ns0:pt>
                <ns0:pt idx="1545">
                  <ns0:v>-2.27546487796</ns0:v>
                </ns0:pt>
                <ns0:pt idx="1546">
                  <ns0:v>-3.04714221341</ns0:v>
                </ns0:pt>
                <ns0:pt idx="1547">
                  <ns0:v>-0.969127752283</ns0:v>
                </ns0:pt>
                <ns0:pt idx="1548">
                  <ns0:v>0.790318137803</ns0:v>
                </ns0:pt>
                <ns0:pt idx="1549">
                  <ns0:v>1.41886781369</ns0:v>
                </ns0:pt>
                <ns0:pt idx="1550">
                  <ns0:v>2.09870700282</ns0:v>
                </ns0:pt>
                <ns0:pt idx="1551">
                  <ns0:v>2.36553609162</ns0:v>
                </ns0:pt>
                <ns0:pt idx="1552">
                  <ns0:v>1.1236986927</ns0:v>
                </ns0:pt>
                <ns0:pt idx="1553">
                  <ns0:v>-0.724251977199</ns0:v>
                </ns0:pt>
                <ns0:pt idx="1554">
                  <ns0:v>-1.35238080285</ns0:v>
                </ns0:pt>
                <ns0:pt idx="1555">
                  <ns0:v>-1.06646339001</ns0:v>
                </ns0:pt>
                <ns0:pt idx="1556">
                  <ns0:v>-0.337321241463</ns0:v>
                </ns0:pt>
                <ns0:pt idx="1557">
                  <ns0:v>1.2491852897</ns0:v>
                </ns0:pt>
                <ns0:pt idx="1558">
                  <ns0:v>2.8407251119</ns0:v>
                </ns0:pt>
                <ns0:pt idx="1559">
                  <ns0:v>2.95553629188</ns0:v>
                </ns0:pt>
                <ns0:pt idx="1560">
                  <ns0:v>0.985590691439</ns0:v>
                </ns0:pt>
                <ns0:pt idx="1561">
                  <ns0:v>-1.40473916875</ns0:v>
                </ns0:pt>
                <ns0:pt idx="1562">
                  <ns0:v>-2.24162914094</ns0:v>
                </ns0:pt>
                <ns0:pt idx="1563">
                  <ns0:v>-1.46671170795</ns0:v>
                </ns0:pt>
                <ns0:pt idx="1564">
                  <ns0:v>0.912718670622</ns0:v>
                </ns0:pt>
                <ns0:pt idx="1565">
                  <ns0:v>1.97762619909</ns0:v>
                </ns0:pt>
                <ns0:pt idx="1566">
                  <ns0:v>2.82651841741</ns0:v>
                </ns0:pt>
                <ns0:pt idx="1567">
                  <ns0:v>3.41732729762</ns0:v>
                </ns0:pt>
                <ns0:pt idx="1568">
                  <ns0:v>2.06285828032</ns0:v>
                </ns0:pt>
                <ns0:pt idx="1569">
                  <ns0:v>-0.932741190102</ns0:v>
                </ns0:pt>
                <ns0:pt idx="1570">
                  <ns0:v>-3.93192865979</ns0:v>
                </ns0:pt>
                <ns0:pt idx="1571">
                  <ns0:v>-5.63145140286</ns0:v>
                </ns0:pt>
                <ns0:pt idx="1572">
                  <ns0:v>-5.21033130881</ns0:v>
                </ns0:pt>
                <ns0:pt idx="1573">
                  <ns0:v>-2.66114679442</ns0:v>
                </ns0:pt>
                <ns0:pt idx="1574">
                  <ns0:v>0.560990259172</ns0:v>
                </ns0:pt>
                <ns0:pt idx="1575">
                  <ns0:v>2.46713311993</ns0:v>
                </ns0:pt>
                <ns0:pt idx="1576">
                  <ns0:v>2.47969504566</ns0:v>
                </ns0:pt>
                <ns0:pt idx="1577">
                  <ns0:v>0.856573268373</ns0:v>
                </ns0:pt>
                <ns0:pt idx="1578">
                  <ns0:v>-2.0592661976</ns0:v>
                </ns0:pt>
                <ns0:pt idx="1579">
                  <ns0:v>-4.35623211829</ns0:v>
                </ns0:pt>
                <ns0:pt idx="1580">
                  <ns0:v>-4.13948845935</ns0:v>
                </ns0:pt>
                <ns0:pt idx="1581">
                  <ns0:v>-2.70995321451</ns0:v>
                </ns0:pt>
                <ns0:pt idx="1582">
                  <ns0:v>-0.579253973557</ns0:v>
                </ns0:pt>
                <ns0:pt idx="1583">
                  <ns0:v>1.47885226105</ns0:v>
                </ns0:pt>
                <ns0:pt idx="1584">
                  <ns0:v>1.79770805306</ns0:v>
                </ns0:pt>
                <ns0:pt idx="1585">
                  <ns0:v>0.331164467424</ns0:v>
                </ns0:pt>
                <ns0:pt idx="1586">
                  <ns0:v>-2.07910959116</ns0:v>
                </ns0:pt>
                <ns0:pt idx="1587">
                  <ns0:v>-2.44851890675</ns0:v>
                </ns0:pt>
                <ns0:pt idx="1588">
                  <ns0:v>-2.46971381891</ns0:v>
                </ns0:pt>
                <ns0:pt idx="1589">
                  <ns0:v>-2.5498918836</ns0:v>
                </ns0:pt>
                <ns0:pt idx="1590">
                  <ns0:v>0.0828374111318</ns0:v>
                </ns0:pt>
                <ns0:pt idx="1591">
                  <ns0:v>4.75566166507</ns0:v>
                </ns0:pt>
                <ns0:pt idx="1592">
                  <ns0:v>5.59504737608</ns0:v>
                </ns0:pt>
                <ns0:pt idx="1593">
                  <ns0:v>3.74849518835</ns0:v>
                </ns0:pt>
                <ns0:pt idx="1594">
                  <ns0:v>0.557367235593</ns0:v>
                </ns0:pt>
                <ns0:pt idx="1595">
                  <ns0:v>-3.28545595417</ns0:v>
                </ns0:pt>
                <ns0:pt idx="1596">
                  <ns0:v>-5.68338340085</ns0:v>
                </ns0:pt>
                <ns0:pt idx="1597">
                  <ns0:v>-5.40181785221</ns0:v>
                </ns0:pt>
                <ns0:pt idx="1598">
                  <ns0:v>-2.26633296526</ns0:v>
                </ns0:pt>
                <ns0:pt idx="1599">
                  <ns0:v>2.85393285636</ns0:v>
                </ns0:pt>
                <ns0:pt idx="1600">
                  <ns0:v>8.3566417536</ns0:v>
                </ns0:pt>
                <ns0:pt idx="1601">
                  <ns0:v>7.98633208484</ns0:v>
                </ns0:pt>
                <ns0:pt idx="1602">
                  <ns0:v>3.83085637125</ns0:v>
                </ns0:pt>
                <ns0:pt idx="1603">
                  <ns0:v>2.80138593906</ns0:v>
                </ns0:pt>
                <ns0:pt idx="1604">
                  <ns0:v>3.6550822492</ns0:v>
                </ns0:pt>
                <ns0:pt idx="1605">
                  <ns0:v>2.1509584468</ns0:v>
                </ns0:pt>
                <ns0:pt idx="1606">
                  <ns0:v>-0.0246337580146</ns0:v>
                </ns0:pt>
                <ns0:pt idx="1607">
                  <ns0:v>-1.10694003118</ns0:v>
                </ns0:pt>
                <ns0:pt idx="1608">
                  <ns0:v>-0.595296299328</ns0:v>
                </ns0:pt>
                <ns0:pt idx="1609">
                  <ns0:v>1.15761256114</ns0:v>
                </ns0:pt>
                <ns0:pt idx="1610">
                  <ns0:v>3.50684191291</ns0:v>
                </ns0:pt>
                <ns0:pt idx="1611">
                  <ns0:v>5.0281303039</ns0:v>
                </ns0:pt>
                <ns0:pt idx="1612">
                  <ns0:v>5.10831543355</ns0:v>
                </ns0:pt>
                <ns0:pt idx="1613">
                  <ns0:v>2.97225290767</ns0:v>
                </ns0:pt>
                <ns0:pt idx="1614">
                  <ns0:v>-0.286679701727</ns0:v>
                </ns0:pt>
                <ns0:pt idx="1615">
                  <ns0:v>-4.18423525559</ns0:v>
                </ns0:pt>
                <ns0:pt idx="1616">
                  <ns0:v>-8.41862408742</ns0:v>
                </ns0:pt>
                <ns0:pt idx="1617">
                  <ns0:v>-9.14595883585</ns0:v>
                </ns0:pt>
                <ns0:pt idx="1618">
                  <ns0:v>-5.98912075114</ns0:v>
                </ns0:pt>
                <ns0:pt idx="1619">
                  <ns0:v>2.74607860421</ns0:v>
                </ns0:pt>
                <ns0:pt idx="1620">
                  <ns0:v>12.1750404251</ns0:v>
                </ns0:pt>
                <ns0:pt idx="1621">
                  <ns0:v>14.2535957539</ns0:v>
                </ns0:pt>
                <ns0:pt idx="1622">
                  <ns0:v>8.48088954969</ns0:v>
                </ns0:pt>
                <ns0:pt idx="1623">
                  <ns0:v>-0.699017414287</ns0:v>
                </ns0:pt>
                <ns0:pt idx="1624">
                  <ns0:v>-9.29576262085</ns0:v>
                </ns0:pt>
                <ns0:pt idx="1625">
                  <ns0:v>-12.8260914209</ns0:v>
                </ns0:pt>
                <ns0:pt idx="1626">
                  <ns0:v>-10.4016530408</ns0:v>
                </ns0:pt>
                <ns0:pt idx="1627">
                  <ns0:v>-3.77828606283</ns0:v>
                </ns0:pt>
                <ns0:pt idx="1628">
                  <ns0:v>3.55744245924</ns0:v>
                </ns0:pt>
                <ns0:pt idx="1629">
                  <ns0:v>8.78346574967</ns0:v>
                </ns0:pt>
                <ns0:pt idx="1630">
                  <ns0:v>9.83838358384</ns0:v>
                </ns0:pt>
                <ns0:pt idx="1631">
                  <ns0:v>5.7035926335</ns0:v>
                </ns0:pt>
                <ns0:pt idx="1632">
                  <ns0:v>-1.87997795078</ns0:v>
                </ns0:pt>
                <ns0:pt idx="1633">
                  <ns0:v>-7.81512560636</ns0:v>
                </ns0:pt>
                <ns0:pt idx="1634">
                  <ns0:v>-8.55818418244</ns0:v>
                </ns0:pt>
                <ns0:pt idx="1635">
                  <ns0:v>-6.40162163274</ns0:v>
                </ns0:pt>
                <ns0:pt idx="1636">
                  <ns0:v>-1.76914554086</ns0:v>
                </ns0:pt>
                <ns0:pt idx="1637">
                  <ns0:v>3.79531668352</ns0:v>
                </ns0:pt>
                <ns0:pt idx="1638">
                  <ns0:v>7.50405655416</ns0:v>
                </ns0:pt>
                <ns0:pt idx="1639">
                  <ns0:v>7.49502704909</ns0:v>
                </ns0:pt>
                <ns0:pt idx="1640">
                  <ns0:v>5.20250381799</ns0:v>
                </ns0:pt>
                <ns0:pt idx="1641">
                  <ns0:v>1.21497702981</ns0:v>
                </ns0:pt>
                <ns0:pt idx="1642">
                  <ns0:v>-2.79170886277</ns0:v>
                </ns0:pt>
                <ns0:pt idx="1643">
                  <ns0:v>-4.74306915219</ns0:v>
                </ns0:pt>
                <ns0:pt idx="1644">
                  <ns0:v>-3.58042126757</ns0:v>
                </ns0:pt>
                <ns0:pt idx="1645">
                  <ns0:v>-0.324706837219</ns0:v>
                </ns0:pt>
                <ns0:pt idx="1646">
                  <ns0:v>2.48745056475</ns0:v>
                </ns0:pt>
                <ns0:pt idx="1647">
                  <ns0:v>3.67735754511</ns0:v>
                </ns0:pt>
                <ns0:pt idx="1648">
                  <ns0:v>3.63009950936</ns0:v>
                </ns0:pt>
                <ns0:pt idx="1649">
                  <ns0:v>3.43934047751</ns0:v>
                </ns0:pt>
                <ns0:pt idx="1650">
                  <ns0:v>2.37298616742</ns0:v>
                </ns0:pt>
                <ns0:pt idx="1651">
                  <ns0:v>0.184031260101</ns0:v>
                </ns0:pt>
                <ns0:pt idx="1652">
                  <ns0:v>-0.490962149667</ns0:v>
                </ns0:pt>
                <ns0:pt idx="1653">
                  <ns0:v>-1.28833273507</ns0:v>
                </ns0:pt>
                <ns0:pt idx="1654">
                  <ns0:v>-2.34610509873</ns0:v>
                </ns0:pt>
                <ns0:pt idx="1655">
                  <ns0:v>-1.79639097119</ns0:v>
                </ns0:pt>
                <ns0:pt idx="1656">
                  <ns0:v>-0.442866070401</ns0:v>
                </ns0:pt>
                <ns0:pt idx="1657">
                  <ns0:v>1.06836639623</ns0:v>
                </ns0:pt>
                <ns0:pt idx="1658">
                  <ns0:v>2.23894562975</ns0:v>
                </ns0:pt>
                <ns0:pt idx="1659">
                  <ns0:v>3.62849980399</ns0:v>
                </ns0:pt>
                <ns0:pt idx="1660">
                  <ns0:v>3.675561556</ns0:v>
                </ns0:pt>
                <ns0:pt idx="1661">
                  <ns0:v>1.14682707011</ns0:v>
                </ns0:pt>
                <ns0:pt idx="1662">
                  <ns0:v>-1.47174781227</ns0:v>
                </ns0:pt>
                <ns0:pt idx="1663">
                  <ns0:v>-2.58444609628</ns0:v>
                </ns0:pt>
                <ns0:pt idx="1664">
                  <ns0:v>-2.90454137351</ns0:v>
                </ns0:pt>
                <ns0:pt idx="1665">
                  <ns0:v>-1.46027563496</ns0:v>
                </ns0:pt>
                <ns0:pt idx="1666">
                  <ns0:v>1.26806198771</ns0:v>
                </ns0:pt>
                <ns0:pt idx="1667">
                  <ns0:v>3.50382977393</ns0:v>
                </ns0:pt>
                <ns0:pt idx="1668">
                  <ns0:v>4.96304027833</ns0:v>
                </ns0:pt>
                <ns0:pt idx="1669">
                  <ns0:v>4.92232430871</ns0:v>
                </ns0:pt>
                <ns0:pt idx="1670">
                  <ns0:v>0.597342589739</ns0:v>
                </ns0:pt>
                <ns0:pt idx="1671">
                  <ns0:v>-3.91397231115</ns0:v>
                </ns0:pt>
                <ns0:pt idx="1672">
                  <ns0:v>-4.57396406158</ns0:v>
                </ns0:pt>
                <ns0:pt idx="1673">
                  <ns0:v>-3.92576687464</ns0:v>
                </ns0:pt>
                <ns0:pt idx="1674">
                  <ns0:v>-2.67090726615</ns0:v>
                </ns0:pt>
                <ns0:pt idx="1675">
                  <ns0:v>-0.168372510701</ns0:v>
                </ns0:pt>
                <ns0:pt idx="1676">
                  <ns0:v>-0.280830320061</ns0:v>
                </ns0:pt>
                <ns0:pt idx="1677">
                  <ns0:v>-2.31210753496</ns0:v>
                </ns0:pt>
                <ns0:pt idx="1678">
                  <ns0:v>-2.48864936301</ns0:v>
                </ns0:pt>
                <ns0:pt idx="1679">
                  <ns0:v>-0.892726689412</ns0:v>
                </ns0:pt>
                <ns0:pt idx="1680">
                  <ns0:v>4.64380257301</ns0:v>
                </ns0:pt>
                <ns0:pt idx="1681">
                  <ns0:v>9.60078819095</ns0:v>
                </ns0:pt>
                <ns0:pt idx="1682">
                  <ns0:v>6.96462843573</ns0:v>
                </ns0:pt>
                <ns0:pt idx="1683">
                  <ns0:v>0.38569044235</ns0:v>
                </ns0:pt>
                <ns0:pt idx="1684">
                  <ns0:v>-7.70397463143</ns0:v>
                </ns0:pt>
                <ns0:pt idx="1685">
                  <ns0:v>-14.5395632522</ns0:v>
                </ns0:pt>
                <ns0:pt idx="1686">
                  <ns0:v>-14.6633357675</ns0:v>
                </ns0:pt>
                <ns0:pt idx="1687">
                  <ns0:v>-6.20757298484</ns0:v>
                </ns0:pt>
                <ns0:pt idx="1688">
                  <ns0:v>4.99555493505</ns0:v>
                </ns0:pt>
                <ns0:pt idx="1689">
                  <ns0:v>12.0693121885</ns0:v>
                </ns0:pt>
                <ns0:pt idx="1690">
                  <ns0:v>13.9524583799</ns0:v>
                </ns0:pt>
                <ns0:pt idx="1691">
                  <ns0:v>10.6879476436</ns0:v>
                </ns0:pt>
                <ns0:pt idx="1692">
                  <ns0:v>2.48421816215</ns0:v>
                </ns0:pt>
                <ns0:pt idx="1693">
                  <ns0:v>-8.00205919234</ns0:v>
                </ns0:pt>
                <ns0:pt idx="1694">
                  <ns0:v>-11.5138199582</ns0:v>
                </ns0:pt>
                <ns0:pt idx="1695">
                  <ns0:v>-7.19155880748</ns0:v>
                </ns0:pt>
                <ns0:pt idx="1696">
                  <ns0:v>-0.69917967527</ns0:v>
                </ns0:pt>
                <ns0:pt idx="1697">
                  <ns0:v>6.5001559418</ns0:v>
                </ns0:pt>
                <ns0:pt idx="1698">
                  <ns0:v>12.4331485709</ns0:v>
                </ns0:pt>
                <ns0:pt idx="1699">
                  <ns0:v>11.1136038644</ns0:v>
                </ns0:pt>
                <ns0:pt idx="1700">
                  <ns0:v>4.32690941631</ns0:v>
                </ns0:pt>
                <ns0:pt idx="1701">
                  <ns0:v>-3.05774690714</ns0:v>
                </ns0:pt>
                <ns0:pt idx="1702">
                  <ns0:v>-9.36757632075</ns0:v>
                </ns0:pt>
                <ns0:pt idx="1703">
                  <ns0:v>-12.1208857429</ns0:v>
                </ns0:pt>
                <ns0:pt idx="1704">
                  <ns0:v>-8.25945213916</ns0:v>
                </ns0:pt>
                <ns0:pt idx="1705">
                  <ns0:v>-0.467734066201</ns0:v>
                </ns0:pt>
                <ns0:pt idx="1706">
                  <ns0:v>6.85025570162</ns0:v>
                </ns0:pt>
                <ns0:pt idx="1707">
                  <ns0:v>10.680357639</ns0:v>
                </ns0:pt>
                <ns0:pt idx="1708">
                  <ns0:v>9.59060717948</ns0:v>
                </ns0:pt>
                <ns0:pt idx="1709">
                  <ns0:v>4.82473535953</ns0:v>
                </ns0:pt>
                <ns0:pt idx="1710">
                  <ns0:v>-1.76372207409</ns0:v>
                </ns0:pt>
                <ns0:pt idx="1711">
                  <ns0:v>-7.28107131848</ns0:v>
                </ns0:pt>
                <ns0:pt idx="1712">
                  <ns0:v>-7.76404238869</ns0:v>
                </ns0:pt>
                <ns0:pt idx="1713">
                  <ns0:v>-5.19046957901</ns0:v>
                </ns0:pt>
                <ns0:pt idx="1714">
                  <ns0:v>-2.01751831828</ns0:v>
                </ns0:pt>
                <ns0:pt idx="1715">
                  <ns0:v>2.29830125025</ns0:v>
                </ns0:pt>
                <ns0:pt idx="1716">
                  <ns0:v>6.09155914842</ns0:v>
                </ns0:pt>
                <ns0:pt idx="1717">
                  <ns0:v>6.50343632888</ns0:v>
                </ns0:pt>
                <ns0:pt idx="1718">
                  <ns0:v>4.44062334556</ns0:v>
                </ns0:pt>
                <ns0:pt idx="1719">
                  <ns0:v>1.58141164317</ns0:v>
                </ns0:pt>
                <ns0:pt idx="1720">
                  <ns0:v>-1.78058740358</ns0:v>
                </ns0:pt>
                <ns0:pt idx="1721">
                  <ns0:v>-3.68227409509</ns0:v>
                </ns0:pt>
                <ns0:pt idx="1722">
                  <ns0:v>-1.99507499751</ns0:v>
                </ns0:pt>
                <ns0:pt idx="1723">
                  <ns0:v>1.30989345856</ns0:v>
                </ns0:pt>
                <ns0:pt idx="1724">
                  <ns0:v>2.2474733784</ns0:v>
                </ns0:pt>
                <ns0:pt idx="1725">
                  <ns0:v>0.780706885998</ns0:v>
                </ns0:pt>
                <ns0:pt idx="1726">
                  <ns0:v>0.710494252945</ns0:v>
                </ns0:pt>
                <ns0:pt idx="1727">
                  <ns0:v>0.37861869461</ns0:v>
                </ns0:pt>
                <ns0:pt idx="1728">
                  <ns0:v>-0.837599552151</ns0:v>
                </ns0:pt>
                <ns0:pt idx="1729">
                  <ns0:v>-0.744348451747</ns0:v>
                </ns0:pt>
                <ns0:pt idx="1730">
                  <ns0:v>0.829900419265</ns0:v>
                </ns0:pt>
                <ns0:pt idx="1731">
                  <ns0:v>3.95536352877</ns0:v>
                </ns0:pt>
                <ns0:pt idx="1732">
                  <ns0:v>7.61846163033</ns0:v>
                </ns0:pt>
                <ns0:pt idx="1733">
                  <ns0:v>7.78658358688</ns0:v>
                </ns0:pt>
                <ns0:pt idx="1734">
                  <ns0:v>1.89633953207</ns0:v>
                </ns0:pt>
                <ns0:pt idx="1735">
                  <ns0:v>-3.91282057479</ns0:v>
                </ns0:pt>
                <ns0:pt idx="1736">
                  <ns0:v>-5.32204438601</ns0:v>
                </ns0:pt>
                <ns0:pt idx="1737">
                  <ns0:v>-3.70748231967</ns0:v>
                </ns0:pt>
                <ns0:pt idx="1738">
                  <ns0:v>-0.591743546273</ns0:v>
                </ns0:pt>
                <ns0:pt idx="1739">
                  <ns0:v>4.36101517665</ns0:v>
                </ns0:pt>
                <ns0:pt idx="1740">
                  <ns0:v>8.15467827148</ns0:v>
                </ns0:pt>
                <ns0:pt idx="1741">
                  <ns0:v>7.10302982023</ns0:v>
                </ns0:pt>
                <ns0:pt idx="1742">
                  <ns0:v>2.4573660576</ns0:v>
                </ns0:pt>
                <ns0:pt idx="1743">
                  <ns0:v>-2.19869418881</ns0:v>
                </ns0:pt>
                <ns0:pt idx="1744">
                  <ns0:v>-5.54894887691</ns0:v>
                </ns0:pt>
                <ns0:pt idx="1745">
                  <ns0:v>-6.24343904797</ns0:v>
                </ns0:pt>
                <ns0:pt idx="1746">
                  <ns0:v>-2.6990157583</ns0:v>
                </ns0:pt>
                <ns0:pt idx="1747">
                  <ns0:v>2.11116155163</ns0:v>
                </ns0:pt>
                <ns0:pt idx="1748">
                  <ns0:v>5.15859487553</ns0:v>
                </ns0:pt>
                <ns0:pt idx="1749">
                  <ns0:v>6.76082503212</ns0:v>
                </ns0:pt>
                <ns0:pt idx="1750">
                  <ns0:v>4.56767924823</ns0:v>
                </ns0:pt>
                <ns0:pt idx="1751">
                  <ns0:v>-1.17693801147</ns0:v>
                </ns0:pt>
                <ns0:pt idx="1752">
                  <ns0:v>-5.19062139972</ns0:v>
                </ns0:pt>
                <ns0:pt idx="1753">
                  <ns0:v>-5.60443647855</ns0:v>
                </ns0:pt>
                <ns0:pt idx="1754">
                  <ns0:v>-2.16702987413</ns0:v>
                </ns0:pt>
                <ns0:pt idx="1755">
                  <ns0:v>2.45574797577</ns0:v>
                </ns0:pt>
                <ns0:pt idx="1756">
                  <ns0:v>6.16542773874</ns0:v>
                </ns0:pt>
                <ns0:pt idx="1757">
                  <ns0:v>6.63102725135</ns0:v>
                </ns0:pt>
                <ns0:pt idx="1758">
                  <ns0:v>1.96330046793</ns0:v>
                </ns0:pt>
                <ns0:pt idx="1759">
                  <ns0:v>-1.53816429045</ns0:v>
                </ns0:pt>
                <ns0:pt idx="1760">
                  <ns0:v>-3.46234140102</ns0:v>
                </ns0:pt>
                <ns0:pt idx="1761">
                  <ns0:v>-4.20051643604</ns0:v>
                </ns0:pt>
                <ns0:pt idx="1762">
                  <ns0:v>-3.00384768989</ns0:v>
                </ns0:pt>
                <ns0:pt idx="1763">
                  <ns0:v>0.722642747864</ns0:v>
                </ns0:pt>
                <ns0:pt idx="1764">
                  <ns0:v>4.73222048973</ns0:v>
                </ns0:pt>
                <ns0:pt idx="1765">
                  <ns0:v>6.10480680493</ns0:v>
                </ns0:pt>
                <ns0:pt idx="1766">
                  <ns0:v>4.39824899763</ns0:v>
                </ns0:pt>
                <ns0:pt idx="1767">
                  <ns0:v>0.890204631525</ns0:v>
                </ns0:pt>
                <ns0:pt idx="1768">
                  <ns0:v>-2.60910905033</ns0:v>
                </ns0:pt>
                <ns0:pt idx="1769">
                  <ns0:v>-4.21528803478</ns0:v>
                </ns0:pt>
                <ns0:pt idx="1770">
                  <ns0:v>-3.01534253327</ns0:v>
                </ns0:pt>
                <ns0:pt idx="1771">
                  <ns0:v>0.0602112335482</ns0:v>
                </ns0:pt>
                <ns0:pt idx="1772">
                  <ns0:v>3.23646289623</ns0:v>
                </ns0:pt>
                <ns0:pt idx="1773">
                  <ns0:v>4.74085672782</ns0:v>
                </ns0:pt>
                <ns0:pt idx="1774">
                  <ns0:v>3.51014198203</ns0:v>
                </ns0:pt>
                <ns0:pt idx="1775">
                  <ns0:v>0.374723658932</ns0:v>
                </ns0:pt>
                <ns0:pt idx="1776">
                  <ns0:v>-2.20727853426</ns0:v>
                </ns0:pt>
                <ns0:pt idx="1777">
                  <ns0:v>-3.32347395596</ns0:v>
                </ns0:pt>
                <ns0:pt idx="1778">
                  <ns0:v>-3.30184912007</ns0:v>
                </ns0:pt>
                <ns0:pt idx="1779">
                  <ns0:v>-0.770914265738</ns0:v>
                </ns0:pt>
                <ns0:pt idx="1780">
                  <ns0:v>3.1753247135</ns0:v>
                </ns0:pt>
                <ns0:pt idx="1781">
                  <ns0:v>5.16167966252</ns0:v>
                </ns0:pt>
                <ns0:pt idx="1782">
                  <ns0:v>4.53887809693</ns0:v>
                </ns0:pt>
                <ns0:pt idx="1783">
                  <ns0:v>2.75769247226</ns0:v>
                </ns0:pt>
                <ns0:pt idx="1784">
                  <ns0:v>-0.156630152624</ns0:v>
                </ns0:pt>
                <ns0:pt idx="1785">
                  <ns0:v>-3.51383996764</ns0:v>
                </ns0:pt>
                <ns0:pt idx="1786">
                  <ns0:v>-5.01423849303</ns0:v>
                </ns0:pt>
                <ns0:pt idx="1787">
                  <ns0:v>-3.75418449393</ns0:v>
                </ns0:pt>
                <ns0:pt idx="1788">
                  <ns0:v>-1.21747965301</ns0:v>
                </ns0:pt>
                <ns0:pt idx="1789">
                  <ns0:v>2.09794553318</ns0:v>
                </ns0:pt>
                <ns0:pt idx="1790">
                  <ns0:v>4.85560632915</ns0:v>
                </ns0:pt>
                <ns0:pt idx="1791">
                  <ns0:v>4.37247792198</ns0:v>
                </ns0:pt>
                <ns0:pt idx="1792">
                  <ns0:v>0.896285100714</ns0:v>
                </ns0:pt>
                <ns0:pt idx="1793">
                  <ns0:v>-2.48490986478</ns0:v>
                </ns0:pt>
                <ns0:pt idx="1794">
                  <ns0:v>-3.28890365524</ns0:v>
                </ns0:pt>
                <ns0:pt idx="1795">
                  <ns0:v>-2.253053561</ns0:v>
                </ns0:pt>
                <ns0:pt idx="1796">
                  <ns0:v>-0.245867280183</ns0:v>
                </ns0:pt>
                <ns0:pt idx="1797">
                  <ns0:v>1.5765254497</ns0:v>
                </ns0:pt>
                <ns0:pt idx="1798">
                  <ns0:v>3.94839370598</ns0:v>
                </ns0:pt>
                <ns0:pt idx="1799">
                  <ns0:v>5.52146102342</ns0:v>
                </ns0:pt>
                <ns0:pt idx="1800">
                  <ns0:v>5.07034156956</ns0:v>
                </ns0:pt>
                <ns0:pt idx="1801">
                  <ns0:v>1.89518753701</ns0:v>
                </ns0:pt>
                <ns0:pt idx="1802">
                  <ns0:v>-2.21637312938</ns0:v>
                </ns0:pt>
                <ns0:pt idx="1803">
                  <ns0:v>-4.63680112635</ns0:v>
                </ns0:pt>
                <ns0:pt idx="1804">
                  <ns0:v>-4.28717650555</ns0:v>
                </ns0:pt>
                <ns0:pt idx="1805">
                  <ns0:v>-3.32215014713</ns0:v>
                </ns0:pt>
                <ns0:pt idx="1806">
                  <ns0:v>-0.712956203327</ns0:v>
                </ns0:pt>
                <ns0:pt idx="1807">
                  <ns0:v>2.91542510456</ns0:v>
                </ns0:pt>
                <ns0:pt idx="1808">
                  <ns0:v>5.27055448118</ns0:v>
                </ns0:pt>
                <ns0:pt idx="1809">
                  <ns0:v>4.69509793901</ns0:v>
                </ns0:pt>
                <ns0:pt idx="1810">
                  <ns0:v>1.15609483205</ns0:v>
                </ns0:pt>
                <ns0:pt idx="1811">
                  <ns0:v>-3.08357918214</ns0:v>
                </ns0:pt>
                <ns0:pt idx="1812">
                  <ns0:v>-5.0435989732</ns0:v>
                </ns0:pt>
                <ns0:pt idx="1813">
                  <ns0:v>-3.90104877075</ns0:v>
                </ns0:pt>
                <ns0:pt idx="1814">
                  <ns0:v>-0.599346903935</ns0:v>
                </ns0:pt>
                <ns0:pt idx="1815">
                  <ns0:v>2.02770678988</ns0:v>
                </ns0:pt>
                <ns0:pt idx="1816">
                  <ns0:v>3.82587655922</ns0:v>
                </ns0:pt>
                <ns0:pt idx="1817">
                  <ns0:v>4.47173152071</ns0:v>
                </ns0:pt>
                <ns0:pt idx="1818">
                  <ns0:v>2.3720141972</ns0:v>
                </ns0:pt>
                <ns0:pt idx="1819">
                  <ns0:v>-1.94879665865</ns0:v>
                </ns0:pt>
                <ns0:pt idx="1820">
                  <ns0:v>-5.42584080162</ns0:v>
                </ns0:pt>
                <ns0:pt idx="1821">
                  <ns0:v>-6.14507024386</ns0:v>
                </ns0:pt>
                <ns0:pt idx="1822">
                  <ns0:v>-3.60974154954</ns0:v>
                </ns0:pt>
                <ns0:pt idx="1823">
                  <ns0:v>-0.161270217547</ns0:v>
                </ns0:pt>
                <ns0:pt idx="1824">
                  <ns0:v>1.63623880179</ns0:v>
                </ns0:pt>
                <ns0:pt idx="1825">
                  <ns0:v>1.81373788227</ns0:v>
                </ns0:pt>
                <ns0:pt idx="1826">
                  <ns0:v>1.43562213271</ns0:v>
                </ns0:pt>
                <ns0:pt idx="1827">
                  <ns0:v>-0.727600800025</ns0:v>
                </ns0:pt>
                <ns0:pt idx="1828">
                  <ns0:v>-3.42213765302</ns0:v>
                </ns0:pt>
                <ns0:pt idx="1829">
                  <ns0:v>-4.25935242307</ns0:v>
                </ns0:pt>
                <ns0:pt idx="1830">
                  <ns0:v>-3.42754374611</ns0:v>
                </ns0:pt>
                <ns0:pt idx="1831">
                  <ns0:v>-1.57380468127</ns0:v>
                </ns0:pt>
                <ns0:pt idx="1832">
                  <ns0:v>1.23053485025</ns0:v>
                </ns0:pt>
                <ns0:pt idx="1833">
                  <ns0:v>4.22784850771</ns0:v>
                </ns0:pt>
                <ns0:pt idx="1834">
                  <ns0:v>5.22257003913</ns0:v>
                </ns0:pt>
                <ns0:pt idx="1835">
                  <ns0:v>3.92929664279</ns0:v>
                </ns0:pt>
                <ns0:pt idx="1836">
                  <ns0:v>0.862910375959</ns0:v>
                </ns0:pt>
                <ns0:pt idx="1837">
                  <ns0:v>-2.14502068256</ns0:v>
                </ns0:pt>
                <ns0:pt idx="1838">
                  <ns0:v>-3.47298285631</ns0:v>
                </ns0:pt>
                <ns0:pt idx="1839">
                  <ns0:v>-2.84530691568</ns0:v>
                </ns0:pt>
                <ns0:pt idx="1840">
                  <ns0:v>0.776659134327</ns0:v>
                </ns0:pt>
                <ns0:pt idx="1841">
                  <ns0:v>5.3848892214</ns0:v>
                </ns0:pt>
                <ns0:pt idx="1842">
                  <ns0:v>8.35544172827</ns0:v>
                </ns0:pt>
                <ns0:pt idx="1843">
                  <ns0:v>4.27142105264</ns0:v>
                </ns0:pt>
                <ns0:pt idx="1844">
                  <ns0:v>-0.485789717393</ns0:v>
                </ns0:pt>
                <ns0:pt idx="1845">
                  <ns0:v>-3.06969172876</ns0:v>
                </ns0:pt>
                <ns0:pt idx="1846">
                  <ns0:v>-6.08826891097</ns0:v>
                </ns0:pt>
                <ns0:pt idx="1847">
                  <ns0:v>-6.10609135914</ns0:v>
                </ns0:pt>
                <ns0:pt idx="1848">
                  <ns0:v>-1.71147752453</ns0:v>
                </ns0:pt>
                <ns0:pt idx="1849">
                  <ns0:v>2.66312752769</ns0:v>
                </ns0:pt>
                <ns0:pt idx="1850">
                  <ns0:v>4.71150645306</ns0:v>
                </ns0:pt>
                <ns0:pt idx="1851">
                  <ns0:v>5.17317033365</ns0:v>
                </ns0:pt>
                <ns0:pt idx="1852">
                  <ns0:v>2.7555350828</ns0:v>
                </ns0:pt>
                <ns0:pt idx="1853">
                  <ns0:v>-1.96018700563</ns0:v>
                </ns0:pt>
                <ns0:pt idx="1854">
                  <ns0:v>-5.43020261497</ns0:v>
                </ns0:pt>
                <ns0:pt idx="1855">
                  <ns0:v>-5.42803731262</ns0:v>
                </ns0:pt>
                <ns0:pt idx="1856">
                  <ns0:v>-2.97176092948</ns0:v>
                </ns0:pt>
                <ns0:pt idx="1857">
                  <ns0:v>0.208414503985</ns0:v>
                </ns0:pt>
                <ns0:pt idx="1858">
                  <ns0:v>3.25502711833</ns0:v>
                </ns0:pt>
                <ns0:pt idx="1859">
                  <ns0:v>5.16983755975</ns0:v>
                </ns0:pt>
                <ns0:pt idx="1860">
                  <ns0:v>5.72893871778</ns0:v>
                </ns0:pt>
                <ns0:pt idx="1861">
                  <ns0:v>3.84522950702</ns0:v>
                </ns0:pt>
                <ns0:pt idx="1862">
                  <ns0:v>0.154507683416</ns0:v>
                </ns0:pt>
                <ns0:pt idx="1863">
                  <ns0:v>-3.43752007226</ns0:v>
                </ns0:pt>
                <ns0:pt idx="1864">
                  <ns0:v>-5.17474436508</ns0:v>
                </ns0:pt>
                <ns0:pt idx="1865">
                  <ns0:v>-4.06449354271</ns0:v>
                </ns0:pt>
                <ns0:pt idx="1866">
                  <ns0:v>-0.672086007176</ns0:v>
                </ns0:pt>
                <ns0:pt idx="1867">
                  <ns0:v>3.75230882523</ns0:v>
                </ns0:pt>
                <ns0:pt idx="1868">
                  <ns0:v>7.02858647034</ns0:v>
                </ns0:pt>
                <ns0:pt idx="1869">
                  <ns0:v>6.69649252901</ns0:v>
                </ns0:pt>
                <ns0:pt idx="1870">
                  <ns0:v>2.2679434691</ns0:v>
                </ns0:pt>
                <ns0:pt idx="1871">
                  <ns0:v>-2.7242581328</ns0:v>
                </ns0:pt>
                <ns0:pt idx="1872">
                  <ns0:v>-5.71063942176</ns0:v>
                </ns0:pt>
                <ns0:pt idx="1873">
                  <ns0:v>-6.67695821402</ns0:v>
                </ns0:pt>
                <ns0:pt idx="1874">
                  <ns0:v>-4.74872057155</ns0:v>
                </ns0:pt>
                <ns0:pt idx="1875">
                  <ns0:v>-0.147492697794</ns0:v>
                </ns0:pt>
                <ns0:pt idx="1876">
                  <ns0:v>3.73513560501</ns0:v>
                </ns0:pt>
                <ns0:pt idx="1877">
                  <ns0:v>4.21581356246</ns0:v>
                </ns0:pt>
                <ns0:pt idx="1878">
                  <ns0:v>3.2611147263</ns0:v>
                </ns0:pt>
                <ns0:pt idx="1879">
                  <ns0:v>1.48197657215</ns0:v>
                </ns0:pt>
                <ns0:pt idx="1880">
                  <ns0:v>-1.68624448876</ns0:v>
                </ns0:pt>
                <ns0:pt idx="1881">
                  <ns0:v>-4.29353112354</ns0:v>
                </ns0:pt>
                <ns0:pt idx="1882">
                  <ns0:v>-4.38340441989</ns0:v>
                </ns0:pt>
                <ns0:pt idx="1883">
                  <ns0:v>-2.80140505727</ns0:v>
                </ns0:pt>
                <ns0:pt idx="1884">
                  <ns0:v>-0.738706962467</ns0:v>
                </ns0:pt>
                <ns0:pt idx="1885">
                  <ns0:v>1.99219847395</ns0:v>
                </ns0:pt>
                <ns0:pt idx="1886">
                  <ns0:v>4.43879113794</ns0:v>
                </ns0:pt>
                <ns0:pt idx="1887">
                  <ns0:v>4.62026189912</ns0:v>
                </ns0:pt>
                <ns0:pt idx="1888">
                  <ns0:v>2.35524268542</ns0:v>
                </ns0:pt>
                <ns0:pt idx="1889">
                  <ns0:v>-0.575506549032</ns0:v>
                </ns0:pt>
                <ns0:pt idx="1890">
                  <ns0:v>-1.40133716716</ns0:v>
                </ns0:pt>
                <ns0:pt idx="1891">
                  <ns0:v>-0.121852204695</ns0:v>
                </ns0:pt>
                <ns0:pt idx="1892">
                  <ns0:v>-0.0229511800327</ns0:v>
                </ns0:pt>
                <ns0:pt idx="1893">
                  <ns0:v>-1.56989004387</ns0:v>
                </ns0:pt>
                <ns0:pt idx="1894">
                  <ns0:v>-0.35780648604</ns0:v>
                </ns0:pt>
                <ns0:pt idx="1895">
                  <ns0:v>0.764474239496</ns0:v>
                </ns0:pt>
                <ns0:pt idx="1896">
                  <ns0:v>0.434396157028</ns0:v>
                </ns0:pt>
                <ns0:pt idx="1897">
                  <ns0:v>0.351253398319</ns0:v>
                </ns0:pt>
                <ns0:pt idx="1898">
                  <ns0:v>0.923825123652</ns0:v>
                </ns0:pt>
                <ns0:pt idx="1899">
                  <ns0:v>0.554645515057</ns0:v>
                </ns0:pt>
                <ns0:pt idx="1900">
                  <ns0:v>-1.20967299294</ns0:v>
                </ns0:pt>
                <ns0:pt idx="1901">
                  <ns0:v>-1.78313720153</ns0:v>
                </ns0:pt>
                <ns0:pt idx="1902">
                  <ns0:v>-0.588445519285</ns0:v>
                </ns0:pt>
                <ns0:pt idx="1903">
                  <ns0:v>-0.0924486804376</ns0:v>
                </ns0:pt>
                <ns0:pt idx="1904">
                  <ns0:v>-0.347727167828</ns0:v>
                </ns0:pt>
                <ns0:pt idx="1905">
                  <ns0:v>1.83288628623</ns0:v>
                </ns0:pt>
                <ns0:pt idx="1906">
                  <ns0:v>3.11164500113</ns0:v>
                </ns0:pt>
                <ns0:pt idx="1907">
                  <ns0:v>1.84335228075</ns0:v>
                </ns0:pt>
                <ns0:pt idx="1908">
                  <ns0:v>0.13825773713</ns0:v>
                </ns0:pt>
                <ns0:pt idx="1909">
                  <ns0:v>-1.69878700355</ns0:v>
                </ns0:pt>
                <ns0:pt idx="1910">
                  <ns0:v>-3.47862967961</ns0:v>
                </ns0:pt>
                <ns0:pt idx="1911">
                  <ns0:v>-3.40442510417</ns0:v>
                </ns0:pt>
                <ns0:pt idx="1912">
                  <ns0:v>-1.61328124468</ns0:v>
                </ns0:pt>
                <ns0:pt idx="1913">
                  <ns0:v>0.0386525999081</ns0:v>
                </ns0:pt>
                <ns0:pt idx="1914">
                  <ns0:v>1.06262412513</ns0:v>
                </ns0:pt>
                <ns0:pt idx="1915">
                  <ns0:v>2.07947107895</ns0:v>
                </ns0:pt>
                <ns0:pt idx="1916">
                  <ns0:v>1.59583936417</ns0:v>
                </ns0:pt>
                <ns0:pt idx="1917">
                  <ns0:v>0.464846601959</ns0:v>
                </ns0:pt>
                <ns0:pt idx="1918">
                  <ns0:v>0.696721457682</ns0:v>
                </ns0:pt>
                <ns0:pt idx="1919">
                  <ns0:v>0.542336686768</ns0:v>
                </ns0:pt>
                <ns0:pt idx="1920">
                  <ns0:v>-0.648011022683</ns0:v>
                </ns0:pt>
                <ns0:pt idx="1921">
                  <ns0:v>-1.45738073034</ns0:v>
                </ns0:pt>
                <ns0:pt idx="1922">
                  <ns0:v>-0.732314123543</ns0:v>
                </ns0:pt>
                <ns0:pt idx="1923">
                  <ns0:v>0.79805640019</ns0:v>
                </ns0:pt>
                <ns0:pt idx="1924">
                  <ns0:v>2.78485019141</ns0:v>
                </ns0:pt>
                <ns0:pt idx="1925">
                  <ns0:v>3.55191668125</ns0:v>
                </ns0:pt>
                <ns0:pt idx="1926">
                  <ns0:v>2.75366945587</ns0:v>
                </ns0:pt>
                <ns0:pt idx="1927">
                  <ns0:v>1.34117941365</ns0:v>
                </ns0:pt>
                <ns0:pt idx="1928">
                  <ns0:v>-1.01286525048</ns0:v>
                </ns0:pt>
                <ns0:pt idx="1929">
                  <ns0:v>-2.87879626037</ns0:v>
                </ns0:pt>
                <ns0:pt idx="1930">
                  <ns0:v>-2.77142170306</ns0:v>
                </ns0:pt>
                <ns0:pt idx="1931">
                  <ns0:v>-1.28264643262</ns0:v>
                </ns0:pt>
                <ns0:pt idx="1932">
                  <ns0:v>1.33066773489</ns0:v>
                </ns0:pt>
                <ns0:pt idx="1933">
                  <ns0:v>4.24738556978</ns0:v>
                </ns0:pt>
                <ns0:pt idx="1934">
                  <ns0:v>5.16771494241</ns0:v>
                </ns0:pt>
                <ns0:pt idx="1935">
                  <ns0:v>3.44420942661</ns0:v>
                </ns0:pt>
                <ns0:pt idx="1936">
                  <ns0:v>0.287926423615</ns0:v>
                </ns0:pt>
                <ns0:pt idx="1937">
                  <ns0:v>-3.32089758391</ns0:v>
                </ns0:pt>
                <ns0:pt idx="1938">
                  <ns0:v>-5.93424204962</ns0:v>
                </ns0:pt>
                <ns0:pt idx="1939">
                  <ns0:v>-4.71098156916</ns0:v>
                </ns0:pt>
                <ns0:pt idx="1940">
                  <ns0:v>-0.227766638108</ns0:v>
                </ns0:pt>
                <ns0:pt idx="1941">
                  <ns0:v>5.43721691762</ns0:v>
                </ns0:pt>
                <ns0:pt idx="1942">
                  <ns0:v>6.8090257305</ns0:v>
                </ns0:pt>
                <ns0:pt idx="1943">
                  <ns0:v>6.25553130005</ns0:v>
                </ns0:pt>
                <ns0:pt idx="1944">
                  <ns0:v>3.93071896236</ns0:v>
                </ns0:pt>
                <ns0:pt idx="1945">
                  <ns0:v>-1.21429468639</ns0:v>
                </ns0:pt>
                <ns0:pt idx="1946">
                  <ns0:v>-6.60591242229</ns0:v>
                </ns0:pt>
                <ns0:pt idx="1947">
                  <ns0:v>-7.46039389084</ns0:v>
                </ns0:pt>
                <ns0:pt idx="1948">
                  <ns0:v>-3.98944180691</ns0:v>
                </ns0:pt>
                <ns0:pt idx="1949">
                  <ns0:v>1.63491558203</ns0:v>
                </ns0:pt>
                <ns0:pt idx="1950">
                  <ns0:v>7.14794823923</ns0:v>
                </ns0:pt>
                <ns0:pt idx="1951">
                  <ns0:v>9.13095596339</ns0:v>
                </ns0:pt>
                <ns0:pt idx="1952">
                  <ns0:v>7.66528802596</ns0:v>
                </ns0:pt>
                <ns0:pt idx="1953">
                  <ns0:v>2.86630938855</ns0:v>
                </ns0:pt>
                <ns0:pt idx="1954">
                  <ns0:v>-4.14283501395</ns0:v>
                </ns0:pt>
                <ns0:pt idx="1955">
                  <ns0:v>-9.39760351604</ns0:v>
                </ns0:pt>
                <ns0:pt idx="1956">
                  <ns0:v>-10.992694772</ns0:v>
                </ns0:pt>
                <ns0:pt idx="1957">
                  <ns0:v>-6.09422530497</ns0:v>
                </ns0:pt>
                <ns0:pt idx="1958">
                  <ns0:v>1.63822156546</ns0:v>
                </ns0:pt>
                <ns0:pt idx="1959">
                  <ns0:v>6.736688927</ns0:v>
                </ns0:pt>
                <ns0:pt idx="1960">
                  <ns0:v>7.46355864516</ns0:v>
                </ns0:pt>
                <ns0:pt idx="1961">
                  <ns0:v>5.08176763765</ns0:v>
                </ns0:pt>
                <ns0:pt idx="1962">
                  <ns0:v>0.305723650055</ns0:v>
                </ns0:pt>
                <ns0:pt idx="1963">
                  <ns0:v>-2.88722367966</ns0:v>
                </ns0:pt>
                <ns0:pt idx="1964">
                  <ns0:v>-3.5706217864</ns0:v>
                </ns0:pt>
                <ns0:pt idx="1965">
                  <ns0:v>-4.15783787982</ns0:v>
                </ns0:pt>
                <ns0:pt idx="1966">
                  <ns0:v>-0.858457599791</ns0:v>
                </ns0:pt>
                <ns0:pt idx="1967">
                  <ns0:v>4.01003843433</ns0:v>
                </ns0:pt>
                <ns0:pt idx="1968">
                  <ns0:v>5.22601693834</ns0:v>
                </ns0:pt>
                <ns0:pt idx="1969">
                  <ns0:v>2.72118919998</ns0:v>
                </ns0:pt>
                <ns0:pt idx="1970">
                  <ns0:v>0.156256939741</ns0:v>
                </ns0:pt>
                <ns0:pt idx="1971">
                  <ns0:v>-1.75591803347</ns0:v>
                </ns0:pt>
                <ns0:pt idx="1972">
                  <ns0:v>-4.41321748581</ns0:v>
                </ns0:pt>
                <ns0:pt idx="1973">
                  <ns0:v>-5.06128344392</ns0:v>
                </ns0:pt>
                <ns0:pt idx="1974">
                  <ns0:v>-1.81949603369</ns0:v>
                </ns0:pt>
                <ns0:pt idx="1975">
                  <ns0:v>1.85919732155</ns0:v>
                </ns0:pt>
                <ns0:pt idx="1976">
                  <ns0:v>1.86700070974</ns0:v>
                </ns0:pt>
                <ns0:pt idx="1977">
                  <ns0:v>-1.35595384561</ns0:v>
                </ns0:pt>
                <ns0:pt idx="1978">
                  <ns0:v>-0.554837941382</ns0:v>
                </ns0:pt>
                <ns0:pt idx="1979">
                  <ns0:v>0.834156322343</ns0:v>
                </ns0:pt>
                <ns0:pt idx="1980">
                  <ns0:v>0.365338120311</ns0:v>
                </ns0:pt>
                <ns0:pt idx="1981">
                  <ns0:v>0.441649352268</ns0:v>
                </ns0:pt>
                <ns0:pt idx="1982">
                  <ns0:v>0.106932962246</ns0:v>
                </ns0:pt>
                <ns0:pt idx="1983">
                  <ns0:v>-1.23855309965</ns0:v>
                </ns0:pt>
                <ns0:pt idx="1984">
                  <ns0:v>-1.26739250166</ns0:v>
                </ns0:pt>
                <ns0:pt idx="1985">
                  <ns0:v>0.138494407431</ns0:v>
                </ns0:pt>
                <ns0:pt idx="1986">
                  <ns0:v>0.414545044495</ns0:v>
                </ns0:pt>
                <ns0:pt idx="1987">
                  <ns0:v>1.74508873321</ns0:v>
                </ns0:pt>
                <ns0:pt idx="1988">
                  <ns0:v>3.79077029461</ns0:v>
                </ns0:pt>
                <ns0:pt idx="1989">
                  <ns0:v>3.54245773039</ns0:v>
                </ns0:pt>
                <ns0:pt idx="1990">
                  <ns0:v>0.601467002851</ns0:v>
                </ns0:pt>
                <ns0:pt idx="1991">
                  <ns0:v>-1.73857861249</ns0:v>
                </ns0:pt>
                <ns0:pt idx="1992">
                  <ns0:v>-2.11408340772</ns0:v>
                </ns0:pt>
                <ns0:pt idx="1993">
                  <ns0:v>-3.38690883821</ns0:v>
                </ns0:pt>
                <ns0:pt idx="1994">
                  <ns0:v>-3.10601989597</ns0:v>
                </ns0:pt>
                <ns0:pt idx="1995">
                  <ns0:v>-0.86534289743</ns0:v>
                </ns0:pt>
                <ns0:pt idx="1996">
                  <ns0:v>1.76643144486</ns0:v>
                </ns0:pt>
                <ns0:pt idx="1997">
                  <ns0:v>4.53283536884</ns0:v>
                </ns0:pt>
              </ns0:numCache>
            </ns0:numRef>
          </ns0:yVal>
          <ns0:smooth val="0"/>
        </ns0:ser>
        <ns0:axId val="48650112"/>
        <ns0:axId val="48672768"/>
      </ns0:scatterChart>
      <ns0:valAx>
        <ns0:axId val="48672768"/>
        <ns0:scaling>
          <ns0:orientation val="minMax"/>
          <ns0:max val="200"/>
          <ns0:min val="-200"/>
        </ns0:scaling>
        <ns0:delete val="0"/>
        <ns0:axPos val="l"/>
        <ns0:majorGridlines>
          <ns0:spPr>
            <ns1:ln w="4763">
              <ns1:solidFill>
                <ns1:srgbClr val="D8D5CE"/>
              </ns1:solidFill>
              <ns1:prstDash val="solid"/>
            </ns1:ln>
          </ns0:spPr>
        </ns0:majorGridlines>
        <ns0:title>
          <ns0:tx>
            <ns0:rich>
              <ns1:bodyPr/>
              <ns1:lstStyle/>
              <ns1:p>
                <ns1:r>
                  <ns1:rPr sz="1425">
                    <ns1:latin typeface="Arial"/>
                    <ns1:ea typeface="Arial"/>
                    <ns1:cs typeface="Arial"/>
                  </ns1:rPr>
                  <ns1:t>Error (mV)</ns1:t>
                </ns1:r>
              </ns1:p>
            </ns0:rich>
          </ns0:tx>
          <ns0:overlay val="0"/>
          <ns0:txPr>
            <ns1:bodyPr anchorCtr="1"/>
            <ns1:lstStyle/>
            <ns1:p>
              <ns1:pPr>
                <ns1:defRPr sz="1425">
                  <ns1:latin typeface="Arial"/>
                  <ns1:ea typeface="Arial"/>
                  <ns1:cs typeface="Arial"/>
                </ns1:defRPr>
              </ns1:pPr>
            </ns1:p>
          </ns0:txPr>
        </ns0:title>
        <ns0:numFmt formatCode="0"/>
        <ns0:majorTickMark val="none"/>
        <ns0:minorTickMark val="none"/>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50112"/>
        <ns0:majorUnit val="200"/>
      </ns0:valAx>
      <ns0:valAx>
        <ns0:axId val="48650112"/>
        <ns0:scaling>
          <ns0:orientation val="minMax"/>
          <ns0:max val="3.3"/>
          <ns0:min val="0"/>
        </ns0:scaling>
        <ns0:delete val="0"/>
        <ns0:axPos val="b"/>
        <ns0:title>
          <ns0:tx>
            <ns0:rich>
              <ns1:bodyPr/>
              <ns1:lstStyle/>
              <ns1:p>
                <ns1:r>
                  <ns1:rPr sz="1425">
                    <ns1:latin typeface="Arial"/>
                    <ns1:ea typeface="Arial"/>
                    <ns1:cs typeface="Arial"/>
                  </ns1:rPr>
                  <ns1:t>Time after Initialization (s)</ns1:t>
                </ns1:r>
              </ns1:p>
            </ns0:rich>
          </ns0:tx>
          <ns0:overlay val="0"/>
          <ns0:txPr>
            <ns1:bodyPr anchorCtr="1"/>
            <ns1:lstStyle/>
            <ns1:p>
              <ns1:pPr>
                <ns1:defRPr sz="1425">
                  <ns1:latin typeface="Arial"/>
                  <ns1:ea typeface="Arial"/>
                  <ns1:cs typeface="Arial"/>
                </ns1:defRPr>
              </ns1:pPr>
            </ns1:p>
          </ns0:txPr>
        </ns0:title>
        <ns0:numFmt formatCode="0.0"/>
        <ns0:majorTickMark val="none"/>
        <ns0:minorTickMark val="none"/>
        <ns0:tickLblPos val="low"/>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72768"/>
        <ns0:majorUnit val="1"/>
      </ns0:valAx>
      <ns0:spPr>
        <ns1:solidFill>
          <ns1:srgbClr val="F5F3EF"/>
        </ns1:solidFill>
        <ns1:ln w="0">
          <ns1:noFill/>
          <ns1:prstDash val="solid"/>
        </ns1:ln>
      </ns0:spPr>
    </ns0:plotArea>
    <ns0:plotVisOnly val="1"/>
  </ns0:chart>
  <ns0:spPr>
    <ns1:solidFill>
      <ns1:srgbClr val="F5F3EF"/>
    </ns1:solidFill>
    <ns1:ln w="0">
      <ns1:noFill/>
      <ns1:prstDash val="solid"/>
    </ns1:ln>
  </ns0:spPr>
  <ns0:externalData r:id="rIdChartSnapshot1">
    <ns0:autoUpdate val="0"/>
  </ns0:externalData>
</ns0:chartSpace>
</file>

<file path=ppt/slides/charts/chart3.xml><?xml version="1.0" encoding="utf-8"?>
<ns0:chartSpace xmlns:ns0="http://schemas.openxmlformats.org/drawingml/2006/chart" xmlns:ns1="http://schemas.openxmlformats.org/drawingml/2006/main" xmlns:r="http://schemas.openxmlformats.org/officeDocument/2006/relationships">
  <ns0:lang val="en-US"/>
  <ns0:chart>
    <ns0:title>
      <ns0:tx>
        <ns0:rich>
          <ns1:bodyPr/>
          <ns1:lstStyle/>
          <ns1:p>
            <ns1:r>
              <ns1:rPr sz="1500">
                <ns1:solidFill>
                  <ns1:srgbClr val="1C1C1C"/>
                </ns1:solidFill>
                <ns1:latin typeface="Arial"/>
                <ns1:ea typeface="Arial"/>
                <ns1:cs typeface="Arial"/>
              </ns1:rPr>
              <ns1:t>Full Changed-Excitation Rollout</ns1:t>
            </ns1:r>
          </ns1:p>
        </ns0:rich>
      </ns0:tx>
      <ns0:overlay val="0"/>
      <ns0:txPr>
        <ns1:bodyPr anchorCtr="1"/>
        <ns1:lstStyle/>
        <ns1:p>
          <ns1:pPr>
            <ns1:defRPr sz="1500">
              <ns1:solidFill>
                <ns1:srgbClr val="1C1C1C"/>
              </ns1:solidFill>
              <ns1:latin typeface="Arial"/>
              <ns1:ea typeface="Arial"/>
              <ns1:cs typeface="Arial"/>
            </ns1:defRPr>
          </ns1:pPr>
        </ns1:p>
      </ns0:txPr>
    </ns0:title>
    <ns0:plotArea>
      <ns0:scatterChart>
        <ns0:scatterStyle val="lineMarker"/>
        <ns0:varyColors val="0"/>
        <ns0:ser>
          <ns0:idx val="0"/>
          <ns0:order val="0"/>
          <ns0:tx>
            <ns0:v>Measured Samples</ns0:v>
          </ns0:tx>
          <ns0:spPr>
            <ns1:ln w="0">
              <ns1:noFill/>
              <ns1:prstDash val="solid"/>
            </ns1:ln>
          </ns0:spPr>
          <ns0:marker>
            <ns0:symbol val="circle"/>
            <ns0:size val="2"/>
            <ns0:spPr>
              <ns1:solidFill>
                <ns1:srgbClr val="777777"/>
              </ns1:solidFill>
              <ns1:ln w="0">
                <ns1:noFill/>
                <ns1:prstDash val="solid"/>
              </ns1:ln>
            </ns0:spPr>
          </ns0:marker>
          <ns0:xVal>
            <ns0:numRef>
              <ns0:f>'Chart Data'!$A$2:$A$2000</ns0:f>
              <ns0:numCache>
                <ns0:formatCode>General</ns0:formatCode>
                <ns0:ptCount val="1999"/>
                <ns0:pt idx="0">
                  <ns0:v>0</ns0:v>
                </ns0:pt>
                <ns0:pt idx="1">
                  <ns0:v>0.00163840419431</ns0:v>
                </ns0:pt>
                <ns0:pt idx="2">
                  <ns0:v>0.00327680838863</ns0:v>
                </ns0:pt>
                <ns0:pt idx="3">
                  <ns0:v>0.00491521258294</ns0:v>
                </ns0:pt>
                <ns0:pt idx="4">
                  <ns0:v>0.00655361677726</ns0:v>
                </ns0:pt>
                <ns0:pt idx="5">
                  <ns0:v>0.00819202097157</ns0:v>
                </ns0:pt>
                <ns0:pt idx="6">
                  <ns0:v>0.00983042516589</ns0:v>
                </ns0:pt>
                <ns0:pt idx="7">
                  <ns0:v>0.0114688293602</ns0:v>
                </ns0:pt>
                <ns0:pt idx="8">
                  <ns0:v>0.0131072335545</ns0:v>
                </ns0:pt>
                <ns0:pt idx="9">
                  <ns0:v>0.0147456377488</ns0:v>
                </ns0:pt>
                <ns0:pt idx="10">
                  <ns0:v>0.0163840419431</ns0:v>
                </ns0:pt>
                <ns0:pt idx="11">
                  <ns0:v>0.0180224461375</ns0:v>
                </ns0:pt>
                <ns0:pt idx="12">
                  <ns0:v>0.0196608503318</ns0:v>
                </ns0:pt>
                <ns0:pt idx="13">
                  <ns0:v>0.0212992545261</ns0:v>
                </ns0:pt>
                <ns0:pt idx="14">
                  <ns0:v>0.0229376587204</ns0:v>
                </ns0:pt>
                <ns0:pt idx="15">
                  <ns0:v>0.0245760629147</ns0:v>
                </ns0:pt>
                <ns0:pt idx="16">
                  <ns0:v>0.026214467109</ns0:v>
                </ns0:pt>
                <ns0:pt idx="17">
                  <ns0:v>0.0278528713034</ns0:v>
                </ns0:pt>
                <ns0:pt idx="18">
                  <ns0:v>0.0294912754977</ns0:v>
                </ns0:pt>
                <ns0:pt idx="19">
                  <ns0:v>0.031129679692</ns0:v>
                </ns0:pt>
                <ns0:pt idx="20">
                  <ns0:v>0.0327680838863</ns0:v>
                </ns0:pt>
                <ns0:pt idx="21">
                  <ns0:v>0.0344064880806</ns0:v>
                </ns0:pt>
                <ns0:pt idx="22">
                  <ns0:v>0.0360448922749</ns0:v>
                </ns0:pt>
                <ns0:pt idx="23">
                  <ns0:v>0.0376832964692</ns0:v>
                </ns0:pt>
                <ns0:pt idx="24">
                  <ns0:v>0.0393217006636</ns0:v>
                </ns0:pt>
                <ns0:pt idx="25">
                  <ns0:v>0.0409601048579</ns0:v>
                </ns0:pt>
                <ns0:pt idx="26">
                  <ns0:v>0.0425985090522</ns0:v>
                </ns0:pt>
                <ns0:pt idx="27">
                  <ns0:v>0.0442369132465</ns0:v>
                </ns0:pt>
                <ns0:pt idx="28">
                  <ns0:v>0.0458753174408</ns0:v>
                </ns0:pt>
                <ns0:pt idx="29">
                  <ns0:v>0.0475137216351</ns0:v>
                </ns0:pt>
                <ns0:pt idx="30">
                  <ns0:v>0.0491521258294</ns0:v>
                </ns0:pt>
                <ns0:pt idx="31">
                  <ns0:v>0.0507905300238</ns0:v>
                </ns0:pt>
                <ns0:pt idx="32">
                  <ns0:v>0.0524289342181</ns0:v>
                </ns0:pt>
                <ns0:pt idx="33">
                  <ns0:v>0.0540673384124</ns0:v>
                </ns0:pt>
                <ns0:pt idx="34">
                  <ns0:v>0.0557057426067</ns0:v>
                </ns0:pt>
                <ns0:pt idx="35">
                  <ns0:v>0.057344146801</ns0:v>
                </ns0:pt>
                <ns0:pt idx="36">
                  <ns0:v>0.0589825509953</ns0:v>
                </ns0:pt>
                <ns0:pt idx="37">
                  <ns0:v>0.0606209551896</ns0:v>
                </ns0:pt>
                <ns0:pt idx="38">
                  <ns0:v>0.062259359384</ns0:v>
                </ns0:pt>
                <ns0:pt idx="39">
                  <ns0:v>0.0638977635783</ns0:v>
                </ns0:pt>
                <ns0:pt idx="40">
                  <ns0:v>0.0655361677726</ns0:v>
                </ns0:pt>
                <ns0:pt idx="41">
                  <ns0:v>0.0671745719669</ns0:v>
                </ns0:pt>
                <ns0:pt idx="42">
                  <ns0:v>0.0688129761612</ns0:v>
                </ns0:pt>
                <ns0:pt idx="43">
                  <ns0:v>0.0704513803555</ns0:v>
                </ns0:pt>
                <ns0:pt idx="44">
                  <ns0:v>0.0720897845498</ns0:v>
                </ns0:pt>
                <ns0:pt idx="45">
                  <ns0:v>0.0737281887442</ns0:v>
                </ns0:pt>
                <ns0:pt idx="46">
                  <ns0:v>0.0753665929385</ns0:v>
                </ns0:pt>
                <ns0:pt idx="47">
                  <ns0:v>0.0770049971328</ns0:v>
                </ns0:pt>
                <ns0:pt idx="48">
                  <ns0:v>0.0786434013271</ns0:v>
                </ns0:pt>
                <ns0:pt idx="49">
                  <ns0:v>0.0802818055214</ns0:v>
                </ns0:pt>
                <ns0:pt idx="50">
                  <ns0:v>0.0819202097157</ns0:v>
                </ns0:pt>
                <ns0:pt idx="51">
                  <ns0:v>0.0835586139101</ns0:v>
                </ns0:pt>
                <ns0:pt idx="52">
                  <ns0:v>0.0851970181044</ns0:v>
                </ns0:pt>
                <ns0:pt idx="53">
                  <ns0:v>0.0868354222987</ns0:v>
                </ns0:pt>
                <ns0:pt idx="54">
                  <ns0:v>0.088473826493</ns0:v>
                </ns0:pt>
                <ns0:pt idx="55">
                  <ns0:v>0.0901122306873</ns0:v>
                </ns0:pt>
                <ns0:pt idx="56">
                  <ns0:v>0.0917506348816</ns0:v>
                </ns0:pt>
                <ns0:pt idx="57">
                  <ns0:v>0.0933890390759</ns0:v>
                </ns0:pt>
                <ns0:pt idx="58">
                  <ns0:v>0.0950274432703</ns0:v>
                </ns0:pt>
                <ns0:pt idx="59">
                  <ns0:v>0.0966658474646</ns0:v>
                </ns0:pt>
                <ns0:pt idx="60">
                  <ns0:v>0.0983042516589</ns0:v>
                </ns0:pt>
                <ns0:pt idx="61">
                  <ns0:v>0.0999426558532</ns0:v>
                </ns0:pt>
                <ns0:pt idx="62">
                  <ns0:v>0.101581060048</ns0:v>
                </ns0:pt>
                <ns0:pt idx="63">
                  <ns0:v>0.103219464242</ns0:v>
                </ns0:pt>
                <ns0:pt idx="64">
                  <ns0:v>0.104857868436</ns0:v>
                </ns0:pt>
                <ns0:pt idx="65">
                  <ns0:v>0.10649627263</ns0:v>
                </ns0:pt>
                <ns0:pt idx="66">
                  <ns0:v>0.108134676825</ns0:v>
                </ns0:pt>
                <ns0:pt idx="67">
                  <ns0:v>0.109773081019</ns0:v>
                </ns0:pt>
                <ns0:pt idx="68">
                  <ns0:v>0.111411485213</ns0:v>
                </ns0:pt>
                <ns0:pt idx="69">
                  <ns0:v>0.113049889408</ns0:v>
                </ns0:pt>
                <ns0:pt idx="70">
                  <ns0:v>0.114688293602</ns0:v>
                </ns0:pt>
                <ns0:pt idx="71">
                  <ns0:v>0.116326697796</ns0:v>
                </ns0:pt>
                <ns0:pt idx="72">
                  <ns0:v>0.117965101991</ns0:v>
                </ns0:pt>
                <ns0:pt idx="73">
                  <ns0:v>0.119603506185</ns0:v>
                </ns0:pt>
                <ns0:pt idx="74">
                  <ns0:v>0.121241910379</ns0:v>
                </ns0:pt>
                <ns0:pt idx="75">
                  <ns0:v>0.122880314574</ns0:v>
                </ns0:pt>
                <ns0:pt idx="76">
                  <ns0:v>0.124518718768</ns0:v>
                </ns0:pt>
                <ns0:pt idx="77">
                  <ns0:v>0.126157122962</ns0:v>
                </ns0:pt>
                <ns0:pt idx="78">
                  <ns0:v>0.127795527157</ns0:v>
                </ns0:pt>
                <ns0:pt idx="79">
                  <ns0:v>0.129433931351</ns0:v>
                </ns0:pt>
                <ns0:pt idx="80">
                  <ns0:v>0.131072335545</ns0:v>
                </ns0:pt>
                <ns0:pt idx="81">
                  <ns0:v>0.132710739739</ns0:v>
                </ns0:pt>
                <ns0:pt idx="82">
                  <ns0:v>0.134349143934</ns0:v>
                </ns0:pt>
                <ns0:pt idx="83">
                  <ns0:v>0.135987548128</ns0:v>
                </ns0:pt>
                <ns0:pt idx="84">
                  <ns0:v>0.137625952322</ns0:v>
                </ns0:pt>
                <ns0:pt idx="85">
                  <ns0:v>0.139264356517</ns0:v>
                </ns0:pt>
                <ns0:pt idx="86">
                  <ns0:v>0.140902760711</ns0:v>
                </ns0:pt>
                <ns0:pt idx="87">
                  <ns0:v>0.142541164905</ns0:v>
                </ns0:pt>
                <ns0:pt idx="88">
                  <ns0:v>0.1441795691</ns0:v>
                </ns0:pt>
                <ns0:pt idx="89">
                  <ns0:v>0.145817973294</ns0:v>
                </ns0:pt>
                <ns0:pt idx="90">
                  <ns0:v>0.147456377488</ns0:v>
                </ns0:pt>
                <ns0:pt idx="91">
                  <ns0:v>0.149094781683</ns0:v>
                </ns0:pt>
                <ns0:pt idx="92">
                  <ns0:v>0.150733185877</ns0:v>
                </ns0:pt>
                <ns0:pt idx="93">
                  <ns0:v>0.152371590071</ns0:v>
                </ns0:pt>
                <ns0:pt idx="94">
                  <ns0:v>0.154009994266</ns0:v>
                </ns0:pt>
                <ns0:pt idx="95">
                  <ns0:v>0.15564839846</ns0:v>
                </ns0:pt>
                <ns0:pt idx="96">
                  <ns0:v>0.157286802654</ns0:v>
                </ns0:pt>
                <ns0:pt idx="97">
                  <ns0:v>0.158925206849</ns0:v>
                </ns0:pt>
                <ns0:pt idx="98">
                  <ns0:v>0.160563611043</ns0:v>
                </ns0:pt>
                <ns0:pt idx="99">
                  <ns0:v>0.162202015237</ns0:v>
                </ns0:pt>
                <ns0:pt idx="100">
                  <ns0:v>0.163840419431</ns0:v>
                </ns0:pt>
                <ns0:pt idx="101">
                  <ns0:v>0.165478823626</ns0:v>
                </ns0:pt>
                <ns0:pt idx="102">
                  <ns0:v>0.16711722782</ns0:v>
                </ns0:pt>
                <ns0:pt idx="103">
                  <ns0:v>0.168755632014</ns0:v>
                </ns0:pt>
                <ns0:pt idx="104">
                  <ns0:v>0.170394036209</ns0:v>
                </ns0:pt>
                <ns0:pt idx="105">
                  <ns0:v>0.172032440403</ns0:v>
                </ns0:pt>
                <ns0:pt idx="106">
                  <ns0:v>0.173670844597</ns0:v>
                </ns0:pt>
                <ns0:pt idx="107">
                  <ns0:v>0.175309248792</ns0:v>
                </ns0:pt>
                <ns0:pt idx="108">
                  <ns0:v>0.176947652986</ns0:v>
                </ns0:pt>
                <ns0:pt idx="109">
                  <ns0:v>0.17858605718</ns0:v>
                </ns0:pt>
                <ns0:pt idx="110">
                  <ns0:v>0.180224461375</ns0:v>
                </ns0:pt>
                <ns0:pt idx="111">
                  <ns0:v>0.181862865569</ns0:v>
                </ns0:pt>
                <ns0:pt idx="112">
                  <ns0:v>0.183501269763</ns0:v>
                </ns0:pt>
                <ns0:pt idx="113">
                  <ns0:v>0.185139673958</ns0:v>
                </ns0:pt>
                <ns0:pt idx="114">
                  <ns0:v>0.186778078152</ns0:v>
                </ns0:pt>
                <ns0:pt idx="115">
                  <ns0:v>0.188416482346</ns0:v>
                </ns0:pt>
                <ns0:pt idx="116">
                  <ns0:v>0.190054886541</ns0:v>
                </ns0:pt>
                <ns0:pt idx="117">
                  <ns0:v>0.191693290735</ns0:v>
                </ns0:pt>
                <ns0:pt idx="118">
                  <ns0:v>0.193331694929</ns0:v>
                </ns0:pt>
                <ns0:pt idx="119">
                  <ns0:v>0.194970099123</ns0:v>
                </ns0:pt>
                <ns0:pt idx="120">
                  <ns0:v>0.196608503318</ns0:v>
                </ns0:pt>
                <ns0:pt idx="121">
                  <ns0:v>0.198246907512</ns0:v>
                </ns0:pt>
                <ns0:pt idx="122">
                  <ns0:v>0.199885311706</ns0:v>
                </ns0:pt>
                <ns0:pt idx="123">
                  <ns0:v>0.201523715901</ns0:v>
                </ns0:pt>
                <ns0:pt idx="124">
                  <ns0:v>0.203162120095</ns0:v>
                </ns0:pt>
                <ns0:pt idx="125">
                  <ns0:v>0.204800524289</ns0:v>
                </ns0:pt>
                <ns0:pt idx="126">
                  <ns0:v>0.206438928484</ns0:v>
                </ns0:pt>
                <ns0:pt idx="127">
                  <ns0:v>0.208077332678</ns0:v>
                </ns0:pt>
                <ns0:pt idx="128">
                  <ns0:v>0.209715736872</ns0:v>
                </ns0:pt>
                <ns0:pt idx="129">
                  <ns0:v>0.211354141067</ns0:v>
                </ns0:pt>
                <ns0:pt idx="130">
                  <ns0:v>0.212992545261</ns0:v>
                </ns0:pt>
                <ns0:pt idx="131">
                  <ns0:v>0.214630949455</ns0:v>
                </ns0:pt>
                <ns0:pt idx="132">
                  <ns0:v>0.21626935365</ns0:v>
                </ns0:pt>
                <ns0:pt idx="133">
                  <ns0:v>0.217907757844</ns0:v>
                </ns0:pt>
                <ns0:pt idx="134">
                  <ns0:v>0.219546162038</ns0:v>
                </ns0:pt>
                <ns0:pt idx="135">
                  <ns0:v>0.221184566232</ns0:v>
                </ns0:pt>
                <ns0:pt idx="136">
                  <ns0:v>0.222822970427</ns0:v>
                </ns0:pt>
                <ns0:pt idx="137">
                  <ns0:v>0.224461374621</ns0:v>
                </ns0:pt>
                <ns0:pt idx="138">
                  <ns0:v>0.226099778815</ns0:v>
                </ns0:pt>
                <ns0:pt idx="139">
                  <ns0:v>0.22773818301</ns0:v>
                </ns0:pt>
                <ns0:pt idx="140">
                  <ns0:v>0.229376587204</ns0:v>
                </ns0:pt>
                <ns0:pt idx="141">
                  <ns0:v>0.231014991398</ns0:v>
                </ns0:pt>
                <ns0:pt idx="142">
                  <ns0:v>0.232653395593</ns0:v>
                </ns0:pt>
                <ns0:pt idx="143">
                  <ns0:v>0.234291799787</ns0:v>
                </ns0:pt>
                <ns0:pt idx="144">
                  <ns0:v>0.235930203981</ns0:v>
                </ns0:pt>
                <ns0:pt idx="145">
                  <ns0:v>0.237568608176</ns0:v>
                </ns0:pt>
                <ns0:pt idx="146">
                  <ns0:v>0.23920701237</ns0:v>
                </ns0:pt>
                <ns0:pt idx="147">
                  <ns0:v>0.240845416564</ns0:v>
                </ns0:pt>
                <ns0:pt idx="148">
                  <ns0:v>0.242483820759</ns0:v>
                </ns0:pt>
                <ns0:pt idx="149">
                  <ns0:v>0.244122224953</ns0:v>
                </ns0:pt>
                <ns0:pt idx="150">
                  <ns0:v>0.245760629147</ns0:v>
                </ns0:pt>
                <ns0:pt idx="151">
                  <ns0:v>0.247399033342</ns0:v>
                </ns0:pt>
                <ns0:pt idx="152">
                  <ns0:v>0.249037437536</ns0:v>
                </ns0:pt>
                <ns0:pt idx="153">
                  <ns0:v>0.25067584173</ns0:v>
                </ns0:pt>
                <ns0:pt idx="154">
                  <ns0:v>0.252314245924</ns0:v>
                </ns0:pt>
                <ns0:pt idx="155">
                  <ns0:v>0.253952650119</ns0:v>
                </ns0:pt>
                <ns0:pt idx="156">
                  <ns0:v>0.255591054313</ns0:v>
                </ns0:pt>
                <ns0:pt idx="157">
                  <ns0:v>0.257229458507</ns0:v>
                </ns0:pt>
                <ns0:pt idx="158">
                  <ns0:v>0.258867862702</ns0:v>
                </ns0:pt>
                <ns0:pt idx="159">
                  <ns0:v>0.260506266896</ns0:v>
                </ns0:pt>
                <ns0:pt idx="160">
                  <ns0:v>0.26214467109</ns0:v>
                </ns0:pt>
                <ns0:pt idx="161">
                  <ns0:v>0.263783075285</ns0:v>
                </ns0:pt>
                <ns0:pt idx="162">
                  <ns0:v>0.265421479479</ns0:v>
                </ns0:pt>
                <ns0:pt idx="163">
                  <ns0:v>0.267059883673</ns0:v>
                </ns0:pt>
                <ns0:pt idx="164">
                  <ns0:v>0.268698287868</ns0:v>
                </ns0:pt>
                <ns0:pt idx="165">
                  <ns0:v>0.270336692062</ns0:v>
                </ns0:pt>
                <ns0:pt idx="166">
                  <ns0:v>0.271975096256</ns0:v>
                </ns0:pt>
                <ns0:pt idx="167">
                  <ns0:v>0.273613500451</ns0:v>
                </ns0:pt>
                <ns0:pt idx="168">
                  <ns0:v>0.275251904645</ns0:v>
                </ns0:pt>
                <ns0:pt idx="169">
                  <ns0:v>0.276890308839</ns0:v>
                </ns0:pt>
                <ns0:pt idx="170">
                  <ns0:v>0.278528713034</ns0:v>
                </ns0:pt>
                <ns0:pt idx="171">
                  <ns0:v>0.280167117228</ns0:v>
                </ns0:pt>
                <ns0:pt idx="172">
                  <ns0:v>0.281805521422</ns0:v>
                </ns0:pt>
                <ns0:pt idx="173">
                  <ns0:v>0.283443925616</ns0:v>
                </ns0:pt>
                <ns0:pt idx="174">
                  <ns0:v>0.285082329811</ns0:v>
                </ns0:pt>
                <ns0:pt idx="175">
                  <ns0:v>0.286720734005</ns0:v>
                </ns0:pt>
                <ns0:pt idx="176">
                  <ns0:v>0.288359138199</ns0:v>
                </ns0:pt>
                <ns0:pt idx="177">
                  <ns0:v>0.289997542394</ns0:v>
                </ns0:pt>
                <ns0:pt idx="178">
                  <ns0:v>0.291635946588</ns0:v>
                </ns0:pt>
                <ns0:pt idx="179">
                  <ns0:v>0.293274350782</ns0:v>
                </ns0:pt>
                <ns0:pt idx="180">
                  <ns0:v>0.294912754977</ns0:v>
                </ns0:pt>
                <ns0:pt idx="181">
                  <ns0:v>0.296551159171</ns0:v>
                </ns0:pt>
                <ns0:pt idx="182">
                  <ns0:v>0.298189563365</ns0:v>
                </ns0:pt>
                <ns0:pt idx="183">
                  <ns0:v>0.29982796756</ns0:v>
                </ns0:pt>
                <ns0:pt idx="184">
                  <ns0:v>0.301466371754</ns0:v>
                </ns0:pt>
                <ns0:pt idx="185">
                  <ns0:v>0.303104775948</ns0:v>
                </ns0:pt>
                <ns0:pt idx="186">
                  <ns0:v>0.304743180143</ns0:v>
                </ns0:pt>
                <ns0:pt idx="187">
                  <ns0:v>0.306381584337</ns0:v>
                </ns0:pt>
                <ns0:pt idx="188">
                  <ns0:v>0.308019988531</ns0:v>
                </ns0:pt>
                <ns0:pt idx="189">
                  <ns0:v>0.309658392725</ns0:v>
                </ns0:pt>
                <ns0:pt idx="190">
                  <ns0:v>0.31129679692</ns0:v>
                </ns0:pt>
                <ns0:pt idx="191">
                  <ns0:v>0.312935201114</ns0:v>
                </ns0:pt>
                <ns0:pt idx="192">
                  <ns0:v>0.314573605308</ns0:v>
                </ns0:pt>
                <ns0:pt idx="193">
                  <ns0:v>0.316212009503</ns0:v>
                </ns0:pt>
                <ns0:pt idx="194">
                  <ns0:v>0.317850413697</ns0:v>
                </ns0:pt>
                <ns0:pt idx="195">
                  <ns0:v>0.319488817891</ns0:v>
                </ns0:pt>
                <ns0:pt idx="196">
                  <ns0:v>0.321127222086</ns0:v>
                </ns0:pt>
                <ns0:pt idx="197">
                  <ns0:v>0.32276562628</ns0:v>
                </ns0:pt>
                <ns0:pt idx="198">
                  <ns0:v>0.324404030474</ns0:v>
                </ns0:pt>
                <ns0:pt idx="199">
                  <ns0:v>0.326042434669</ns0:v>
                </ns0:pt>
                <ns0:pt idx="200">
                  <ns0:v>0.327680838863</ns0:v>
                </ns0:pt>
                <ns0:pt idx="201">
                  <ns0:v>0.329319243057</ns0:v>
                </ns0:pt>
                <ns0:pt idx="202">
                  <ns0:v>0.330957647252</ns0:v>
                </ns0:pt>
                <ns0:pt idx="203">
                  <ns0:v>0.332596051446</ns0:v>
                </ns0:pt>
                <ns0:pt idx="204">
                  <ns0:v>0.33423445564</ns0:v>
                </ns0:pt>
                <ns0:pt idx="205">
                  <ns0:v>0.335872859835</ns0:v>
                </ns0:pt>
                <ns0:pt idx="206">
                  <ns0:v>0.337511264029</ns0:v>
                </ns0:pt>
                <ns0:pt idx="207">
                  <ns0:v>0.339149668223</ns0:v>
                </ns0:pt>
                <ns0:pt idx="208">
                  <ns0:v>0.340788072417</ns0:v>
                </ns0:pt>
                <ns0:pt idx="209">
                  <ns0:v>0.342426476612</ns0:v>
                </ns0:pt>
                <ns0:pt idx="210">
                  <ns0:v>0.344064880806</ns0:v>
                </ns0:pt>
                <ns0:pt idx="211">
                  <ns0:v>0.345703285</ns0:v>
                </ns0:pt>
                <ns0:pt idx="212">
                  <ns0:v>0.347341689195</ns0:v>
                </ns0:pt>
                <ns0:pt idx="213">
                  <ns0:v>0.348980093389</ns0:v>
                </ns0:pt>
                <ns0:pt idx="214">
                  <ns0:v>0.350618497583</ns0:v>
                </ns0:pt>
                <ns0:pt idx="215">
                  <ns0:v>0.352256901778</ns0:v>
                </ns0:pt>
                <ns0:pt idx="216">
                  <ns0:v>0.353895305972</ns0:v>
                </ns0:pt>
                <ns0:pt idx="217">
                  <ns0:v>0.355533710166</ns0:v>
                </ns0:pt>
                <ns0:pt idx="218">
                  <ns0:v>0.357172114361</ns0:v>
                </ns0:pt>
                <ns0:pt idx="219">
                  <ns0:v>0.358810518555</ns0:v>
                </ns0:pt>
                <ns0:pt idx="220">
                  <ns0:v>0.360448922749</ns0:v>
                </ns0:pt>
                <ns0:pt idx="221">
                  <ns0:v>0.362087326944</ns0:v>
                </ns0:pt>
                <ns0:pt idx="222">
                  <ns0:v>0.363725731138</ns0:v>
                </ns0:pt>
                <ns0:pt idx="223">
                  <ns0:v>0.365364135332</ns0:v>
                </ns0:pt>
                <ns0:pt idx="224">
                  <ns0:v>0.367002539527</ns0:v>
                </ns0:pt>
                <ns0:pt idx="225">
                  <ns0:v>0.368640943721</ns0:v>
                </ns0:pt>
                <ns0:pt idx="226">
                  <ns0:v>0.370279347915</ns0:v>
                </ns0:pt>
                <ns0:pt idx="227">
                  <ns0:v>0.371917752109</ns0:v>
                </ns0:pt>
                <ns0:pt idx="228">
                  <ns0:v>0.373556156304</ns0:v>
                </ns0:pt>
                <ns0:pt idx="229">
                  <ns0:v>0.375194560498</ns0:v>
                </ns0:pt>
                <ns0:pt idx="230">
                  <ns0:v>0.376832964692</ns0:v>
                </ns0:pt>
                <ns0:pt idx="231">
                  <ns0:v>0.378471368887</ns0:v>
                </ns0:pt>
                <ns0:pt idx="232">
                  <ns0:v>0.380109773081</ns0:v>
                </ns0:pt>
                <ns0:pt idx="233">
                  <ns0:v>0.381748177275</ns0:v>
                </ns0:pt>
                <ns0:pt idx="234">
                  <ns0:v>0.38338658147</ns0:v>
                </ns0:pt>
                <ns0:pt idx="235">
                  <ns0:v>0.385024985664</ns0:v>
                </ns0:pt>
                <ns0:pt idx="236">
                  <ns0:v>0.386663389858</ns0:v>
                </ns0:pt>
                <ns0:pt idx="237">
                  <ns0:v>0.388301794053</ns0:v>
                </ns0:pt>
                <ns0:pt idx="238">
                  <ns0:v>0.389940198247</ns0:v>
                </ns0:pt>
                <ns0:pt idx="239">
                  <ns0:v>0.391578602441</ns0:v>
                </ns0:pt>
                <ns0:pt idx="240">
                  <ns0:v>0.393217006636</ns0:v>
                </ns0:pt>
                <ns0:pt idx="241">
                  <ns0:v>0.39485541083</ns0:v>
                </ns0:pt>
                <ns0:pt idx="242">
                  <ns0:v>0.396493815024</ns0:v>
                </ns0:pt>
                <ns0:pt idx="243">
                  <ns0:v>0.398132219218</ns0:v>
                </ns0:pt>
                <ns0:pt idx="244">
                  <ns0:v>0.399770623413</ns0:v>
                </ns0:pt>
                <ns0:pt idx="245">
                  <ns0:v>0.401409027607</ns0:v>
                </ns0:pt>
                <ns0:pt idx="246">
                  <ns0:v>0.403047431801</ns0:v>
                </ns0:pt>
                <ns0:pt idx="247">
                  <ns0:v>0.404685835996</ns0:v>
                </ns0:pt>
                <ns0:pt idx="248">
                  <ns0:v>0.40632424019</ns0:v>
                </ns0:pt>
                <ns0:pt idx="249">
                  <ns0:v>0.407962644384</ns0:v>
                </ns0:pt>
                <ns0:pt idx="250">
                  <ns0:v>0.409601048579</ns0:v>
                </ns0:pt>
                <ns0:pt idx="251">
                  <ns0:v>0.411239452773</ns0:v>
                </ns0:pt>
                <ns0:pt idx="252">
                  <ns0:v>0.412877856967</ns0:v>
                </ns0:pt>
                <ns0:pt idx="253">
                  <ns0:v>0.414516261162</ns0:v>
                </ns0:pt>
                <ns0:pt idx="254">
                  <ns0:v>0.416154665356</ns0:v>
                </ns0:pt>
                <ns0:pt idx="255">
                  <ns0:v>0.41779306955</ns0:v>
                </ns0:pt>
                <ns0:pt idx="256">
                  <ns0:v>0.419431473745</ns0:v>
                </ns0:pt>
                <ns0:pt idx="257">
                  <ns0:v>0.421069877939</ns0:v>
                </ns0:pt>
                <ns0:pt idx="258">
                  <ns0:v>0.422708282133</ns0:v>
                </ns0:pt>
                <ns0:pt idx="259">
                  <ns0:v>0.424346686328</ns0:v>
                </ns0:pt>
                <ns0:pt idx="260">
                  <ns0:v>0.425985090522</ns0:v>
                </ns0:pt>
                <ns0:pt idx="261">
                  <ns0:v>0.427623494716</ns0:v>
                </ns0:pt>
                <ns0:pt idx="262">
                  <ns0:v>0.42926189891</ns0:v>
                </ns0:pt>
                <ns0:pt idx="263">
                  <ns0:v>0.430900303105</ns0:v>
                </ns0:pt>
                <ns0:pt idx="264">
                  <ns0:v>0.432538707299</ns0:v>
                </ns0:pt>
                <ns0:pt idx="265">
                  <ns0:v>0.434177111493</ns0:v>
                </ns0:pt>
                <ns0:pt idx="266">
                  <ns0:v>0.435815515688</ns0:v>
                </ns0:pt>
                <ns0:pt idx="267">
                  <ns0:v>0.437453919882</ns0:v>
                </ns0:pt>
                <ns0:pt idx="268">
                  <ns0:v>0.439092324076</ns0:v>
                </ns0:pt>
                <ns0:pt idx="269">
                  <ns0:v>0.440730728271</ns0:v>
                </ns0:pt>
                <ns0:pt idx="270">
                  <ns0:v>0.442369132465</ns0:v>
                </ns0:pt>
                <ns0:pt idx="271">
                  <ns0:v>0.444007536659</ns0:v>
                </ns0:pt>
                <ns0:pt idx="272">
                  <ns0:v>0.445645940854</ns0:v>
                </ns0:pt>
                <ns0:pt idx="273">
                  <ns0:v>0.447284345048</ns0:v>
                </ns0:pt>
                <ns0:pt idx="274">
                  <ns0:v>0.448922749242</ns0:v>
                </ns0:pt>
                <ns0:pt idx="275">
                  <ns0:v>0.450561153437</ns0:v>
                </ns0:pt>
                <ns0:pt idx="276">
                  <ns0:v>0.452199557631</ns0:v>
                </ns0:pt>
                <ns0:pt idx="277">
                  <ns0:v>0.453837961825</ns0:v>
                </ns0:pt>
                <ns0:pt idx="278">
                  <ns0:v>0.455476366019</ns0:v>
                </ns0:pt>
                <ns0:pt idx="279">
                  <ns0:v>0.457114770214</ns0:v>
                </ns0:pt>
                <ns0:pt idx="280">
                  <ns0:v>0.458753174408</ns0:v>
                </ns0:pt>
                <ns0:pt idx="281">
                  <ns0:v>0.460391578602</ns0:v>
                </ns0:pt>
                <ns0:pt idx="282">
                  <ns0:v>0.462029982797</ns0:v>
                </ns0:pt>
                <ns0:pt idx="283">
                  <ns0:v>0.463668386991</ns0:v>
                </ns0:pt>
                <ns0:pt idx="284">
                  <ns0:v>0.465306791185</ns0:v>
                </ns0:pt>
                <ns0:pt idx="285">
                  <ns0:v>0.46694519538</ns0:v>
                </ns0:pt>
                <ns0:pt idx="286">
                  <ns0:v>0.468583599574</ns0:v>
                </ns0:pt>
                <ns0:pt idx="287">
                  <ns0:v>0.470222003768</ns0:v>
                </ns0:pt>
                <ns0:pt idx="288">
                  <ns0:v>0.471860407963</ns0:v>
                </ns0:pt>
                <ns0:pt idx="289">
                  <ns0:v>0.473498812157</ns0:v>
                </ns0:pt>
                <ns0:pt idx="290">
                  <ns0:v>0.475137216351</ns0:v>
                </ns0:pt>
                <ns0:pt idx="291">
                  <ns0:v>0.476775620546</ns0:v>
                </ns0:pt>
                <ns0:pt idx="292">
                  <ns0:v>0.47841402474</ns0:v>
                </ns0:pt>
                <ns0:pt idx="293">
                  <ns0:v>0.480052428934</ns0:v>
                </ns0:pt>
                <ns0:pt idx="294">
                  <ns0:v>0.481690833129</ns0:v>
                </ns0:pt>
                <ns0:pt idx="295">
                  <ns0:v>0.483329237323</ns0:v>
                </ns0:pt>
                <ns0:pt idx="296">
                  <ns0:v>0.484967641517</ns0:v>
                </ns0:pt>
                <ns0:pt idx="297">
                  <ns0:v>0.486606045711</ns0:v>
                </ns0:pt>
                <ns0:pt idx="298">
                  <ns0:v>0.488244449906</ns0:v>
                </ns0:pt>
                <ns0:pt idx="299">
                  <ns0:v>0.4898828541</ns0:v>
                </ns0:pt>
                <ns0:pt idx="300">
                  <ns0:v>0.491521258294</ns0:v>
                </ns0:pt>
                <ns0:pt idx="301">
                  <ns0:v>0.493159662489</ns0:v>
                </ns0:pt>
                <ns0:pt idx="302">
                  <ns0:v>0.494798066683</ns0:v>
                </ns0:pt>
                <ns0:pt idx="303">
                  <ns0:v>0.496436470877</ns0:v>
                </ns0:pt>
                <ns0:pt idx="304">
                  <ns0:v>0.498074875072</ns0:v>
                </ns0:pt>
                <ns0:pt idx="305">
                  <ns0:v>0.499713279266</ns0:v>
                </ns0:pt>
                <ns0:pt idx="306">
                  <ns0:v>0.50135168346</ns0:v>
                </ns0:pt>
                <ns0:pt idx="307">
                  <ns0:v>0.502990087655</ns0:v>
                </ns0:pt>
                <ns0:pt idx="308">
                  <ns0:v>0.504628491849</ns0:v>
                </ns0:pt>
                <ns0:pt idx="309">
                  <ns0:v>0.506266896043</ns0:v>
                </ns0:pt>
                <ns0:pt idx="310">
                  <ns0:v>0.507905300238</ns0:v>
                </ns0:pt>
                <ns0:pt idx="311">
                  <ns0:v>0.509543704432</ns0:v>
                </ns0:pt>
                <ns0:pt idx="312">
                  <ns0:v>0.511182108626</ns0:v>
                </ns0:pt>
                <ns0:pt idx="313">
                  <ns0:v>0.512820512821</ns0:v>
                </ns0:pt>
                <ns0:pt idx="314">
                  <ns0:v>0.514458917015</ns0:v>
                </ns0:pt>
                <ns0:pt idx="315">
                  <ns0:v>0.516097321209</ns0:v>
                </ns0:pt>
                <ns0:pt idx="316">
                  <ns0:v>0.517735725403</ns0:v>
                </ns0:pt>
                <ns0:pt idx="317">
                  <ns0:v>0.519374129598</ns0:v>
                </ns0:pt>
                <ns0:pt idx="318">
                  <ns0:v>0.521012533792</ns0:v>
                </ns0:pt>
                <ns0:pt idx="319">
                  <ns0:v>0.522650937986</ns0:v>
                </ns0:pt>
                <ns0:pt idx="320">
                  <ns0:v>0.524289342181</ns0:v>
                </ns0:pt>
                <ns0:pt idx="321">
                  <ns0:v>0.525927746375</ns0:v>
                </ns0:pt>
                <ns0:pt idx="322">
                  <ns0:v>0.527566150569</ns0:v>
                </ns0:pt>
                <ns0:pt idx="323">
                  <ns0:v>0.529204554764</ns0:v>
                </ns0:pt>
                <ns0:pt idx="324">
                  <ns0:v>0.530842958958</ns0:v>
                </ns0:pt>
                <ns0:pt idx="325">
                  <ns0:v>0.532481363152</ns0:v>
                </ns0:pt>
                <ns0:pt idx="326">
                  <ns0:v>0.534119767347</ns0:v>
                </ns0:pt>
                <ns0:pt idx="327">
                  <ns0:v>0.535758171541</ns0:v>
                </ns0:pt>
                <ns0:pt idx="328">
                  <ns0:v>0.537396575735</ns0:v>
                </ns0:pt>
                <ns0:pt idx="329">
                  <ns0:v>0.53903497993</ns0:v>
                </ns0:pt>
                <ns0:pt idx="330">
                  <ns0:v>0.540673384124</ns0:v>
                </ns0:pt>
                <ns0:pt idx="331">
                  <ns0:v>0.542311788318</ns0:v>
                </ns0:pt>
                <ns0:pt idx="332">
                  <ns0:v>0.543950192512</ns0:v>
                </ns0:pt>
                <ns0:pt idx="333">
                  <ns0:v>0.545588596707</ns0:v>
                </ns0:pt>
                <ns0:pt idx="334">
                  <ns0:v>0.547227000901</ns0:v>
                </ns0:pt>
                <ns0:pt idx="335">
                  <ns0:v>0.548865405095</ns0:v>
                </ns0:pt>
                <ns0:pt idx="336">
                  <ns0:v>0.55050380929</ns0:v>
                </ns0:pt>
                <ns0:pt idx="337">
                  <ns0:v>0.552142213484</ns0:v>
                </ns0:pt>
                <ns0:pt idx="338">
                  <ns0:v>0.553780617678</ns0:v>
                </ns0:pt>
                <ns0:pt idx="339">
                  <ns0:v>0.555419021873</ns0:v>
                </ns0:pt>
                <ns0:pt idx="340">
                  <ns0:v>0.557057426067</ns0:v>
                </ns0:pt>
                <ns0:pt idx="341">
                  <ns0:v>0.558695830261</ns0:v>
                </ns0:pt>
                <ns0:pt idx="342">
                  <ns0:v>0.560334234456</ns0:v>
                </ns0:pt>
                <ns0:pt idx="343">
                  <ns0:v>0.56197263865</ns0:v>
                </ns0:pt>
                <ns0:pt idx="344">
                  <ns0:v>0.563611042844</ns0:v>
                </ns0:pt>
                <ns0:pt idx="345">
                  <ns0:v>0.565249447039</ns0:v>
                </ns0:pt>
                <ns0:pt idx="346">
                  <ns0:v>0.566887851233</ns0:v>
                </ns0:pt>
                <ns0:pt idx="347">
                  <ns0:v>0.568526255427</ns0:v>
                </ns0:pt>
                <ns0:pt idx="348">
                  <ns0:v>0.570164659622</ns0:v>
                </ns0:pt>
                <ns0:pt idx="349">
                  <ns0:v>0.571803063816</ns0:v>
                </ns0:pt>
                <ns0:pt idx="350">
                  <ns0:v>0.57344146801</ns0:v>
                </ns0:pt>
                <ns0:pt idx="351">
                  <ns0:v>0.575079872204</ns0:v>
                </ns0:pt>
                <ns0:pt idx="352">
                  <ns0:v>0.576718276399</ns0:v>
                </ns0:pt>
                <ns0:pt idx="353">
                  <ns0:v>0.578356680593</ns0:v>
                </ns0:pt>
                <ns0:pt idx="354">
                  <ns0:v>0.579995084787</ns0:v>
                </ns0:pt>
                <ns0:pt idx="355">
                  <ns0:v>0.581633488982</ns0:v>
                </ns0:pt>
                <ns0:pt idx="356">
                  <ns0:v>0.583271893176</ns0:v>
                </ns0:pt>
                <ns0:pt idx="357">
                  <ns0:v>0.58491029737</ns0:v>
                </ns0:pt>
                <ns0:pt idx="358">
                  <ns0:v>0.586548701565</ns0:v>
                </ns0:pt>
                <ns0:pt idx="359">
                  <ns0:v>0.588187105759</ns0:v>
                </ns0:pt>
                <ns0:pt idx="360">
                  <ns0:v>0.589825509953</ns0:v>
                </ns0:pt>
                <ns0:pt idx="361">
                  <ns0:v>0.591463914148</ns0:v>
                </ns0:pt>
                <ns0:pt idx="362">
                  <ns0:v>0.593102318342</ns0:v>
                </ns0:pt>
                <ns0:pt idx="363">
                  <ns0:v>0.594740722536</ns0:v>
                </ns0:pt>
                <ns0:pt idx="364">
                  <ns0:v>0.596379126731</ns0:v>
                </ns0:pt>
                <ns0:pt idx="365">
                  <ns0:v>0.598017530925</ns0:v>
                </ns0:pt>
                <ns0:pt idx="366">
                  <ns0:v>0.599655935119</ns0:v>
                </ns0:pt>
                <ns0:pt idx="367">
                  <ns0:v>0.601294339314</ns0:v>
                </ns0:pt>
                <ns0:pt idx="368">
                  <ns0:v>0.602932743508</ns0:v>
                </ns0:pt>
                <ns0:pt idx="369">
                  <ns0:v>0.604571147702</ns0:v>
                </ns0:pt>
                <ns0:pt idx="370">
                  <ns0:v>0.606209551896</ns0:v>
                </ns0:pt>
                <ns0:pt idx="371">
                  <ns0:v>0.607847956091</ns0:v>
                </ns0:pt>
                <ns0:pt idx="372">
                  <ns0:v>0.609486360285</ns0:v>
                </ns0:pt>
                <ns0:pt idx="373">
                  <ns0:v>0.611124764479</ns0:v>
                </ns0:pt>
                <ns0:pt idx="374">
                  <ns0:v>0.612763168674</ns0:v>
                </ns0:pt>
                <ns0:pt idx="375">
                  <ns0:v>0.614401572868</ns0:v>
                </ns0:pt>
                <ns0:pt idx="376">
                  <ns0:v>0.616039977062</ns0:v>
                </ns0:pt>
                <ns0:pt idx="377">
                  <ns0:v>0.617678381257</ns0:v>
                </ns0:pt>
                <ns0:pt idx="378">
                  <ns0:v>0.619316785451</ns0:v>
                </ns0:pt>
                <ns0:pt idx="379">
                  <ns0:v>0.620955189645</ns0:v>
                </ns0:pt>
                <ns0:pt idx="380">
                  <ns0:v>0.62259359384</ns0:v>
                </ns0:pt>
                <ns0:pt idx="381">
                  <ns0:v>0.624231998034</ns0:v>
                </ns0:pt>
                <ns0:pt idx="382">
                  <ns0:v>0.625870402228</ns0:v>
                </ns0:pt>
                <ns0:pt idx="383">
                  <ns0:v>0.627508806423</ns0:v>
                </ns0:pt>
                <ns0:pt idx="384">
                  <ns0:v>0.629147210617</ns0:v>
                </ns0:pt>
                <ns0:pt idx="385">
                  <ns0:v>0.630785614811</ns0:v>
                </ns0:pt>
                <ns0:pt idx="386">
                  <ns0:v>0.632424019005</ns0:v>
                </ns0:pt>
                <ns0:pt idx="387">
                  <ns0:v>0.6340624232</ns0:v>
                </ns0:pt>
                <ns0:pt idx="388">
                  <ns0:v>0.635700827394</ns0:v>
                </ns0:pt>
                <ns0:pt idx="389">
                  <ns0:v>0.637339231588</ns0:v>
                </ns0:pt>
                <ns0:pt idx="390">
                  <ns0:v>0.638977635783</ns0:v>
                </ns0:pt>
                <ns0:pt idx="391">
                  <ns0:v>0.640616039977</ns0:v>
                </ns0:pt>
                <ns0:pt idx="392">
                  <ns0:v>0.642254444171</ns0:v>
                </ns0:pt>
                <ns0:pt idx="393">
                  <ns0:v>0.643892848366</ns0:v>
                </ns0:pt>
                <ns0:pt idx="394">
                  <ns0:v>0.64553125256</ns0:v>
                </ns0:pt>
                <ns0:pt idx="395">
                  <ns0:v>0.647169656754</ns0:v>
                </ns0:pt>
                <ns0:pt idx="396">
                  <ns0:v>0.648808060949</ns0:v>
                </ns0:pt>
                <ns0:pt idx="397">
                  <ns0:v>0.650446465143</ns0:v>
                </ns0:pt>
                <ns0:pt idx="398">
                  <ns0:v>0.652084869337</ns0:v>
                </ns0:pt>
                <ns0:pt idx="399">
                  <ns0:v>0.653723273532</ns0:v>
                </ns0:pt>
                <ns0:pt idx="400">
                  <ns0:v>0.655361677726</ns0:v>
                </ns0:pt>
                <ns0:pt idx="401">
                  <ns0:v>0.65700008192</ns0:v>
                </ns0:pt>
                <ns0:pt idx="402">
                  <ns0:v>0.658638486115</ns0:v>
                </ns0:pt>
                <ns0:pt idx="403">
                  <ns0:v>0.660276890309</ns0:v>
                </ns0:pt>
                <ns0:pt idx="404">
                  <ns0:v>0.661915294503</ns0:v>
                </ns0:pt>
                <ns0:pt idx="405">
                  <ns0:v>0.663553698697</ns0:v>
                </ns0:pt>
                <ns0:pt idx="406">
                  <ns0:v>0.665192102892</ns0:v>
                </ns0:pt>
                <ns0:pt idx="407">
                  <ns0:v>0.666830507086</ns0:v>
                </ns0:pt>
                <ns0:pt idx="408">
                  <ns0:v>0.66846891128</ns0:v>
                </ns0:pt>
                <ns0:pt idx="409">
                  <ns0:v>0.670107315475</ns0:v>
                </ns0:pt>
                <ns0:pt idx="410">
                  <ns0:v>0.671745719669</ns0:v>
                </ns0:pt>
                <ns0:pt idx="411">
                  <ns0:v>0.673384123863</ns0:v>
                </ns0:pt>
                <ns0:pt idx="412">
                  <ns0:v>0.675022528058</ns0:v>
                </ns0:pt>
                <ns0:pt idx="413">
                  <ns0:v>0.676660932252</ns0:v>
                </ns0:pt>
                <ns0:pt idx="414">
                  <ns0:v>0.678299336446</ns0:v>
                </ns0:pt>
                <ns0:pt idx="415">
                  <ns0:v>0.679937740641</ns0:v>
                </ns0:pt>
                <ns0:pt idx="416">
                  <ns0:v>0.681576144835</ns0:v>
                </ns0:pt>
                <ns0:pt idx="417">
                  <ns0:v>0.683214549029</ns0:v>
                </ns0:pt>
                <ns0:pt idx="418">
                  <ns0:v>0.684852953224</ns0:v>
                </ns0:pt>
                <ns0:pt idx="419">
                  <ns0:v>0.686491357418</ns0:v>
                </ns0:pt>
                <ns0:pt idx="420">
                  <ns0:v>0.688129761612</ns0:v>
                </ns0:pt>
                <ns0:pt idx="421">
                  <ns0:v>0.689768165807</ns0:v>
                </ns0:pt>
                <ns0:pt idx="422">
                  <ns0:v>0.691406570001</ns0:v>
                </ns0:pt>
                <ns0:pt idx="423">
                  <ns0:v>0.693044974195</ns0:v>
                </ns0:pt>
                <ns0:pt idx="424">
                  <ns0:v>0.694683378389</ns0:v>
                </ns0:pt>
                <ns0:pt idx="425">
                  <ns0:v>0.696321782584</ns0:v>
                </ns0:pt>
                <ns0:pt idx="426">
                  <ns0:v>0.697960186778</ns0:v>
                </ns0:pt>
                <ns0:pt idx="427">
                  <ns0:v>0.699598590972</ns0:v>
                </ns0:pt>
                <ns0:pt idx="428">
                  <ns0:v>0.701236995167</ns0:v>
                </ns0:pt>
                <ns0:pt idx="429">
                  <ns0:v>0.702875399361</ns0:v>
                </ns0:pt>
                <ns0:pt idx="430">
                  <ns0:v>0.704513803555</ns0:v>
                </ns0:pt>
                <ns0:pt idx="431">
                  <ns0:v>0.70615220775</ns0:v>
                </ns0:pt>
                <ns0:pt idx="432">
                  <ns0:v>0.707790611944</ns0:v>
                </ns0:pt>
                <ns0:pt idx="433">
                  <ns0:v>0.709429016138</ns0:v>
                </ns0:pt>
                <ns0:pt idx="434">
                  <ns0:v>0.711067420333</ns0:v>
                </ns0:pt>
                <ns0:pt idx="435">
                  <ns0:v>0.712705824527</ns0:v>
                </ns0:pt>
                <ns0:pt idx="436">
                  <ns0:v>0.714344228721</ns0:v>
                </ns0:pt>
                <ns0:pt idx="437">
                  <ns0:v>0.715982632916</ns0:v>
                </ns0:pt>
                <ns0:pt idx="438">
                  <ns0:v>0.71762103711</ns0:v>
                </ns0:pt>
                <ns0:pt idx="439">
                  <ns0:v>0.719259441304</ns0:v>
                </ns0:pt>
                <ns0:pt idx="440">
                  <ns0:v>0.720897845498</ns0:v>
                </ns0:pt>
                <ns0:pt idx="441">
                  <ns0:v>0.722536249693</ns0:v>
                </ns0:pt>
                <ns0:pt idx="442">
                  <ns0:v>0.724174653887</ns0:v>
                </ns0:pt>
                <ns0:pt idx="443">
                  <ns0:v>0.725813058081</ns0:v>
                </ns0:pt>
                <ns0:pt idx="444">
                  <ns0:v>0.727451462276</ns0:v>
                </ns0:pt>
                <ns0:pt idx="445">
                  <ns0:v>0.72908986647</ns0:v>
                </ns0:pt>
                <ns0:pt idx="446">
                  <ns0:v>0.730728270664</ns0:v>
                </ns0:pt>
                <ns0:pt idx="447">
                  <ns0:v>0.732366674859</ns0:v>
                </ns0:pt>
                <ns0:pt idx="448">
                  <ns0:v>0.734005079053</ns0:v>
                </ns0:pt>
                <ns0:pt idx="449">
                  <ns0:v>0.735643483247</ns0:v>
                </ns0:pt>
                <ns0:pt idx="450">
                  <ns0:v>0.737281887442</ns0:v>
                </ns0:pt>
                <ns0:pt idx="451">
                  <ns0:v>0.738920291636</ns0:v>
                </ns0:pt>
                <ns0:pt idx="452">
                  <ns0:v>0.74055869583</ns0:v>
                </ns0:pt>
                <ns0:pt idx="453">
                  <ns0:v>0.742197100025</ns0:v>
                </ns0:pt>
                <ns0:pt idx="454">
                  <ns0:v>0.743835504219</ns0:v>
                </ns0:pt>
                <ns0:pt idx="455">
                  <ns0:v>0.745473908413</ns0:v>
                </ns0:pt>
                <ns0:pt idx="456">
                  <ns0:v>0.747112312608</ns0:v>
                </ns0:pt>
                <ns0:pt idx="457">
                  <ns0:v>0.748750716802</ns0:v>
                </ns0:pt>
                <ns0:pt idx="458">
                  <ns0:v>0.750389120996</ns0:v>
                </ns0:pt>
                <ns0:pt idx="459">
                  <ns0:v>0.75202752519</ns0:v>
                </ns0:pt>
                <ns0:pt idx="460">
                  <ns0:v>0.753665929385</ns0:v>
                </ns0:pt>
                <ns0:pt idx="461">
                  <ns0:v>0.755304333579</ns0:v>
                </ns0:pt>
                <ns0:pt idx="462">
                  <ns0:v>0.756942737773</ns0:v>
                </ns0:pt>
                <ns0:pt idx="463">
                  <ns0:v>0.758581141968</ns0:v>
                </ns0:pt>
                <ns0:pt idx="464">
                  <ns0:v>0.760219546162</ns0:v>
                </ns0:pt>
                <ns0:pt idx="465">
                  <ns0:v>0.761857950356</ns0:v>
                </ns0:pt>
                <ns0:pt idx="466">
                  <ns0:v>0.763496354551</ns0:v>
                </ns0:pt>
                <ns0:pt idx="467">
                  <ns0:v>0.765134758745</ns0:v>
                </ns0:pt>
                <ns0:pt idx="468">
                  <ns0:v>0.766773162939</ns0:v>
                </ns0:pt>
                <ns0:pt idx="469">
                  <ns0:v>0.768411567134</ns0:v>
                </ns0:pt>
                <ns0:pt idx="470">
                  <ns0:v>0.770049971328</ns0:v>
                </ns0:pt>
                <ns0:pt idx="471">
                  <ns0:v>0.771688375522</ns0:v>
                </ns0:pt>
                <ns0:pt idx="472">
                  <ns0:v>0.773326779717</ns0:v>
                </ns0:pt>
                <ns0:pt idx="473">
                  <ns0:v>0.774965183911</ns0:v>
                </ns0:pt>
                <ns0:pt idx="474">
                  <ns0:v>0.776603588105</ns0:v>
                </ns0:pt>
                <ns0:pt idx="475">
                  <ns0:v>0.7782419923</ns0:v>
                </ns0:pt>
                <ns0:pt idx="476">
                  <ns0:v>0.779880396494</ns0:v>
                </ns0:pt>
                <ns0:pt idx="477">
                  <ns0:v>0.781518800688</ns0:v>
                </ns0:pt>
                <ns0:pt idx="478">
                  <ns0:v>0.783157204882</ns0:v>
                </ns0:pt>
                <ns0:pt idx="479">
                  <ns0:v>0.784795609077</ns0:v>
                </ns0:pt>
                <ns0:pt idx="480">
                  <ns0:v>0.786434013271</ns0:v>
                </ns0:pt>
                <ns0:pt idx="481">
                  <ns0:v>0.788072417465</ns0:v>
                </ns0:pt>
                <ns0:pt idx="482">
                  <ns0:v>0.78971082166</ns0:v>
                </ns0:pt>
                <ns0:pt idx="483">
                  <ns0:v>0.791349225854</ns0:v>
                </ns0:pt>
                <ns0:pt idx="484">
                  <ns0:v>0.792987630048</ns0:v>
                </ns0:pt>
                <ns0:pt idx="485">
                  <ns0:v>0.794626034243</ns0:v>
                </ns0:pt>
                <ns0:pt idx="486">
                  <ns0:v>0.796264438437</ns0:v>
                </ns0:pt>
                <ns0:pt idx="487">
                  <ns0:v>0.797902842631</ns0:v>
                </ns0:pt>
                <ns0:pt idx="488">
                  <ns0:v>0.799541246826</ns0:v>
                </ns0:pt>
                <ns0:pt idx="489">
                  <ns0:v>0.80117965102</ns0:v>
                </ns0:pt>
                <ns0:pt idx="490">
                  <ns0:v>0.802818055214</ns0:v>
                </ns0:pt>
                <ns0:pt idx="491">
                  <ns0:v>0.804456459409</ns0:v>
                </ns0:pt>
                <ns0:pt idx="492">
                  <ns0:v>0.806094863603</ns0:v>
                </ns0:pt>
                <ns0:pt idx="493">
                  <ns0:v>0.807733267797</ns0:v>
                </ns0:pt>
                <ns0:pt idx="494">
                  <ns0:v>0.809371671991</ns0:v>
                </ns0:pt>
                <ns0:pt idx="495">
                  <ns0:v>0.811010076186</ns0:v>
                </ns0:pt>
                <ns0:pt idx="496">
                  <ns0:v>0.81264848038</ns0:v>
                </ns0:pt>
                <ns0:pt idx="497">
                  <ns0:v>0.814286884574</ns0:v>
                </ns0:pt>
                <ns0:pt idx="498">
                  <ns0:v>0.815925288769</ns0:v>
                </ns0:pt>
                <ns0:pt idx="499">
                  <ns0:v>0.817563692963</ns0:v>
                </ns0:pt>
                <ns0:pt idx="500">
                  <ns0:v>0.819202097157</ns0:v>
                </ns0:pt>
                <ns0:pt idx="501">
                  <ns0:v>0.820840501352</ns0:v>
                </ns0:pt>
                <ns0:pt idx="502">
                  <ns0:v>0.822478905546</ns0:v>
                </ns0:pt>
                <ns0:pt idx="503">
                  <ns0:v>0.82411730974</ns0:v>
                </ns0:pt>
                <ns0:pt idx="504">
                  <ns0:v>0.825755713935</ns0:v>
                </ns0:pt>
                <ns0:pt idx="505">
                  <ns0:v>0.827394118129</ns0:v>
                </ns0:pt>
                <ns0:pt idx="506">
                  <ns0:v>0.829032522323</ns0:v>
                </ns0:pt>
                <ns0:pt idx="507">
                  <ns0:v>0.830670926518</ns0:v>
                </ns0:pt>
                <ns0:pt idx="508">
                  <ns0:v>0.832309330712</ns0:v>
                </ns0:pt>
                <ns0:pt idx="509">
                  <ns0:v>0.833947734906</ns0:v>
                </ns0:pt>
                <ns0:pt idx="510">
                  <ns0:v>0.835586139101</ns0:v>
                </ns0:pt>
                <ns0:pt idx="511">
                  <ns0:v>0.837224543295</ns0:v>
                </ns0:pt>
                <ns0:pt idx="512">
                  <ns0:v>0.838862947489</ns0:v>
                </ns0:pt>
                <ns0:pt idx="513">
                  <ns0:v>0.840501351683</ns0:v>
                </ns0:pt>
                <ns0:pt idx="514">
                  <ns0:v>0.842139755878</ns0:v>
                </ns0:pt>
                <ns0:pt idx="515">
                  <ns0:v>0.843778160072</ns0:v>
                </ns0:pt>
                <ns0:pt idx="516">
                  <ns0:v>0.845416564266</ns0:v>
                </ns0:pt>
                <ns0:pt idx="517">
                  <ns0:v>0.847054968461</ns0:v>
                </ns0:pt>
                <ns0:pt idx="518">
                  <ns0:v>0.848693372655</ns0:v>
                </ns0:pt>
                <ns0:pt idx="519">
                  <ns0:v>0.850331776849</ns0:v>
                </ns0:pt>
                <ns0:pt idx="520">
                  <ns0:v>0.851970181044</ns0:v>
                </ns0:pt>
                <ns0:pt idx="521">
                  <ns0:v>0.853608585238</ns0:v>
                </ns0:pt>
                <ns0:pt idx="522">
                  <ns0:v>0.855246989432</ns0:v>
                </ns0:pt>
                <ns0:pt idx="523">
                  <ns0:v>0.856885393627</ns0:v>
                </ns0:pt>
                <ns0:pt idx="524">
                  <ns0:v>0.858523797821</ns0:v>
                </ns0:pt>
                <ns0:pt idx="525">
                  <ns0:v>0.860162202015</ns0:v>
                </ns0:pt>
                <ns0:pt idx="526">
                  <ns0:v>0.86180060621</ns0:v>
                </ns0:pt>
                <ns0:pt idx="527">
                  <ns0:v>0.863439010404</ns0:v>
                </ns0:pt>
                <ns0:pt idx="528">
                  <ns0:v>0.865077414598</ns0:v>
                </ns0:pt>
                <ns0:pt idx="529">
                  <ns0:v>0.866715818792</ns0:v>
                </ns0:pt>
                <ns0:pt idx="530">
                  <ns0:v>0.868354222987</ns0:v>
                </ns0:pt>
                <ns0:pt idx="531">
                  <ns0:v>0.869992627181</ns0:v>
                </ns0:pt>
                <ns0:pt idx="532">
                  <ns0:v>0.871631031375</ns0:v>
                </ns0:pt>
                <ns0:pt idx="533">
                  <ns0:v>0.87326943557</ns0:v>
                </ns0:pt>
                <ns0:pt idx="534">
                  <ns0:v>0.874907839764</ns0:v>
                </ns0:pt>
                <ns0:pt idx="535">
                  <ns0:v>0.876546243958</ns0:v>
                </ns0:pt>
                <ns0:pt idx="536">
                  <ns0:v>0.878184648153</ns0:v>
                </ns0:pt>
                <ns0:pt idx="537">
                  <ns0:v>0.879823052347</ns0:v>
                </ns0:pt>
                <ns0:pt idx="538">
                  <ns0:v>0.881461456541</ns0:v>
                </ns0:pt>
                <ns0:pt idx="539">
                  <ns0:v>0.883099860736</ns0:v>
                </ns0:pt>
                <ns0:pt idx="540">
                  <ns0:v>0.88473826493</ns0:v>
                </ns0:pt>
                <ns0:pt idx="541">
                  <ns0:v>0.886376669124</ns0:v>
                </ns0:pt>
                <ns0:pt idx="542">
                  <ns0:v>0.888015073319</ns0:v>
                </ns0:pt>
                <ns0:pt idx="543">
                  <ns0:v>0.889653477513</ns0:v>
                </ns0:pt>
                <ns0:pt idx="544">
                  <ns0:v>0.891291881707</ns0:v>
                </ns0:pt>
                <ns0:pt idx="545">
                  <ns0:v>0.892930285902</ns0:v>
                </ns0:pt>
                <ns0:pt idx="546">
                  <ns0:v>0.894568690096</ns0:v>
                </ns0:pt>
                <ns0:pt idx="547">
                  <ns0:v>0.89620709429</ns0:v>
                </ns0:pt>
                <ns0:pt idx="548">
                  <ns0:v>0.897845498484</ns0:v>
                </ns0:pt>
                <ns0:pt idx="549">
                  <ns0:v>0.899483902679</ns0:v>
                </ns0:pt>
                <ns0:pt idx="550">
                  <ns0:v>0.901122306873</ns0:v>
                </ns0:pt>
                <ns0:pt idx="551">
                  <ns0:v>0.902760711067</ns0:v>
                </ns0:pt>
                <ns0:pt idx="552">
                  <ns0:v>0.904399115262</ns0:v>
                </ns0:pt>
                <ns0:pt idx="553">
                  <ns0:v>0.906037519456</ns0:v>
                </ns0:pt>
                <ns0:pt idx="554">
                  <ns0:v>0.90767592365</ns0:v>
                </ns0:pt>
                <ns0:pt idx="555">
                  <ns0:v>0.909314327845</ns0:v>
                </ns0:pt>
                <ns0:pt idx="556">
                  <ns0:v>0.910952732039</ns0:v>
                </ns0:pt>
                <ns0:pt idx="557">
                  <ns0:v>0.912591136233</ns0:v>
                </ns0:pt>
                <ns0:pt idx="558">
                  <ns0:v>0.914229540428</ns0:v>
                </ns0:pt>
                <ns0:pt idx="559">
                  <ns0:v>0.915867944622</ns0:v>
                </ns0:pt>
                <ns0:pt idx="560">
                  <ns0:v>0.917506348816</ns0:v>
                </ns0:pt>
                <ns0:pt idx="561">
                  <ns0:v>0.919144753011</ns0:v>
                </ns0:pt>
                <ns0:pt idx="562">
                  <ns0:v>0.920783157205</ns0:v>
                </ns0:pt>
                <ns0:pt idx="563">
                  <ns0:v>0.922421561399</ns0:v>
                </ns0:pt>
                <ns0:pt idx="564">
                  <ns0:v>0.924059965594</ns0:v>
                </ns0:pt>
                <ns0:pt idx="565">
                  <ns0:v>0.925698369788</ns0:v>
                </ns0:pt>
                <ns0:pt idx="566">
                  <ns0:v>0.927336773982</ns0:v>
                </ns0:pt>
                <ns0:pt idx="567">
                  <ns0:v>0.928975178176</ns0:v>
                </ns0:pt>
                <ns0:pt idx="568">
                  <ns0:v>0.930613582371</ns0:v>
                </ns0:pt>
                <ns0:pt idx="569">
                  <ns0:v>0.932251986565</ns0:v>
                </ns0:pt>
                <ns0:pt idx="570">
                  <ns0:v>0.933890390759</ns0:v>
                </ns0:pt>
                <ns0:pt idx="571">
                  <ns0:v>0.935528794954</ns0:v>
                </ns0:pt>
                <ns0:pt idx="572">
                  <ns0:v>0.937167199148</ns0:v>
                </ns0:pt>
                <ns0:pt idx="573">
                  <ns0:v>0.938805603342</ns0:v>
                </ns0:pt>
                <ns0:pt idx="574">
                  <ns0:v>0.940444007537</ns0:v>
                </ns0:pt>
                <ns0:pt idx="575">
                  <ns0:v>0.942082411731</ns0:v>
                </ns0:pt>
                <ns0:pt idx="576">
                  <ns0:v>0.943720815925</ns0:v>
                </ns0:pt>
                <ns0:pt idx="577">
                  <ns0:v>0.94535922012</ns0:v>
                </ns0:pt>
                <ns0:pt idx="578">
                  <ns0:v>0.946997624314</ns0:v>
                </ns0:pt>
                <ns0:pt idx="579">
                  <ns0:v>0.948636028508</ns0:v>
                </ns0:pt>
                <ns0:pt idx="580">
                  <ns0:v>0.950274432703</ns0:v>
                </ns0:pt>
                <ns0:pt idx="581">
                  <ns0:v>0.951912836897</ns0:v>
                </ns0:pt>
                <ns0:pt idx="582">
                  <ns0:v>0.953551241091</ns0:v>
                </ns0:pt>
                <ns0:pt idx="583">
                  <ns0:v>0.955189645285</ns0:v>
                </ns0:pt>
                <ns0:pt idx="584">
                  <ns0:v>0.95682804948</ns0:v>
                </ns0:pt>
                <ns0:pt idx="585">
                  <ns0:v>0.958466453674</ns0:v>
                </ns0:pt>
                <ns0:pt idx="586">
                  <ns0:v>0.960104857868</ns0:v>
                </ns0:pt>
                <ns0:pt idx="587">
                  <ns0:v>0.961743262063</ns0:v>
                </ns0:pt>
                <ns0:pt idx="588">
                  <ns0:v>0.963381666257</ns0:v>
                </ns0:pt>
                <ns0:pt idx="589">
                  <ns0:v>0.965020070451</ns0:v>
                </ns0:pt>
                <ns0:pt idx="590">
                  <ns0:v>0.966658474646</ns0:v>
                </ns0:pt>
                <ns0:pt idx="591">
                  <ns0:v>0.96829687884</ns0:v>
                </ns0:pt>
                <ns0:pt idx="592">
                  <ns0:v>0.969935283034</ns0:v>
                </ns0:pt>
                <ns0:pt idx="593">
                  <ns0:v>0.971573687229</ns0:v>
                </ns0:pt>
                <ns0:pt idx="594">
                  <ns0:v>0.973212091423</ns0:v>
                </ns0:pt>
                <ns0:pt idx="595">
                  <ns0:v>0.974850495617</ns0:v>
                </ns0:pt>
                <ns0:pt idx="596">
                  <ns0:v>0.976488899812</ns0:v>
                </ns0:pt>
                <ns0:pt idx="597">
                  <ns0:v>0.978127304006</ns0:v>
                </ns0:pt>
                <ns0:pt idx="598">
                  <ns0:v>0.9797657082</ns0:v>
                </ns0:pt>
                <ns0:pt idx="599">
                  <ns0:v>0.981404112395</ns0:v>
                </ns0:pt>
                <ns0:pt idx="600">
                  <ns0:v>0.983042516589</ns0:v>
                </ns0:pt>
                <ns0:pt idx="601">
                  <ns0:v>0.984680920783</ns0:v>
                </ns0:pt>
                <ns0:pt idx="602">
                  <ns0:v>0.986319324977</ns0:v>
                </ns0:pt>
                <ns0:pt idx="603">
                  <ns0:v>0.987957729172</ns0:v>
                </ns0:pt>
                <ns0:pt idx="604">
                  <ns0:v>0.989596133366</ns0:v>
                </ns0:pt>
                <ns0:pt idx="605">
                  <ns0:v>0.99123453756</ns0:v>
                </ns0:pt>
                <ns0:pt idx="606">
                  <ns0:v>0.992872941755</ns0:v>
                </ns0:pt>
                <ns0:pt idx="607">
                  <ns0:v>0.994511345949</ns0:v>
                </ns0:pt>
                <ns0:pt idx="608">
                  <ns0:v>0.996149750143</ns0:v>
                </ns0:pt>
                <ns0:pt idx="609">
                  <ns0:v>0.997788154338</ns0:v>
                </ns0:pt>
                <ns0:pt idx="610">
                  <ns0:v>0.999426558532</ns0:v>
                </ns0:pt>
                <ns0:pt idx="611">
                  <ns0:v>1.00106496273</ns0:v>
                </ns0:pt>
                <ns0:pt idx="612">
                  <ns0:v>1.00270336692</ns0:v>
                </ns0:pt>
                <ns0:pt idx="613">
                  <ns0:v>1.00434177111</ns0:v>
                </ns0:pt>
                <ns0:pt idx="614">
                  <ns0:v>1.00598017531</ns0:v>
                </ns0:pt>
                <ns0:pt idx="615">
                  <ns0:v>1.0076185795</ns0:v>
                </ns0:pt>
                <ns0:pt idx="616">
                  <ns0:v>1.0092569837</ns0:v>
                </ns0:pt>
                <ns0:pt idx="617">
                  <ns0:v>1.01089538789</ns0:v>
                </ns0:pt>
                <ns0:pt idx="618">
                  <ns0:v>1.01253379209</ns0:v>
                </ns0:pt>
                <ns0:pt idx="619">
                  <ns0:v>1.01417219628</ns0:v>
                </ns0:pt>
                <ns0:pt idx="620">
                  <ns0:v>1.01581060048</ns0:v>
                </ns0:pt>
                <ns0:pt idx="621">
                  <ns0:v>1.01744900467</ns0:v>
                </ns0:pt>
                <ns0:pt idx="622">
                  <ns0:v>1.01908740886</ns0:v>
                </ns0:pt>
                <ns0:pt idx="623">
                  <ns0:v>1.02072581306</ns0:v>
                </ns0:pt>
                <ns0:pt idx="624">
                  <ns0:v>1.02236421725</ns0:v>
                </ns0:pt>
                <ns0:pt idx="625">
                  <ns0:v>1.02400262145</ns0:v>
                </ns0:pt>
                <ns0:pt idx="626">
                  <ns0:v>1.02564102564</ns0:v>
                </ns0:pt>
                <ns0:pt idx="627">
                  <ns0:v>1.02727942984</ns0:v>
                </ns0:pt>
                <ns0:pt idx="628">
                  <ns0:v>1.02891783403</ns0:v>
                </ns0:pt>
                <ns0:pt idx="629">
                  <ns0:v>1.03055623822</ns0:v>
                </ns0:pt>
                <ns0:pt idx="630">
                  <ns0:v>1.03219464242</ns0:v>
                </ns0:pt>
                <ns0:pt idx="631">
                  <ns0:v>1.03383304661</ns0:v>
                </ns0:pt>
                <ns0:pt idx="632">
                  <ns0:v>1.03547145081</ns0:v>
                </ns0:pt>
                <ns0:pt idx="633">
                  <ns0:v>1.037109855</ns0:v>
                </ns0:pt>
                <ns0:pt idx="634">
                  <ns0:v>1.0387482592</ns0:v>
                </ns0:pt>
                <ns0:pt idx="635">
                  <ns0:v>1.04038666339</ns0:v>
                </ns0:pt>
                <ns0:pt idx="636">
                  <ns0:v>1.04202506758</ns0:v>
                </ns0:pt>
                <ns0:pt idx="637">
                  <ns0:v>1.04366347178</ns0:v>
                </ns0:pt>
                <ns0:pt idx="638">
                  <ns0:v>1.04530187597</ns0:v>
                </ns0:pt>
                <ns0:pt idx="639">
                  <ns0:v>1.04694028017</ns0:v>
                </ns0:pt>
                <ns0:pt idx="640">
                  <ns0:v>1.04857868436</ns0:v>
                </ns0:pt>
                <ns0:pt idx="641">
                  <ns0:v>1.05021708856</ns0:v>
                </ns0:pt>
                <ns0:pt idx="642">
                  <ns0:v>1.05185549275</ns0:v>
                </ns0:pt>
                <ns0:pt idx="643">
                  <ns0:v>1.05349389694</ns0:v>
                </ns0:pt>
                <ns0:pt idx="644">
                  <ns0:v>1.05513230114</ns0:v>
                </ns0:pt>
                <ns0:pt idx="645">
                  <ns0:v>1.05677070533</ns0:v>
                </ns0:pt>
                <ns0:pt idx="646">
                  <ns0:v>1.05840910953</ns0:v>
                </ns0:pt>
                <ns0:pt idx="647">
                  <ns0:v>1.06004751372</ns0:v>
                </ns0:pt>
                <ns0:pt idx="648">
                  <ns0:v>1.06168591792</ns0:v>
                </ns0:pt>
                <ns0:pt idx="649">
                  <ns0:v>1.06332432211</ns0:v>
                </ns0:pt>
                <ns0:pt idx="650">
                  <ns0:v>1.0649627263</ns0:v>
                </ns0:pt>
                <ns0:pt idx="651">
                  <ns0:v>1.0666011305</ns0:v>
                </ns0:pt>
                <ns0:pt idx="652">
                  <ns0:v>1.06823953469</ns0:v>
                </ns0:pt>
                <ns0:pt idx="653">
                  <ns0:v>1.06987793889</ns0:v>
                </ns0:pt>
                <ns0:pt idx="654">
                  <ns0:v>1.07151634308</ns0:v>
                </ns0:pt>
                <ns0:pt idx="655">
                  <ns0:v>1.07315474728</ns0:v>
                </ns0:pt>
                <ns0:pt idx="656">
                  <ns0:v>1.07479315147</ns0:v>
                </ns0:pt>
                <ns0:pt idx="657">
                  <ns0:v>1.07643155566</ns0:v>
                </ns0:pt>
                <ns0:pt idx="658">
                  <ns0:v>1.07806995986</ns0:v>
                </ns0:pt>
                <ns0:pt idx="659">
                  <ns0:v>1.07970836405</ns0:v>
                </ns0:pt>
                <ns0:pt idx="660">
                  <ns0:v>1.08134676825</ns0:v>
                </ns0:pt>
                <ns0:pt idx="661">
                  <ns0:v>1.08298517244</ns0:v>
                </ns0:pt>
                <ns0:pt idx="662">
                  <ns0:v>1.08462357664</ns0:v>
                </ns0:pt>
                <ns0:pt idx="663">
                  <ns0:v>1.08626198083</ns0:v>
                </ns0:pt>
                <ns0:pt idx="664">
                  <ns0:v>1.08790038502</ns0:v>
                </ns0:pt>
                <ns0:pt idx="665">
                  <ns0:v>1.08953878922</ns0:v>
                </ns0:pt>
                <ns0:pt idx="666">
                  <ns0:v>1.09117719341</ns0:v>
                </ns0:pt>
                <ns0:pt idx="667">
                  <ns0:v>1.09281559761</ns0:v>
                </ns0:pt>
                <ns0:pt idx="668">
                  <ns0:v>1.0944540018</ns0:v>
                </ns0:pt>
                <ns0:pt idx="669">
                  <ns0:v>1.096092406</ns0:v>
                </ns0:pt>
                <ns0:pt idx="670">
                  <ns0:v>1.09773081019</ns0:v>
                </ns0:pt>
                <ns0:pt idx="671">
                  <ns0:v>1.09936921439</ns0:v>
                </ns0:pt>
                <ns0:pt idx="672">
                  <ns0:v>1.10100761858</ns0:v>
                </ns0:pt>
                <ns0:pt idx="673">
                  <ns0:v>1.10264602277</ns0:v>
                </ns0:pt>
                <ns0:pt idx="674">
                  <ns0:v>1.10428442697</ns0:v>
                </ns0:pt>
                <ns0:pt idx="675">
                  <ns0:v>1.10592283116</ns0:v>
                </ns0:pt>
                <ns0:pt idx="676">
                  <ns0:v>1.10756123536</ns0:v>
                </ns0:pt>
                <ns0:pt idx="677">
                  <ns0:v>1.10919963955</ns0:v>
                </ns0:pt>
                <ns0:pt idx="678">
                  <ns0:v>1.11083804375</ns0:v>
                </ns0:pt>
                <ns0:pt idx="679">
                  <ns0:v>1.11247644794</ns0:v>
                </ns0:pt>
                <ns0:pt idx="680">
                  <ns0:v>1.11411485213</ns0:v>
                </ns0:pt>
                <ns0:pt idx="681">
                  <ns0:v>1.11575325633</ns0:v>
                </ns0:pt>
                <ns0:pt idx="682">
                  <ns0:v>1.11739166052</ns0:v>
                </ns0:pt>
                <ns0:pt idx="683">
                  <ns0:v>1.11903006472</ns0:v>
                </ns0:pt>
                <ns0:pt idx="684">
                  <ns0:v>1.12066846891</ns0:v>
                </ns0:pt>
                <ns0:pt idx="685">
                  <ns0:v>1.12230687311</ns0:v>
                </ns0:pt>
                <ns0:pt idx="686">
                  <ns0:v>1.1239452773</ns0:v>
                </ns0:pt>
                <ns0:pt idx="687">
                  <ns0:v>1.12558368149</ns0:v>
                </ns0:pt>
                <ns0:pt idx="688">
                  <ns0:v>1.12722208569</ns0:v>
                </ns0:pt>
                <ns0:pt idx="689">
                  <ns0:v>1.12886048988</ns0:v>
                </ns0:pt>
                <ns0:pt idx="690">
                  <ns0:v>1.13049889408</ns0:v>
                </ns0:pt>
                <ns0:pt idx="691">
                  <ns0:v>1.13213729827</ns0:v>
                </ns0:pt>
                <ns0:pt idx="692">
                  <ns0:v>1.13377570247</ns0:v>
                </ns0:pt>
                <ns0:pt idx="693">
                  <ns0:v>1.13541410666</ns0:v>
                </ns0:pt>
                <ns0:pt idx="694">
                  <ns0:v>1.13705251085</ns0:v>
                </ns0:pt>
                <ns0:pt idx="695">
                  <ns0:v>1.13869091505</ns0:v>
                </ns0:pt>
                <ns0:pt idx="696">
                  <ns0:v>1.14032931924</ns0:v>
                </ns0:pt>
                <ns0:pt idx="697">
                  <ns0:v>1.14196772344</ns0:v>
                </ns0:pt>
                <ns0:pt idx="698">
                  <ns0:v>1.14360612763</ns0:v>
                </ns0:pt>
                <ns0:pt idx="699">
                  <ns0:v>1.14524453183</ns0:v>
                </ns0:pt>
                <ns0:pt idx="700">
                  <ns0:v>1.14688293602</ns0:v>
                </ns0:pt>
                <ns0:pt idx="701">
                  <ns0:v>1.14852134021</ns0:v>
                </ns0:pt>
                <ns0:pt idx="702">
                  <ns0:v>1.15015974441</ns0:v>
                </ns0:pt>
                <ns0:pt idx="703">
                  <ns0:v>1.1517981486</ns0:v>
                </ns0:pt>
                <ns0:pt idx="704">
                  <ns0:v>1.1534365528</ns0:v>
                </ns0:pt>
                <ns0:pt idx="705">
                  <ns0:v>1.15507495699</ns0:v>
                </ns0:pt>
                <ns0:pt idx="706">
                  <ns0:v>1.15671336119</ns0:v>
                </ns0:pt>
                <ns0:pt idx="707">
                  <ns0:v>1.15835176538</ns0:v>
                </ns0:pt>
                <ns0:pt idx="708">
                  <ns0:v>1.15999016957</ns0:v>
                </ns0:pt>
                <ns0:pt idx="709">
                  <ns0:v>1.16162857377</ns0:v>
                </ns0:pt>
                <ns0:pt idx="710">
                  <ns0:v>1.16326697796</ns0:v>
                </ns0:pt>
                <ns0:pt idx="711">
                  <ns0:v>1.16490538216</ns0:v>
                </ns0:pt>
                <ns0:pt idx="712">
                  <ns0:v>1.16654378635</ns0:v>
                </ns0:pt>
                <ns0:pt idx="713">
                  <ns0:v>1.16818219055</ns0:v>
                </ns0:pt>
                <ns0:pt idx="714">
                  <ns0:v>1.16982059474</ns0:v>
                </ns0:pt>
                <ns0:pt idx="715">
                  <ns0:v>1.17145899894</ns0:v>
                </ns0:pt>
                <ns0:pt idx="716">
                  <ns0:v>1.17309740313</ns0:v>
                </ns0:pt>
                <ns0:pt idx="717">
                  <ns0:v>1.17473580732</ns0:v>
                </ns0:pt>
                <ns0:pt idx="718">
                  <ns0:v>1.17637421152</ns0:v>
                </ns0:pt>
                <ns0:pt idx="719">
                  <ns0:v>1.17801261571</ns0:v>
                </ns0:pt>
                <ns0:pt idx="720">
                  <ns0:v>1.17965101991</ns0:v>
                </ns0:pt>
                <ns0:pt idx="721">
                  <ns0:v>1.1812894241</ns0:v>
                </ns0:pt>
                <ns0:pt idx="722">
                  <ns0:v>1.1829278283</ns0:v>
                </ns0:pt>
                <ns0:pt idx="723">
                  <ns0:v>1.18456623249</ns0:v>
                </ns0:pt>
                <ns0:pt idx="724">
                  <ns0:v>1.18620463668</ns0:v>
                </ns0:pt>
                <ns0:pt idx="725">
                  <ns0:v>1.18784304088</ns0:v>
                </ns0:pt>
                <ns0:pt idx="726">
                  <ns0:v>1.18948144507</ns0:v>
                </ns0:pt>
                <ns0:pt idx="727">
                  <ns0:v>1.19111984927</ns0:v>
                </ns0:pt>
                <ns0:pt idx="728">
                  <ns0:v>1.19275825346</ns0:v>
                </ns0:pt>
                <ns0:pt idx="729">
                  <ns0:v>1.19439665766</ns0:v>
                </ns0:pt>
                <ns0:pt idx="730">
                  <ns0:v>1.19603506185</ns0:v>
                </ns0:pt>
                <ns0:pt idx="731">
                  <ns0:v>1.19767346604</ns0:v>
                </ns0:pt>
                <ns0:pt idx="732">
                  <ns0:v>1.19931187024</ns0:v>
                </ns0:pt>
                <ns0:pt idx="733">
                  <ns0:v>1.20095027443</ns0:v>
                </ns0:pt>
                <ns0:pt idx="734">
                  <ns0:v>1.20258867863</ns0:v>
                </ns0:pt>
                <ns0:pt idx="735">
                  <ns0:v>1.20422708282</ns0:v>
                </ns0:pt>
                <ns0:pt idx="736">
                  <ns0:v>1.20586548702</ns0:v>
                </ns0:pt>
                <ns0:pt idx="737">
                  <ns0:v>1.20750389121</ns0:v>
                </ns0:pt>
                <ns0:pt idx="738">
                  <ns0:v>1.2091422954</ns0:v>
                </ns0:pt>
                <ns0:pt idx="739">
                  <ns0:v>1.2107806996</ns0:v>
                </ns0:pt>
                <ns0:pt idx="740">
                  <ns0:v>1.21241910379</ns0:v>
                </ns0:pt>
                <ns0:pt idx="741">
                  <ns0:v>1.21405750799</ns0:v>
                </ns0:pt>
                <ns0:pt idx="742">
                  <ns0:v>1.21569591218</ns0:v>
                </ns0:pt>
                <ns0:pt idx="743">
                  <ns0:v>1.21733431638</ns0:v>
                </ns0:pt>
                <ns0:pt idx="744">
                  <ns0:v>1.21897272057</ns0:v>
                </ns0:pt>
                <ns0:pt idx="745">
                  <ns0:v>1.22061112476</ns0:v>
                </ns0:pt>
                <ns0:pt idx="746">
                  <ns0:v>1.22224952896</ns0:v>
                </ns0:pt>
                <ns0:pt idx="747">
                  <ns0:v>1.22388793315</ns0:v>
                </ns0:pt>
                <ns0:pt idx="748">
                  <ns0:v>1.22552633735</ns0:v>
                </ns0:pt>
                <ns0:pt idx="749">
                  <ns0:v>1.22716474154</ns0:v>
                </ns0:pt>
                <ns0:pt idx="750">
                  <ns0:v>1.22880314574</ns0:v>
                </ns0:pt>
                <ns0:pt idx="751">
                  <ns0:v>1.23044154993</ns0:v>
                </ns0:pt>
                <ns0:pt idx="752">
                  <ns0:v>1.23207995412</ns0:v>
                </ns0:pt>
                <ns0:pt idx="753">
                  <ns0:v>1.23371835832</ns0:v>
                </ns0:pt>
                <ns0:pt idx="754">
                  <ns0:v>1.23535676251</ns0:v>
                </ns0:pt>
                <ns0:pt idx="755">
                  <ns0:v>1.23699516671</ns0:v>
                </ns0:pt>
                <ns0:pt idx="756">
                  <ns0:v>1.2386335709</ns0:v>
                </ns0:pt>
                <ns0:pt idx="757">
                  <ns0:v>1.2402719751</ns0:v>
                </ns0:pt>
                <ns0:pt idx="758">
                  <ns0:v>1.24191037929</ns0:v>
                </ns0:pt>
                <ns0:pt idx="759">
                  <ns0:v>1.24354878348</ns0:v>
                </ns0:pt>
                <ns0:pt idx="760">
                  <ns0:v>1.24518718768</ns0:v>
                </ns0:pt>
                <ns0:pt idx="761">
                  <ns0:v>1.24682559187</ns0:v>
                </ns0:pt>
                <ns0:pt idx="762">
                  <ns0:v>1.24846399607</ns0:v>
                </ns0:pt>
                <ns0:pt idx="763">
                  <ns0:v>1.25010240026</ns0:v>
                </ns0:pt>
                <ns0:pt idx="764">
                  <ns0:v>1.25174080446</ns0:v>
                </ns0:pt>
                <ns0:pt idx="765">
                  <ns0:v>1.25337920865</ns0:v>
                </ns0:pt>
                <ns0:pt idx="766">
                  <ns0:v>1.25501761285</ns0:v>
                </ns0:pt>
                <ns0:pt idx="767">
                  <ns0:v>1.25665601704</ns0:v>
                </ns0:pt>
                <ns0:pt idx="768">
                  <ns0:v>1.25829442123</ns0:v>
                </ns0:pt>
                <ns0:pt idx="769">
                  <ns0:v>1.25993282543</ns0:v>
                </ns0:pt>
                <ns0:pt idx="770">
                  <ns0:v>1.26157122962</ns0:v>
                </ns0:pt>
                <ns0:pt idx="771">
                  <ns0:v>1.26320963382</ns0:v>
                </ns0:pt>
                <ns0:pt idx="772">
                  <ns0:v>1.26484803801</ns0:v>
                </ns0:pt>
                <ns0:pt idx="773">
                  <ns0:v>1.26648644221</ns0:v>
                </ns0:pt>
                <ns0:pt idx="774">
                  <ns0:v>1.2681248464</ns0:v>
                </ns0:pt>
                <ns0:pt idx="775">
                  <ns0:v>1.26976325059</ns0:v>
                </ns0:pt>
                <ns0:pt idx="776">
                  <ns0:v>1.27140165479</ns0:v>
                </ns0:pt>
                <ns0:pt idx="777">
                  <ns0:v>1.27304005898</ns0:v>
                </ns0:pt>
                <ns0:pt idx="778">
                  <ns0:v>1.27467846318</ns0:v>
                </ns0:pt>
                <ns0:pt idx="779">
                  <ns0:v>1.27631686737</ns0:v>
                </ns0:pt>
                <ns0:pt idx="780">
                  <ns0:v>1.27795527157</ns0:v>
                </ns0:pt>
                <ns0:pt idx="781">
                  <ns0:v>1.27959367576</ns0:v>
                </ns0:pt>
                <ns0:pt idx="782">
                  <ns0:v>1.28123207995</ns0:v>
                </ns0:pt>
                <ns0:pt idx="783">
                  <ns0:v>1.28287048415</ns0:v>
                </ns0:pt>
                <ns0:pt idx="784">
                  <ns0:v>1.28450888834</ns0:v>
                </ns0:pt>
                <ns0:pt idx="785">
                  <ns0:v>1.28614729254</ns0:v>
                </ns0:pt>
                <ns0:pt idx="786">
                  <ns0:v>1.28778569673</ns0:v>
                </ns0:pt>
                <ns0:pt idx="787">
                  <ns0:v>1.28942410093</ns0:v>
                </ns0:pt>
                <ns0:pt idx="788">
                  <ns0:v>1.29106250512</ns0:v>
                </ns0:pt>
                <ns0:pt idx="789">
                  <ns0:v>1.29270090931</ns0:v>
                </ns0:pt>
                <ns0:pt idx="790">
                  <ns0:v>1.29433931351</ns0:v>
                </ns0:pt>
                <ns0:pt idx="791">
                  <ns0:v>1.2959777177</ns0:v>
                </ns0:pt>
                <ns0:pt idx="792">
                  <ns0:v>1.2976161219</ns0:v>
                </ns0:pt>
                <ns0:pt idx="793">
                  <ns0:v>1.29925452609</ns0:v>
                </ns0:pt>
                <ns0:pt idx="794">
                  <ns0:v>1.30089293029</ns0:v>
                </ns0:pt>
                <ns0:pt idx="795">
                  <ns0:v>1.30253133448</ns0:v>
                </ns0:pt>
                <ns0:pt idx="796">
                  <ns0:v>1.30416973867</ns0:v>
                </ns0:pt>
                <ns0:pt idx="797">
                  <ns0:v>1.30580814287</ns0:v>
                </ns0:pt>
                <ns0:pt idx="798">
                  <ns0:v>1.30744654706</ns0:v>
                </ns0:pt>
                <ns0:pt idx="799">
                  <ns0:v>1.30908495126</ns0:v>
                </ns0:pt>
                <ns0:pt idx="800">
                  <ns0:v>1.31072335545</ns0:v>
                </ns0:pt>
                <ns0:pt idx="801">
                  <ns0:v>1.31236175965</ns0:v>
                </ns0:pt>
                <ns0:pt idx="802">
                  <ns0:v>1.31400016384</ns0:v>
                </ns0:pt>
                <ns0:pt idx="803">
                  <ns0:v>1.31563856803</ns0:v>
                </ns0:pt>
                <ns0:pt idx="804">
                  <ns0:v>1.31727697223</ns0:v>
                </ns0:pt>
                <ns0:pt idx="805">
                  <ns0:v>1.31891537642</ns0:v>
                </ns0:pt>
                <ns0:pt idx="806">
                  <ns0:v>1.32055378062</ns0:v>
                </ns0:pt>
                <ns0:pt idx="807">
                  <ns0:v>1.32219218481</ns0:v>
                </ns0:pt>
                <ns0:pt idx="808">
                  <ns0:v>1.32383058901</ns0:v>
                </ns0:pt>
                <ns0:pt idx="809">
                  <ns0:v>1.3254689932</ns0:v>
                </ns0:pt>
                <ns0:pt idx="810">
                  <ns0:v>1.32710739739</ns0:v>
                </ns0:pt>
                <ns0:pt idx="811">
                  <ns0:v>1.32874580159</ns0:v>
                </ns0:pt>
                <ns0:pt idx="812">
                  <ns0:v>1.33038420578</ns0:v>
                </ns0:pt>
                <ns0:pt idx="813">
                  <ns0:v>1.33202260998</ns0:v>
                </ns0:pt>
                <ns0:pt idx="814">
                  <ns0:v>1.33366101417</ns0:v>
                </ns0:pt>
                <ns0:pt idx="815">
                  <ns0:v>1.33529941837</ns0:v>
                </ns0:pt>
                <ns0:pt idx="816">
                  <ns0:v>1.33693782256</ns0:v>
                </ns0:pt>
                <ns0:pt idx="817">
                  <ns0:v>1.33857622676</ns0:v>
                </ns0:pt>
                <ns0:pt idx="818">
                  <ns0:v>1.34021463095</ns0:v>
                </ns0:pt>
                <ns0:pt idx="819">
                  <ns0:v>1.34185303514</ns0:v>
                </ns0:pt>
                <ns0:pt idx="820">
                  <ns0:v>1.34349143934</ns0:v>
                </ns0:pt>
                <ns0:pt idx="821">
                  <ns0:v>1.34512984353</ns0:v>
                </ns0:pt>
                <ns0:pt idx="822">
                  <ns0:v>1.34676824773</ns0:v>
                </ns0:pt>
                <ns0:pt idx="823">
                  <ns0:v>1.34840665192</ns0:v>
                </ns0:pt>
                <ns0:pt idx="824">
                  <ns0:v>1.35004505612</ns0:v>
                </ns0:pt>
                <ns0:pt idx="825">
                  <ns0:v>1.35168346031</ns0:v>
                </ns0:pt>
                <ns0:pt idx="826">
                  <ns0:v>1.3533218645</ns0:v>
                </ns0:pt>
                <ns0:pt idx="827">
                  <ns0:v>1.3549602687</ns0:v>
                </ns0:pt>
                <ns0:pt idx="828">
                  <ns0:v>1.35659867289</ns0:v>
                </ns0:pt>
                <ns0:pt idx="829">
                  <ns0:v>1.35823707709</ns0:v>
                </ns0:pt>
                <ns0:pt idx="830">
                  <ns0:v>1.35987548128</ns0:v>
                </ns0:pt>
                <ns0:pt idx="831">
                  <ns0:v>1.36151388548</ns0:v>
                </ns0:pt>
                <ns0:pt idx="832">
                  <ns0:v>1.36315228967</ns0:v>
                </ns0:pt>
                <ns0:pt idx="833">
                  <ns0:v>1.36479069386</ns0:v>
                </ns0:pt>
                <ns0:pt idx="834">
                  <ns0:v>1.36642909806</ns0:v>
                </ns0:pt>
                <ns0:pt idx="835">
                  <ns0:v>1.36806750225</ns0:v>
                </ns0:pt>
                <ns0:pt idx="836">
                  <ns0:v>1.36970590645</ns0:v>
                </ns0:pt>
                <ns0:pt idx="837">
                  <ns0:v>1.37134431064</ns0:v>
                </ns0:pt>
                <ns0:pt idx="838">
                  <ns0:v>1.37298271484</ns0:v>
                </ns0:pt>
                <ns0:pt idx="839">
                  <ns0:v>1.37462111903</ns0:v>
                </ns0:pt>
                <ns0:pt idx="840">
                  <ns0:v>1.37625952322</ns0:v>
                </ns0:pt>
                <ns0:pt idx="841">
                  <ns0:v>1.37789792742</ns0:v>
                </ns0:pt>
                <ns0:pt idx="842">
                  <ns0:v>1.37953633161</ns0:v>
                </ns0:pt>
                <ns0:pt idx="843">
                  <ns0:v>1.38117473581</ns0:v>
                </ns0:pt>
                <ns0:pt idx="844">
                  <ns0:v>1.38281314</ns0:v>
                </ns0:pt>
                <ns0:pt idx="845">
                  <ns0:v>1.3844515442</ns0:v>
                </ns0:pt>
                <ns0:pt idx="846">
                  <ns0:v>1.38608994839</ns0:v>
                </ns0:pt>
                <ns0:pt idx="847">
                  <ns0:v>1.38772835258</ns0:v>
                </ns0:pt>
                <ns0:pt idx="848">
                  <ns0:v>1.38936675678</ns0:v>
                </ns0:pt>
                <ns0:pt idx="849">
                  <ns0:v>1.39100516097</ns0:v>
                </ns0:pt>
                <ns0:pt idx="850">
                  <ns0:v>1.39264356517</ns0:v>
                </ns0:pt>
                <ns0:pt idx="851">
                  <ns0:v>1.39428196936</ns0:v>
                </ns0:pt>
                <ns0:pt idx="852">
                  <ns0:v>1.39592037356</ns0:v>
                </ns0:pt>
                <ns0:pt idx="853">
                  <ns0:v>1.39755877775</ns0:v>
                </ns0:pt>
                <ns0:pt idx="854">
                  <ns0:v>1.39919718194</ns0:v>
                </ns0:pt>
                <ns0:pt idx="855">
                  <ns0:v>1.40083558614</ns0:v>
                </ns0:pt>
                <ns0:pt idx="856">
                  <ns0:v>1.40247399033</ns0:v>
                </ns0:pt>
                <ns0:pt idx="857">
                  <ns0:v>1.40411239453</ns0:v>
                </ns0:pt>
                <ns0:pt idx="858">
                  <ns0:v>1.40575079872</ns0:v>
                </ns0:pt>
                <ns0:pt idx="859">
                  <ns0:v>1.40738920292</ns0:v>
                </ns0:pt>
                <ns0:pt idx="860">
                  <ns0:v>1.40902760711</ns0:v>
                </ns0:pt>
                <ns0:pt idx="861">
                  <ns0:v>1.4106660113</ns0:v>
                </ns0:pt>
                <ns0:pt idx="862">
                  <ns0:v>1.4123044155</ns0:v>
                </ns0:pt>
                <ns0:pt idx="863">
                  <ns0:v>1.41394281969</ns0:v>
                </ns0:pt>
                <ns0:pt idx="864">
                  <ns0:v>1.41558122389</ns0:v>
                </ns0:pt>
                <ns0:pt idx="865">
                  <ns0:v>1.41721962808</ns0:v>
                </ns0:pt>
                <ns0:pt idx="866">
                  <ns0:v>1.41885803228</ns0:v>
                </ns0:pt>
                <ns0:pt idx="867">
                  <ns0:v>1.42049643647</ns0:v>
                </ns0:pt>
                <ns0:pt idx="868">
                  <ns0:v>1.42213484067</ns0:v>
                </ns0:pt>
                <ns0:pt idx="869">
                  <ns0:v>1.42377324486</ns0:v>
                </ns0:pt>
                <ns0:pt idx="870">
                  <ns0:v>1.42541164905</ns0:v>
                </ns0:pt>
                <ns0:pt idx="871">
                  <ns0:v>1.42705005325</ns0:v>
                </ns0:pt>
                <ns0:pt idx="872">
                  <ns0:v>1.42868845744</ns0:v>
                </ns0:pt>
                <ns0:pt idx="873">
                  <ns0:v>1.43032686164</ns0:v>
                </ns0:pt>
                <ns0:pt idx="874">
                  <ns0:v>1.43196526583</ns0:v>
                </ns0:pt>
                <ns0:pt idx="875">
                  <ns0:v>1.43360367003</ns0:v>
                </ns0:pt>
                <ns0:pt idx="876">
                  <ns0:v>1.43524207422</ns0:v>
                </ns0:pt>
                <ns0:pt idx="877">
                  <ns0:v>1.43688047841</ns0:v>
                </ns0:pt>
                <ns0:pt idx="878">
                  <ns0:v>1.43851888261</ns0:v>
                </ns0:pt>
                <ns0:pt idx="879">
                  <ns0:v>1.4401572868</ns0:v>
                </ns0:pt>
                <ns0:pt idx="880">
                  <ns0:v>1.441795691</ns0:v>
                </ns0:pt>
                <ns0:pt idx="881">
                  <ns0:v>1.44343409519</ns0:v>
                </ns0:pt>
                <ns0:pt idx="882">
                  <ns0:v>1.44507249939</ns0:v>
                </ns0:pt>
                <ns0:pt idx="883">
                  <ns0:v>1.44671090358</ns0:v>
                </ns0:pt>
                <ns0:pt idx="884">
                  <ns0:v>1.44834930777</ns0:v>
                </ns0:pt>
                <ns0:pt idx="885">
                  <ns0:v>1.44998771197</ns0:v>
                </ns0:pt>
                <ns0:pt idx="886">
                  <ns0:v>1.45162611616</ns0:v>
                </ns0:pt>
                <ns0:pt idx="887">
                  <ns0:v>1.45326452036</ns0:v>
                </ns0:pt>
                <ns0:pt idx="888">
                  <ns0:v>1.45490292455</ns0:v>
                </ns0:pt>
                <ns0:pt idx="889">
                  <ns0:v>1.45654132875</ns0:v>
                </ns0:pt>
                <ns0:pt idx="890">
                  <ns0:v>1.45817973294</ns0:v>
                </ns0:pt>
                <ns0:pt idx="891">
                  <ns0:v>1.45981813713</ns0:v>
                </ns0:pt>
                <ns0:pt idx="892">
                  <ns0:v>1.46145654133</ns0:v>
                </ns0:pt>
                <ns0:pt idx="893">
                  <ns0:v>1.46309494552</ns0:v>
                </ns0:pt>
                <ns0:pt idx="894">
                  <ns0:v>1.46473334972</ns0:v>
                </ns0:pt>
                <ns0:pt idx="895">
                  <ns0:v>1.46637175391</ns0:v>
                </ns0:pt>
                <ns0:pt idx="896">
                  <ns0:v>1.46801015811</ns0:v>
                </ns0:pt>
                <ns0:pt idx="897">
                  <ns0:v>1.4696485623</ns0:v>
                </ns0:pt>
                <ns0:pt idx="898">
                  <ns0:v>1.47128696649</ns0:v>
                </ns0:pt>
                <ns0:pt idx="899">
                  <ns0:v>1.47292537069</ns0:v>
                </ns0:pt>
                <ns0:pt idx="900">
                  <ns0:v>1.47456377488</ns0:v>
                </ns0:pt>
                <ns0:pt idx="901">
                  <ns0:v>1.47620217908</ns0:v>
                </ns0:pt>
                <ns0:pt idx="902">
                  <ns0:v>1.47784058327</ns0:v>
                </ns0:pt>
                <ns0:pt idx="903">
                  <ns0:v>1.47947898747</ns0:v>
                </ns0:pt>
                <ns0:pt idx="904">
                  <ns0:v>1.48111739166</ns0:v>
                </ns0:pt>
                <ns0:pt idx="905">
                  <ns0:v>1.48275579585</ns0:v>
                </ns0:pt>
                <ns0:pt idx="906">
                  <ns0:v>1.48439420005</ns0:v>
                </ns0:pt>
                <ns0:pt idx="907">
                  <ns0:v>1.48603260424</ns0:v>
                </ns0:pt>
                <ns0:pt idx="908">
                  <ns0:v>1.48767100844</ns0:v>
                </ns0:pt>
                <ns0:pt idx="909">
                  <ns0:v>1.48930941263</ns0:v>
                </ns0:pt>
                <ns0:pt idx="910">
                  <ns0:v>1.49094781683</ns0:v>
                </ns0:pt>
                <ns0:pt idx="911">
                  <ns0:v>1.49258622102</ns0:v>
                </ns0:pt>
                <ns0:pt idx="912">
                  <ns0:v>1.49422462522</ns0:v>
                </ns0:pt>
                <ns0:pt idx="913">
                  <ns0:v>1.49586302941</ns0:v>
                </ns0:pt>
                <ns0:pt idx="914">
                  <ns0:v>1.4975014336</ns0:v>
                </ns0:pt>
                <ns0:pt idx="915">
                  <ns0:v>1.4991398378</ns0:v>
                </ns0:pt>
                <ns0:pt idx="916">
                  <ns0:v>1.50077824199</ns0:v>
                </ns0:pt>
                <ns0:pt idx="917">
                  <ns0:v>1.50241664619</ns0:v>
                </ns0:pt>
                <ns0:pt idx="918">
                  <ns0:v>1.50405505038</ns0:v>
                </ns0:pt>
                <ns0:pt idx="919">
                  <ns0:v>1.50569345458</ns0:v>
                </ns0:pt>
                <ns0:pt idx="920">
                  <ns0:v>1.50733185877</ns0:v>
                </ns0:pt>
                <ns0:pt idx="921">
                  <ns0:v>1.50897026296</ns0:v>
                </ns0:pt>
                <ns0:pt idx="922">
                  <ns0:v>1.51060866716</ns0:v>
                </ns0:pt>
                <ns0:pt idx="923">
                  <ns0:v>1.51224707135</ns0:v>
                </ns0:pt>
                <ns0:pt idx="924">
                  <ns0:v>1.51388547555</ns0:v>
                </ns0:pt>
                <ns0:pt idx="925">
                  <ns0:v>1.51552387974</ns0:v>
                </ns0:pt>
                <ns0:pt idx="926">
                  <ns0:v>1.51716228394</ns0:v>
                </ns0:pt>
                <ns0:pt idx="927">
                  <ns0:v>1.51880068813</ns0:v>
                </ns0:pt>
                <ns0:pt idx="928">
                  <ns0:v>1.52043909232</ns0:v>
                </ns0:pt>
                <ns0:pt idx="929">
                  <ns0:v>1.52207749652</ns0:v>
                </ns0:pt>
                <ns0:pt idx="930">
                  <ns0:v>1.52371590071</ns0:v>
                </ns0:pt>
                <ns0:pt idx="931">
                  <ns0:v>1.52535430491</ns0:v>
                </ns0:pt>
                <ns0:pt idx="932">
                  <ns0:v>1.5269927091</ns0:v>
                </ns0:pt>
                <ns0:pt idx="933">
                  <ns0:v>1.5286311133</ns0:v>
                </ns0:pt>
                <ns0:pt idx="934">
                  <ns0:v>1.53026951749</ns0:v>
                </ns0:pt>
                <ns0:pt idx="935">
                  <ns0:v>1.53190792168</ns0:v>
                </ns0:pt>
                <ns0:pt idx="936">
                  <ns0:v>1.53354632588</ns0:v>
                </ns0:pt>
                <ns0:pt idx="937">
                  <ns0:v>1.53518473007</ns0:v>
                </ns0:pt>
                <ns0:pt idx="938">
                  <ns0:v>1.53682313427</ns0:v>
                </ns0:pt>
                <ns0:pt idx="939">
                  <ns0:v>1.53846153846</ns0:v>
                </ns0:pt>
                <ns0:pt idx="940">
                  <ns0:v>1.54009994266</ns0:v>
                </ns0:pt>
                <ns0:pt idx="941">
                  <ns0:v>1.54173834685</ns0:v>
                </ns0:pt>
                <ns0:pt idx="942">
                  <ns0:v>1.54337675104</ns0:v>
                </ns0:pt>
                <ns0:pt idx="943">
                  <ns0:v>1.54501515524</ns0:v>
                </ns0:pt>
                <ns0:pt idx="944">
                  <ns0:v>1.54665355943</ns0:v>
                </ns0:pt>
                <ns0:pt idx="945">
                  <ns0:v>1.54829196363</ns0:v>
                </ns0:pt>
                <ns0:pt idx="946">
                  <ns0:v>1.54993036782</ns0:v>
                </ns0:pt>
                <ns0:pt idx="947">
                  <ns0:v>1.55156877202</ns0:v>
                </ns0:pt>
                <ns0:pt idx="948">
                  <ns0:v>1.55320717621</ns0:v>
                </ns0:pt>
                <ns0:pt idx="949">
                  <ns0:v>1.5548455804</ns0:v>
                </ns0:pt>
                <ns0:pt idx="950">
                  <ns0:v>1.5564839846</ns0:v>
                </ns0:pt>
                <ns0:pt idx="951">
                  <ns0:v>1.55812238879</ns0:v>
                </ns0:pt>
                <ns0:pt idx="952">
                  <ns0:v>1.55976079299</ns0:v>
                </ns0:pt>
                <ns0:pt idx="953">
                  <ns0:v>1.56139919718</ns0:v>
                </ns0:pt>
                <ns0:pt idx="954">
                  <ns0:v>1.56303760138</ns0:v>
                </ns0:pt>
                <ns0:pt idx="955">
                  <ns0:v>1.56467600557</ns0:v>
                </ns0:pt>
                <ns0:pt idx="956">
                  <ns0:v>1.56631440976</ns0:v>
                </ns0:pt>
                <ns0:pt idx="957">
                  <ns0:v>1.56795281396</ns0:v>
                </ns0:pt>
                <ns0:pt idx="958">
                  <ns0:v>1.56959121815</ns0:v>
                </ns0:pt>
                <ns0:pt idx="959">
                  <ns0:v>1.57122962235</ns0:v>
                </ns0:pt>
                <ns0:pt idx="960">
                  <ns0:v>1.57286802654</ns0:v>
                </ns0:pt>
                <ns0:pt idx="961">
                  <ns0:v>1.57450643074</ns0:v>
                </ns0:pt>
                <ns0:pt idx="962">
                  <ns0:v>1.57614483493</ns0:v>
                </ns0:pt>
                <ns0:pt idx="963">
                  <ns0:v>1.57778323913</ns0:v>
                </ns0:pt>
                <ns0:pt idx="964">
                  <ns0:v>1.57942164332</ns0:v>
                </ns0:pt>
                <ns0:pt idx="965">
                  <ns0:v>1.58106004751</ns0:v>
                </ns0:pt>
                <ns0:pt idx="966">
                  <ns0:v>1.58269845171</ns0:v>
                </ns0:pt>
                <ns0:pt idx="967">
                  <ns0:v>1.5843368559</ns0:v>
                </ns0:pt>
                <ns0:pt idx="968">
                  <ns0:v>1.5859752601</ns0:v>
                </ns0:pt>
                <ns0:pt idx="969">
                  <ns0:v>1.58761366429</ns0:v>
                </ns0:pt>
                <ns0:pt idx="970">
                  <ns0:v>1.58925206849</ns0:v>
                </ns0:pt>
                <ns0:pt idx="971">
                  <ns0:v>1.59089047268</ns0:v>
                </ns0:pt>
                <ns0:pt idx="972">
                  <ns0:v>1.59252887687</ns0:v>
                </ns0:pt>
                <ns0:pt idx="973">
                  <ns0:v>1.59416728107</ns0:v>
                </ns0:pt>
                <ns0:pt idx="974">
                  <ns0:v>1.59580568526</ns0:v>
                </ns0:pt>
                <ns0:pt idx="975">
                  <ns0:v>1.59744408946</ns0:v>
                </ns0:pt>
                <ns0:pt idx="976">
                  <ns0:v>1.59908249365</ns0:v>
                </ns0:pt>
                <ns0:pt idx="977">
                  <ns0:v>1.60072089785</ns0:v>
                </ns0:pt>
                <ns0:pt idx="978">
                  <ns0:v>1.60235930204</ns0:v>
                </ns0:pt>
                <ns0:pt idx="979">
                  <ns0:v>1.60399770623</ns0:v>
                </ns0:pt>
                <ns0:pt idx="980">
                  <ns0:v>1.60563611043</ns0:v>
                </ns0:pt>
                <ns0:pt idx="981">
                  <ns0:v>1.60727451462</ns0:v>
                </ns0:pt>
                <ns0:pt idx="982">
                  <ns0:v>1.60891291882</ns0:v>
                </ns0:pt>
                <ns0:pt idx="983">
                  <ns0:v>1.61055132301</ns0:v>
                </ns0:pt>
                <ns0:pt idx="984">
                  <ns0:v>1.61218972721</ns0:v>
                </ns0:pt>
                <ns0:pt idx="985">
                  <ns0:v>1.6138281314</ns0:v>
                </ns0:pt>
                <ns0:pt idx="986">
                  <ns0:v>1.61546653559</ns0:v>
                </ns0:pt>
                <ns0:pt idx="987">
                  <ns0:v>1.61710493979</ns0:v>
                </ns0:pt>
                <ns0:pt idx="988">
                  <ns0:v>1.61874334398</ns0:v>
                </ns0:pt>
                <ns0:pt idx="989">
                  <ns0:v>1.62038174818</ns0:v>
                </ns0:pt>
                <ns0:pt idx="990">
                  <ns0:v>1.62202015237</ns0:v>
                </ns0:pt>
                <ns0:pt idx="991">
                  <ns0:v>1.62365855657</ns0:v>
                </ns0:pt>
                <ns0:pt idx="992">
                  <ns0:v>1.62529696076</ns0:v>
                </ns0:pt>
                <ns0:pt idx="993">
                  <ns0:v>1.62693536495</ns0:v>
                </ns0:pt>
                <ns0:pt idx="994">
                  <ns0:v>1.62857376915</ns0:v>
                </ns0:pt>
                <ns0:pt idx="995">
                  <ns0:v>1.63021217334</ns0:v>
                </ns0:pt>
                <ns0:pt idx="996">
                  <ns0:v>1.63185057754</ns0:v>
                </ns0:pt>
                <ns0:pt idx="997">
                  <ns0:v>1.63348898173</ns0:v>
                </ns0:pt>
                <ns0:pt idx="998">
                  <ns0:v>1.63512738593</ns0:v>
                </ns0:pt>
                <ns0:pt idx="999">
                  <ns0:v>1.63676579012</ns0:v>
                </ns0:pt>
                <ns0:pt idx="1000">
                  <ns0:v>1.63840419431</ns0:v>
                </ns0:pt>
                <ns0:pt idx="1001">
                  <ns0:v>1.64004259851</ns0:v>
                </ns0:pt>
                <ns0:pt idx="1002">
                  <ns0:v>1.6416810027</ns0:v>
                </ns0:pt>
                <ns0:pt idx="1003">
                  <ns0:v>1.6433194069</ns0:v>
                </ns0:pt>
                <ns0:pt idx="1004">
                  <ns0:v>1.64495781109</ns0:v>
                </ns0:pt>
                <ns0:pt idx="1005">
                  <ns0:v>1.64659621529</ns0:v>
                </ns0:pt>
                <ns0:pt idx="1006">
                  <ns0:v>1.64823461948</ns0:v>
                </ns0:pt>
                <ns0:pt idx="1007">
                  <ns0:v>1.64987302367</ns0:v>
                </ns0:pt>
                <ns0:pt idx="1008">
                  <ns0:v>1.65151142787</ns0:v>
                </ns0:pt>
                <ns0:pt idx="1009">
                  <ns0:v>1.65314983206</ns0:v>
                </ns0:pt>
                <ns0:pt idx="1010">
                  <ns0:v>1.65478823626</ns0:v>
                </ns0:pt>
                <ns0:pt idx="1011">
                  <ns0:v>1.65642664045</ns0:v>
                </ns0:pt>
                <ns0:pt idx="1012">
                  <ns0:v>1.65806504465</ns0:v>
                </ns0:pt>
                <ns0:pt idx="1013">
                  <ns0:v>1.65970344884</ns0:v>
                </ns0:pt>
                <ns0:pt idx="1014">
                  <ns0:v>1.66134185304</ns0:v>
                </ns0:pt>
                <ns0:pt idx="1015">
                  <ns0:v>1.66298025723</ns0:v>
                </ns0:pt>
                <ns0:pt idx="1016">
                  <ns0:v>1.66461866142</ns0:v>
                </ns0:pt>
                <ns0:pt idx="1017">
                  <ns0:v>1.66625706562</ns0:v>
                </ns0:pt>
                <ns0:pt idx="1018">
                  <ns0:v>1.66789546981</ns0:v>
                </ns0:pt>
                <ns0:pt idx="1019">
                  <ns0:v>1.66953387401</ns0:v>
                </ns0:pt>
                <ns0:pt idx="1020">
                  <ns0:v>1.6711722782</ns0:v>
                </ns0:pt>
                <ns0:pt idx="1021">
                  <ns0:v>1.6728106824</ns0:v>
                </ns0:pt>
                <ns0:pt idx="1022">
                  <ns0:v>1.67444908659</ns0:v>
                </ns0:pt>
                <ns0:pt idx="1023">
                  <ns0:v>1.67608749078</ns0:v>
                </ns0:pt>
                <ns0:pt idx="1024">
                  <ns0:v>1.67772589498</ns0:v>
                </ns0:pt>
                <ns0:pt idx="1025">
                  <ns0:v>1.67936429917</ns0:v>
                </ns0:pt>
                <ns0:pt idx="1026">
                  <ns0:v>1.68100270337</ns0:v>
                </ns0:pt>
                <ns0:pt idx="1027">
                  <ns0:v>1.68264110756</ns0:v>
                </ns0:pt>
                <ns0:pt idx="1028">
                  <ns0:v>1.68427951176</ns0:v>
                </ns0:pt>
                <ns0:pt idx="1029">
                  <ns0:v>1.68591791595</ns0:v>
                </ns0:pt>
                <ns0:pt idx="1030">
                  <ns0:v>1.68755632014</ns0:v>
                </ns0:pt>
                <ns0:pt idx="1031">
                  <ns0:v>1.68919472434</ns0:v>
                </ns0:pt>
                <ns0:pt idx="1032">
                  <ns0:v>1.69083312853</ns0:v>
                </ns0:pt>
                <ns0:pt idx="1033">
                  <ns0:v>1.69247153273</ns0:v>
                </ns0:pt>
                <ns0:pt idx="1034">
                  <ns0:v>1.69410993692</ns0:v>
                </ns0:pt>
                <ns0:pt idx="1035">
                  <ns0:v>1.69574834112</ns0:v>
                </ns0:pt>
                <ns0:pt idx="1036">
                  <ns0:v>1.69738674531</ns0:v>
                </ns0:pt>
                <ns0:pt idx="1037">
                  <ns0:v>1.6990251495</ns0:v>
                </ns0:pt>
                <ns0:pt idx="1038">
                  <ns0:v>1.7006635537</ns0:v>
                </ns0:pt>
                <ns0:pt idx="1039">
                  <ns0:v>1.70230195789</ns0:v>
                </ns0:pt>
                <ns0:pt idx="1040">
                  <ns0:v>1.70394036209</ns0:v>
                </ns0:pt>
                <ns0:pt idx="1041">
                  <ns0:v>1.70557876628</ns0:v>
                </ns0:pt>
                <ns0:pt idx="1042">
                  <ns0:v>1.70721717048</ns0:v>
                </ns0:pt>
                <ns0:pt idx="1043">
                  <ns0:v>1.70885557467</ns0:v>
                </ns0:pt>
                <ns0:pt idx="1044">
                  <ns0:v>1.71049397886</ns0:v>
                </ns0:pt>
                <ns0:pt idx="1045">
                  <ns0:v>1.71213238306</ns0:v>
                </ns0:pt>
                <ns0:pt idx="1046">
                  <ns0:v>1.71377078725</ns0:v>
                </ns0:pt>
                <ns0:pt idx="1047">
                  <ns0:v>1.71540919145</ns0:v>
                </ns0:pt>
                <ns0:pt idx="1048">
                  <ns0:v>1.71704759564</ns0:v>
                </ns0:pt>
                <ns0:pt idx="1049">
                  <ns0:v>1.71868599984</ns0:v>
                </ns0:pt>
                <ns0:pt idx="1050">
                  <ns0:v>1.72032440403</ns0:v>
                </ns0:pt>
                <ns0:pt idx="1051">
                  <ns0:v>1.72196280822</ns0:v>
                </ns0:pt>
                <ns0:pt idx="1052">
                  <ns0:v>1.72360121242</ns0:v>
                </ns0:pt>
                <ns0:pt idx="1053">
                  <ns0:v>1.72523961661</ns0:v>
                </ns0:pt>
                <ns0:pt idx="1054">
                  <ns0:v>1.72687802081</ns0:v>
                </ns0:pt>
                <ns0:pt idx="1055">
                  <ns0:v>1.728516425</ns0:v>
                </ns0:pt>
                <ns0:pt idx="1056">
                  <ns0:v>1.7301548292</ns0:v>
                </ns0:pt>
                <ns0:pt idx="1057">
                  <ns0:v>1.73179323339</ns0:v>
                </ns0:pt>
                <ns0:pt idx="1058">
                  <ns0:v>1.73343163758</ns0:v>
                </ns0:pt>
                <ns0:pt idx="1059">
                  <ns0:v>1.73507004178</ns0:v>
                </ns0:pt>
                <ns0:pt idx="1060">
                  <ns0:v>1.73670844597</ns0:v>
                </ns0:pt>
                <ns0:pt idx="1061">
                  <ns0:v>1.73834685017</ns0:v>
                </ns0:pt>
                <ns0:pt idx="1062">
                  <ns0:v>1.73998525436</ns0:v>
                </ns0:pt>
                <ns0:pt idx="1063">
                  <ns0:v>1.74162365856</ns0:v>
                </ns0:pt>
                <ns0:pt idx="1064">
                  <ns0:v>1.74326206275</ns0:v>
                </ns0:pt>
                <ns0:pt idx="1065">
                  <ns0:v>1.74490046695</ns0:v>
                </ns0:pt>
                <ns0:pt idx="1066">
                  <ns0:v>1.74653887114</ns0:v>
                </ns0:pt>
                <ns0:pt idx="1067">
                  <ns0:v>1.74817727533</ns0:v>
                </ns0:pt>
                <ns0:pt idx="1068">
                  <ns0:v>1.74981567953</ns0:v>
                </ns0:pt>
                <ns0:pt idx="1069">
                  <ns0:v>1.75145408372</ns0:v>
                </ns0:pt>
                <ns0:pt idx="1070">
                  <ns0:v>1.75309248792</ns0:v>
                </ns0:pt>
                <ns0:pt idx="1071">
                  <ns0:v>1.75473089211</ns0:v>
                </ns0:pt>
                <ns0:pt idx="1072">
                  <ns0:v>1.75636929631</ns0:v>
                </ns0:pt>
                <ns0:pt idx="1073">
                  <ns0:v>1.7580077005</ns0:v>
                </ns0:pt>
                <ns0:pt idx="1074">
                  <ns0:v>1.75964610469</ns0:v>
                </ns0:pt>
                <ns0:pt idx="1075">
                  <ns0:v>1.76128450889</ns0:v>
                </ns0:pt>
                <ns0:pt idx="1076">
                  <ns0:v>1.76292291308</ns0:v>
                </ns0:pt>
                <ns0:pt idx="1077">
                  <ns0:v>1.76456131728</ns0:v>
                </ns0:pt>
                <ns0:pt idx="1078">
                  <ns0:v>1.76619972147</ns0:v>
                </ns0:pt>
                <ns0:pt idx="1079">
                  <ns0:v>1.76783812567</ns0:v>
                </ns0:pt>
                <ns0:pt idx="1080">
                  <ns0:v>1.76947652986</ns0:v>
                </ns0:pt>
                <ns0:pt idx="1081">
                  <ns0:v>1.77111493405</ns0:v>
                </ns0:pt>
                <ns0:pt idx="1082">
                  <ns0:v>1.77275333825</ns0:v>
                </ns0:pt>
                <ns0:pt idx="1083">
                  <ns0:v>1.77439174244</ns0:v>
                </ns0:pt>
                <ns0:pt idx="1084">
                  <ns0:v>1.77603014664</ns0:v>
                </ns0:pt>
                <ns0:pt idx="1085">
                  <ns0:v>1.77766855083</ns0:v>
                </ns0:pt>
                <ns0:pt idx="1086">
                  <ns0:v>1.77930695503</ns0:v>
                </ns0:pt>
                <ns0:pt idx="1087">
                  <ns0:v>1.78094535922</ns0:v>
                </ns0:pt>
                <ns0:pt idx="1088">
                  <ns0:v>1.78258376341</ns0:v>
                </ns0:pt>
                <ns0:pt idx="1089">
                  <ns0:v>1.78422216761</ns0:v>
                </ns0:pt>
                <ns0:pt idx="1090">
                  <ns0:v>1.7858605718</ns0:v>
                </ns0:pt>
                <ns0:pt idx="1091">
                  <ns0:v>1.787498976</ns0:v>
                </ns0:pt>
                <ns0:pt idx="1092">
                  <ns0:v>1.78913738019</ns0:v>
                </ns0:pt>
                <ns0:pt idx="1093">
                  <ns0:v>1.79077578439</ns0:v>
                </ns0:pt>
                <ns0:pt idx="1094">
                  <ns0:v>1.79241418858</ns0:v>
                </ns0:pt>
                <ns0:pt idx="1095">
                  <ns0:v>1.79405259277</ns0:v>
                </ns0:pt>
                <ns0:pt idx="1096">
                  <ns0:v>1.79569099697</ns0:v>
                </ns0:pt>
                <ns0:pt idx="1097">
                  <ns0:v>1.79732940116</ns0:v>
                </ns0:pt>
                <ns0:pt idx="1098">
                  <ns0:v>1.79896780536</ns0:v>
                </ns0:pt>
                <ns0:pt idx="1099">
                  <ns0:v>1.80060620955</ns0:v>
                </ns0:pt>
                <ns0:pt idx="1100">
                  <ns0:v>1.80224461375</ns0:v>
                </ns0:pt>
                <ns0:pt idx="1101">
                  <ns0:v>1.80388301794</ns0:v>
                </ns0:pt>
                <ns0:pt idx="1102">
                  <ns0:v>1.80552142213</ns0:v>
                </ns0:pt>
                <ns0:pt idx="1103">
                  <ns0:v>1.80715982633</ns0:v>
                </ns0:pt>
                <ns0:pt idx="1104">
                  <ns0:v>1.80879823052</ns0:v>
                </ns0:pt>
                <ns0:pt idx="1105">
                  <ns0:v>1.81043663472</ns0:v>
                </ns0:pt>
                <ns0:pt idx="1106">
                  <ns0:v>1.81207503891</ns0:v>
                </ns0:pt>
                <ns0:pt idx="1107">
                  <ns0:v>1.81371344311</ns0:v>
                </ns0:pt>
                <ns0:pt idx="1108">
                  <ns0:v>1.8153518473</ns0:v>
                </ns0:pt>
                <ns0:pt idx="1109">
                  <ns0:v>1.8169902515</ns0:v>
                </ns0:pt>
                <ns0:pt idx="1110">
                  <ns0:v>1.81862865569</ns0:v>
                </ns0:pt>
                <ns0:pt idx="1111">
                  <ns0:v>1.82026705988</ns0:v>
                </ns0:pt>
                <ns0:pt idx="1112">
                  <ns0:v>1.82190546408</ns0:v>
                </ns0:pt>
                <ns0:pt idx="1113">
                  <ns0:v>1.82354386827</ns0:v>
                </ns0:pt>
                <ns0:pt idx="1114">
                  <ns0:v>1.82518227247</ns0:v>
                </ns0:pt>
                <ns0:pt idx="1115">
                  <ns0:v>1.82682067666</ns0:v>
                </ns0:pt>
                <ns0:pt idx="1116">
                  <ns0:v>1.82845908086</ns0:v>
                </ns0:pt>
                <ns0:pt idx="1117">
                  <ns0:v>1.83009748505</ns0:v>
                </ns0:pt>
                <ns0:pt idx="1118">
                  <ns0:v>1.83173588924</ns0:v>
                </ns0:pt>
                <ns0:pt idx="1119">
                  <ns0:v>1.83337429344</ns0:v>
                </ns0:pt>
                <ns0:pt idx="1120">
                  <ns0:v>1.83501269763</ns0:v>
                </ns0:pt>
                <ns0:pt idx="1121">
                  <ns0:v>1.83665110183</ns0:v>
                </ns0:pt>
                <ns0:pt idx="1122">
                  <ns0:v>1.83828950602</ns0:v>
                </ns0:pt>
                <ns0:pt idx="1123">
                  <ns0:v>1.83992791022</ns0:v>
                </ns0:pt>
                <ns0:pt idx="1124">
                  <ns0:v>1.84156631441</ns0:v>
                </ns0:pt>
                <ns0:pt idx="1125">
                  <ns0:v>1.8432047186</ns0:v>
                </ns0:pt>
                <ns0:pt idx="1126">
                  <ns0:v>1.8448431228</ns0:v>
                </ns0:pt>
                <ns0:pt idx="1127">
                  <ns0:v>1.84648152699</ns0:v>
                </ns0:pt>
                <ns0:pt idx="1128">
                  <ns0:v>1.84811993119</ns0:v>
                </ns0:pt>
                <ns0:pt idx="1129">
                  <ns0:v>1.84975833538</ns0:v>
                </ns0:pt>
                <ns0:pt idx="1130">
                  <ns0:v>1.85139673958</ns0:v>
                </ns0:pt>
                <ns0:pt idx="1131">
                  <ns0:v>1.85303514377</ns0:v>
                </ns0:pt>
                <ns0:pt idx="1132">
                  <ns0:v>1.85467354796</ns0:v>
                </ns0:pt>
                <ns0:pt idx="1133">
                  <ns0:v>1.85631195216</ns0:v>
                </ns0:pt>
                <ns0:pt idx="1134">
                  <ns0:v>1.85795035635</ns0:v>
                </ns0:pt>
                <ns0:pt idx="1135">
                  <ns0:v>1.85958876055</ns0:v>
                </ns0:pt>
                <ns0:pt idx="1136">
                  <ns0:v>1.86122716474</ns0:v>
                </ns0:pt>
                <ns0:pt idx="1137">
                  <ns0:v>1.86286556894</ns0:v>
                </ns0:pt>
                <ns0:pt idx="1138">
                  <ns0:v>1.86450397313</ns0:v>
                </ns0:pt>
                <ns0:pt idx="1139">
                  <ns0:v>1.86614237732</ns0:v>
                </ns0:pt>
                <ns0:pt idx="1140">
                  <ns0:v>1.86778078152</ns0:v>
                </ns0:pt>
                <ns0:pt idx="1141">
                  <ns0:v>1.86941918571</ns0:v>
                </ns0:pt>
                <ns0:pt idx="1142">
                  <ns0:v>1.87105758991</ns0:v>
                </ns0:pt>
                <ns0:pt idx="1143">
                  <ns0:v>1.8726959941</ns0:v>
                </ns0:pt>
                <ns0:pt idx="1144">
                  <ns0:v>1.8743343983</ns0:v>
                </ns0:pt>
                <ns0:pt idx="1145">
                  <ns0:v>1.87597280249</ns0:v>
                </ns0:pt>
                <ns0:pt idx="1146">
                  <ns0:v>1.87761120668</ns0:v>
                </ns0:pt>
                <ns0:pt idx="1147">
                  <ns0:v>1.87924961088</ns0:v>
                </ns0:pt>
                <ns0:pt idx="1148">
                  <ns0:v>1.88088801507</ns0:v>
                </ns0:pt>
                <ns0:pt idx="1149">
                  <ns0:v>1.88252641927</ns0:v>
                </ns0:pt>
                <ns0:pt idx="1150">
                  <ns0:v>1.88416482346</ns0:v>
                </ns0:pt>
                <ns0:pt idx="1151">
                  <ns0:v>1.88580322766</ns0:v>
                </ns0:pt>
                <ns0:pt idx="1152">
                  <ns0:v>1.88744163185</ns0:v>
                </ns0:pt>
                <ns0:pt idx="1153">
                  <ns0:v>1.88908003604</ns0:v>
                </ns0:pt>
                <ns0:pt idx="1154">
                  <ns0:v>1.89071844024</ns0:v>
                </ns0:pt>
                <ns0:pt idx="1155">
                  <ns0:v>1.89235684443</ns0:v>
                </ns0:pt>
                <ns0:pt idx="1156">
                  <ns0:v>1.89399524863</ns0:v>
                </ns0:pt>
                <ns0:pt idx="1157">
                  <ns0:v>1.89563365282</ns0:v>
                </ns0:pt>
                <ns0:pt idx="1158">
                  <ns0:v>1.89727205702</ns0:v>
                </ns0:pt>
                <ns0:pt idx="1159">
                  <ns0:v>1.89891046121</ns0:v>
                </ns0:pt>
                <ns0:pt idx="1160">
                  <ns0:v>1.90054886541</ns0:v>
                </ns0:pt>
                <ns0:pt idx="1161">
                  <ns0:v>1.9021872696</ns0:v>
                </ns0:pt>
                <ns0:pt idx="1162">
                  <ns0:v>1.90382567379</ns0:v>
                </ns0:pt>
                <ns0:pt idx="1163">
                  <ns0:v>1.90546407799</ns0:v>
                </ns0:pt>
                <ns0:pt idx="1164">
                  <ns0:v>1.90710248218</ns0:v>
                </ns0:pt>
                <ns0:pt idx="1165">
                  <ns0:v>1.90874088638</ns0:v>
                </ns0:pt>
                <ns0:pt idx="1166">
                  <ns0:v>1.91037929057</ns0:v>
                </ns0:pt>
                <ns0:pt idx="1167">
                  <ns0:v>1.91201769477</ns0:v>
                </ns0:pt>
                <ns0:pt idx="1168">
                  <ns0:v>1.91365609896</ns0:v>
                </ns0:pt>
                <ns0:pt idx="1169">
                  <ns0:v>1.91529450315</ns0:v>
                </ns0:pt>
                <ns0:pt idx="1170">
                  <ns0:v>1.91693290735</ns0:v>
                </ns0:pt>
                <ns0:pt idx="1171">
                  <ns0:v>1.91857131154</ns0:v>
                </ns0:pt>
                <ns0:pt idx="1172">
                  <ns0:v>1.92020971574</ns0:v>
                </ns0:pt>
                <ns0:pt idx="1173">
                  <ns0:v>1.92184811993</ns0:v>
                </ns0:pt>
                <ns0:pt idx="1174">
                  <ns0:v>1.92348652413</ns0:v>
                </ns0:pt>
                <ns0:pt idx="1175">
                  <ns0:v>1.92512492832</ns0:v>
                </ns0:pt>
                <ns0:pt idx="1176">
                  <ns0:v>1.92676333251</ns0:v>
                </ns0:pt>
                <ns0:pt idx="1177">
                  <ns0:v>1.92840173671</ns0:v>
                </ns0:pt>
                <ns0:pt idx="1178">
                  <ns0:v>1.9300401409</ns0:v>
                </ns0:pt>
                <ns0:pt idx="1179">
                  <ns0:v>1.9316785451</ns0:v>
                </ns0:pt>
                <ns0:pt idx="1180">
                  <ns0:v>1.93331694929</ns0:v>
                </ns0:pt>
                <ns0:pt idx="1181">
                  <ns0:v>1.93495535349</ns0:v>
                </ns0:pt>
                <ns0:pt idx="1182">
                  <ns0:v>1.93659375768</ns0:v>
                </ns0:pt>
                <ns0:pt idx="1183">
                  <ns0:v>1.93823216187</ns0:v>
                </ns0:pt>
                <ns0:pt idx="1184">
                  <ns0:v>1.93987056607</ns0:v>
                </ns0:pt>
                <ns0:pt idx="1185">
                  <ns0:v>1.94150897026</ns0:v>
                </ns0:pt>
                <ns0:pt idx="1186">
                  <ns0:v>1.94314737446</ns0:v>
                </ns0:pt>
                <ns0:pt idx="1187">
                  <ns0:v>1.94478577865</ns0:v>
                </ns0:pt>
                <ns0:pt idx="1188">
                  <ns0:v>1.94642418285</ns0:v>
                </ns0:pt>
                <ns0:pt idx="1189">
                  <ns0:v>1.94806258704</ns0:v>
                </ns0:pt>
                <ns0:pt idx="1190">
                  <ns0:v>1.94970099123</ns0:v>
                </ns0:pt>
                <ns0:pt idx="1191">
                  <ns0:v>1.95133939543</ns0:v>
                </ns0:pt>
                <ns0:pt idx="1192">
                  <ns0:v>1.95297779962</ns0:v>
                </ns0:pt>
                <ns0:pt idx="1193">
                  <ns0:v>1.95461620382</ns0:v>
                </ns0:pt>
                <ns0:pt idx="1194">
                  <ns0:v>1.95625460801</ns0:v>
                </ns0:pt>
                <ns0:pt idx="1195">
                  <ns0:v>1.95789301221</ns0:v>
                </ns0:pt>
                <ns0:pt idx="1196">
                  <ns0:v>1.9595314164</ns0:v>
                </ns0:pt>
                <ns0:pt idx="1197">
                  <ns0:v>1.96116982059</ns0:v>
                </ns0:pt>
                <ns0:pt idx="1198">
                  <ns0:v>1.96280822479</ns0:v>
                </ns0:pt>
                <ns0:pt idx="1199">
                  <ns0:v>1.96444662898</ns0:v>
                </ns0:pt>
                <ns0:pt idx="1200">
                  <ns0:v>1.96608503318</ns0:v>
                </ns0:pt>
                <ns0:pt idx="1201">
                  <ns0:v>1.96772343737</ns0:v>
                </ns0:pt>
                <ns0:pt idx="1202">
                  <ns0:v>1.96936184157</ns0:v>
                </ns0:pt>
                <ns0:pt idx="1203">
                  <ns0:v>1.97100024576</ns0:v>
                </ns0:pt>
                <ns0:pt idx="1204">
                  <ns0:v>1.97263864995</ns0:v>
                </ns0:pt>
                <ns0:pt idx="1205">
                  <ns0:v>1.97427705415</ns0:v>
                </ns0:pt>
                <ns0:pt idx="1206">
                  <ns0:v>1.97591545834</ns0:v>
                </ns0:pt>
                <ns0:pt idx="1207">
                  <ns0:v>1.97755386254</ns0:v>
                </ns0:pt>
                <ns0:pt idx="1208">
                  <ns0:v>1.97919226673</ns0:v>
                </ns0:pt>
                <ns0:pt idx="1209">
                  <ns0:v>1.98083067093</ns0:v>
                </ns0:pt>
                <ns0:pt idx="1210">
                  <ns0:v>1.98246907512</ns0:v>
                </ns0:pt>
                <ns0:pt idx="1211">
                  <ns0:v>1.98410747932</ns0:v>
                </ns0:pt>
                <ns0:pt idx="1212">
                  <ns0:v>1.98574588351</ns0:v>
                </ns0:pt>
                <ns0:pt idx="1213">
                  <ns0:v>1.9873842877</ns0:v>
                </ns0:pt>
                <ns0:pt idx="1214">
                  <ns0:v>1.9890226919</ns0:v>
                </ns0:pt>
                <ns0:pt idx="1215">
                  <ns0:v>1.99066109609</ns0:v>
                </ns0:pt>
                <ns0:pt idx="1216">
                  <ns0:v>1.99229950029</ns0:v>
                </ns0:pt>
                <ns0:pt idx="1217">
                  <ns0:v>1.99393790448</ns0:v>
                </ns0:pt>
                <ns0:pt idx="1218">
                  <ns0:v>1.99557630868</ns0:v>
                </ns0:pt>
                <ns0:pt idx="1219">
                  <ns0:v>1.99721471287</ns0:v>
                </ns0:pt>
                <ns0:pt idx="1220">
                  <ns0:v>1.99885311706</ns0:v>
                </ns0:pt>
                <ns0:pt idx="1221">
                  <ns0:v>2.00049152126</ns0:v>
                </ns0:pt>
                <ns0:pt idx="1222">
                  <ns0:v>2.00212992545</ns0:v>
                </ns0:pt>
                <ns0:pt idx="1223">
                  <ns0:v>2.00376832965</ns0:v>
                </ns0:pt>
                <ns0:pt idx="1224">
                  <ns0:v>2.00540673384</ns0:v>
                </ns0:pt>
                <ns0:pt idx="1225">
                  <ns0:v>2.00704513804</ns0:v>
                </ns0:pt>
                <ns0:pt idx="1226">
                  <ns0:v>2.00868354223</ns0:v>
                </ns0:pt>
                <ns0:pt idx="1227">
                  <ns0:v>2.01032194642</ns0:v>
                </ns0:pt>
                <ns0:pt idx="1228">
                  <ns0:v>2.01196035062</ns0:v>
                </ns0:pt>
                <ns0:pt idx="1229">
                  <ns0:v>2.01359875481</ns0:v>
                </ns0:pt>
                <ns0:pt idx="1230">
                  <ns0:v>2.01523715901</ns0:v>
                </ns0:pt>
                <ns0:pt idx="1231">
                  <ns0:v>2.0168755632</ns0:v>
                </ns0:pt>
                <ns0:pt idx="1232">
                  <ns0:v>2.0185139674</ns0:v>
                </ns0:pt>
                <ns0:pt idx="1233">
                  <ns0:v>2.02015237159</ns0:v>
                </ns0:pt>
                <ns0:pt idx="1234">
                  <ns0:v>2.02179077578</ns0:v>
                </ns0:pt>
                <ns0:pt idx="1235">
                  <ns0:v>2.02342917998</ns0:v>
                </ns0:pt>
                <ns0:pt idx="1236">
                  <ns0:v>2.02506758417</ns0:v>
                </ns0:pt>
                <ns0:pt idx="1237">
                  <ns0:v>2.02670598837</ns0:v>
                </ns0:pt>
                <ns0:pt idx="1238">
                  <ns0:v>2.02834439256</ns0:v>
                </ns0:pt>
                <ns0:pt idx="1239">
                  <ns0:v>2.02998279676</ns0:v>
                </ns0:pt>
                <ns0:pt idx="1240">
                  <ns0:v>2.03162120095</ns0:v>
                </ns0:pt>
                <ns0:pt idx="1241">
                  <ns0:v>2.03325960514</ns0:v>
                </ns0:pt>
                <ns0:pt idx="1242">
                  <ns0:v>2.03489800934</ns0:v>
                </ns0:pt>
                <ns0:pt idx="1243">
                  <ns0:v>2.03653641353</ns0:v>
                </ns0:pt>
                <ns0:pt idx="1244">
                  <ns0:v>2.03817481773</ns0:v>
                </ns0:pt>
                <ns0:pt idx="1245">
                  <ns0:v>2.03981322192</ns0:v>
                </ns0:pt>
                <ns0:pt idx="1246">
                  <ns0:v>2.04145162612</ns0:v>
                </ns0:pt>
                <ns0:pt idx="1247">
                  <ns0:v>2.04309003031</ns0:v>
                </ns0:pt>
                <ns0:pt idx="1248">
                  <ns0:v>2.0447284345</ns0:v>
                </ns0:pt>
                <ns0:pt idx="1249">
                  <ns0:v>2.0463668387</ns0:v>
                </ns0:pt>
                <ns0:pt idx="1250">
                  <ns0:v>2.04800524289</ns0:v>
                </ns0:pt>
                <ns0:pt idx="1251">
                  <ns0:v>2.04964364709</ns0:v>
                </ns0:pt>
                <ns0:pt idx="1252">
                  <ns0:v>2.05128205128</ns0:v>
                </ns0:pt>
                <ns0:pt idx="1253">
                  <ns0:v>2.05292045548</ns0:v>
                </ns0:pt>
                <ns0:pt idx="1254">
                  <ns0:v>2.05455885967</ns0:v>
                </ns0:pt>
                <ns0:pt idx="1255">
                  <ns0:v>2.05619726386</ns0:v>
                </ns0:pt>
                <ns0:pt idx="1256">
                  <ns0:v>2.05783566806</ns0:v>
                </ns0:pt>
                <ns0:pt idx="1257">
                  <ns0:v>2.05947407225</ns0:v>
                </ns0:pt>
                <ns0:pt idx="1258">
                  <ns0:v>2.06111247645</ns0:v>
                </ns0:pt>
                <ns0:pt idx="1259">
                  <ns0:v>2.06275088064</ns0:v>
                </ns0:pt>
                <ns0:pt idx="1260">
                  <ns0:v>2.06438928484</ns0:v>
                </ns0:pt>
                <ns0:pt idx="1261">
                  <ns0:v>2.06602768903</ns0:v>
                </ns0:pt>
                <ns0:pt idx="1262">
                  <ns0:v>2.06766609323</ns0:v>
                </ns0:pt>
                <ns0:pt idx="1263">
                  <ns0:v>2.06930449742</ns0:v>
                </ns0:pt>
                <ns0:pt idx="1264">
                  <ns0:v>2.07094290161</ns0:v>
                </ns0:pt>
                <ns0:pt idx="1265">
                  <ns0:v>2.07258130581</ns0:v>
                </ns0:pt>
                <ns0:pt idx="1266">
                  <ns0:v>2.07421971</ns0:v>
                </ns0:pt>
                <ns0:pt idx="1267">
                  <ns0:v>2.0758581142</ns0:v>
                </ns0:pt>
                <ns0:pt idx="1268">
                  <ns0:v>2.07749651839</ns0:v>
                </ns0:pt>
                <ns0:pt idx="1269">
                  <ns0:v>2.07913492259</ns0:v>
                </ns0:pt>
                <ns0:pt idx="1270">
                  <ns0:v>2.08077332678</ns0:v>
                </ns0:pt>
                <ns0:pt idx="1271">
                  <ns0:v>2.08241173097</ns0:v>
                </ns0:pt>
                <ns0:pt idx="1272">
                  <ns0:v>2.08405013517</ns0:v>
                </ns0:pt>
                <ns0:pt idx="1273">
                  <ns0:v>2.08568853936</ns0:v>
                </ns0:pt>
                <ns0:pt idx="1274">
                  <ns0:v>2.08732694356</ns0:v>
                </ns0:pt>
                <ns0:pt idx="1275">
                  <ns0:v>2.08896534775</ns0:v>
                </ns0:pt>
                <ns0:pt idx="1276">
                  <ns0:v>2.09060375195</ns0:v>
                </ns0:pt>
                <ns0:pt idx="1277">
                  <ns0:v>2.09224215614</ns0:v>
                </ns0:pt>
                <ns0:pt idx="1278">
                  <ns0:v>2.09388056033</ns0:v>
                </ns0:pt>
                <ns0:pt idx="1279">
                  <ns0:v>2.09551896453</ns0:v>
                </ns0:pt>
                <ns0:pt idx="1280">
                  <ns0:v>2.09715736872</ns0:v>
                </ns0:pt>
                <ns0:pt idx="1281">
                  <ns0:v>2.09879577292</ns0:v>
                </ns0:pt>
                <ns0:pt idx="1282">
                  <ns0:v>2.10043417711</ns0:v>
                </ns0:pt>
                <ns0:pt idx="1283">
                  <ns0:v>2.10207258131</ns0:v>
                </ns0:pt>
                <ns0:pt idx="1284">
                  <ns0:v>2.1037109855</ns0:v>
                </ns0:pt>
                <ns0:pt idx="1285">
                  <ns0:v>2.10534938969</ns0:v>
                </ns0:pt>
                <ns0:pt idx="1286">
                  <ns0:v>2.10698779389</ns0:v>
                </ns0:pt>
                <ns0:pt idx="1287">
                  <ns0:v>2.10862619808</ns0:v>
                </ns0:pt>
                <ns0:pt idx="1288">
                  <ns0:v>2.11026460228</ns0:v>
                </ns0:pt>
                <ns0:pt idx="1289">
                  <ns0:v>2.11190300647</ns0:v>
                </ns0:pt>
                <ns0:pt idx="1290">
                  <ns0:v>2.11354141067</ns0:v>
                </ns0:pt>
                <ns0:pt idx="1291">
                  <ns0:v>2.11517981486</ns0:v>
                </ns0:pt>
                <ns0:pt idx="1292">
                  <ns0:v>2.11681821905</ns0:v>
                </ns0:pt>
                <ns0:pt idx="1293">
                  <ns0:v>2.11845662325</ns0:v>
                </ns0:pt>
                <ns0:pt idx="1294">
                  <ns0:v>2.12009502744</ns0:v>
                </ns0:pt>
                <ns0:pt idx="1295">
                  <ns0:v>2.12173343164</ns0:v>
                </ns0:pt>
                <ns0:pt idx="1296">
                  <ns0:v>2.12337183583</ns0:v>
                </ns0:pt>
                <ns0:pt idx="1297">
                  <ns0:v>2.12501024003</ns0:v>
                </ns0:pt>
                <ns0:pt idx="1298">
                  <ns0:v>2.12664864422</ns0:v>
                </ns0:pt>
                <ns0:pt idx="1299">
                  <ns0:v>2.12828704841</ns0:v>
                </ns0:pt>
                <ns0:pt idx="1300">
                  <ns0:v>2.12992545261</ns0:v>
                </ns0:pt>
                <ns0:pt idx="1301">
                  <ns0:v>2.1315638568</ns0:v>
                </ns0:pt>
                <ns0:pt idx="1302">
                  <ns0:v>2.133202261</ns0:v>
                </ns0:pt>
                <ns0:pt idx="1303">
                  <ns0:v>2.13484066519</ns0:v>
                </ns0:pt>
                <ns0:pt idx="1304">
                  <ns0:v>2.13647906939</ns0:v>
                </ns0:pt>
                <ns0:pt idx="1305">
                  <ns0:v>2.13811747358</ns0:v>
                </ns0:pt>
                <ns0:pt idx="1306">
                  <ns0:v>2.13975587778</ns0:v>
                </ns0:pt>
                <ns0:pt idx="1307">
                  <ns0:v>2.14139428197</ns0:v>
                </ns0:pt>
                <ns0:pt idx="1308">
                  <ns0:v>2.14303268616</ns0:v>
                </ns0:pt>
                <ns0:pt idx="1309">
                  <ns0:v>2.14467109036</ns0:v>
                </ns0:pt>
                <ns0:pt idx="1310">
                  <ns0:v>2.14630949455</ns0:v>
                </ns0:pt>
                <ns0:pt idx="1311">
                  <ns0:v>2.14794789875</ns0:v>
                </ns0:pt>
                <ns0:pt idx="1312">
                  <ns0:v>2.14958630294</ns0:v>
                </ns0:pt>
                <ns0:pt idx="1313">
                  <ns0:v>2.15122470714</ns0:v>
                </ns0:pt>
                <ns0:pt idx="1314">
                  <ns0:v>2.15286311133</ns0:v>
                </ns0:pt>
                <ns0:pt idx="1315">
                  <ns0:v>2.15450151552</ns0:v>
                </ns0:pt>
                <ns0:pt idx="1316">
                  <ns0:v>2.15613991972</ns0:v>
                </ns0:pt>
                <ns0:pt idx="1317">
                  <ns0:v>2.15777832391</ns0:v>
                </ns0:pt>
                <ns0:pt idx="1318">
                  <ns0:v>2.15941672811</ns0:v>
                </ns0:pt>
                <ns0:pt idx="1319">
                  <ns0:v>2.1610551323</ns0:v>
                </ns0:pt>
                <ns0:pt idx="1320">
                  <ns0:v>2.1626935365</ns0:v>
                </ns0:pt>
                <ns0:pt idx="1321">
                  <ns0:v>2.16433194069</ns0:v>
                </ns0:pt>
                <ns0:pt idx="1322">
                  <ns0:v>2.16597034488</ns0:v>
                </ns0:pt>
                <ns0:pt idx="1323">
                  <ns0:v>2.16760874908</ns0:v>
                </ns0:pt>
                <ns0:pt idx="1324">
                  <ns0:v>2.16924715327</ns0:v>
                </ns0:pt>
                <ns0:pt idx="1325">
                  <ns0:v>2.17088555747</ns0:v>
                </ns0:pt>
                <ns0:pt idx="1326">
                  <ns0:v>2.17252396166</ns0:v>
                </ns0:pt>
                <ns0:pt idx="1327">
                  <ns0:v>2.17416236586</ns0:v>
                </ns0:pt>
                <ns0:pt idx="1328">
                  <ns0:v>2.17580077005</ns0:v>
                </ns0:pt>
                <ns0:pt idx="1329">
                  <ns0:v>2.17743917424</ns0:v>
                </ns0:pt>
                <ns0:pt idx="1330">
                  <ns0:v>2.17907757844</ns0:v>
                </ns0:pt>
                <ns0:pt idx="1331">
                  <ns0:v>2.18071598263</ns0:v>
                </ns0:pt>
                <ns0:pt idx="1332">
                  <ns0:v>2.18235438683</ns0:v>
                </ns0:pt>
                <ns0:pt idx="1333">
                  <ns0:v>2.18399279102</ns0:v>
                </ns0:pt>
                <ns0:pt idx="1334">
                  <ns0:v>2.18563119522</ns0:v>
                </ns0:pt>
                <ns0:pt idx="1335">
                  <ns0:v>2.18726959941</ns0:v>
                </ns0:pt>
                <ns0:pt idx="1336">
                  <ns0:v>2.1889080036</ns0:v>
                </ns0:pt>
                <ns0:pt idx="1337">
                  <ns0:v>2.1905464078</ns0:v>
                </ns0:pt>
                <ns0:pt idx="1338">
                  <ns0:v>2.19218481199</ns0:v>
                </ns0:pt>
                <ns0:pt idx="1339">
                  <ns0:v>2.19382321619</ns0:v>
                </ns0:pt>
                <ns0:pt idx="1340">
                  <ns0:v>2.19546162038</ns0:v>
                </ns0:pt>
                <ns0:pt idx="1341">
                  <ns0:v>2.19710002458</ns0:v>
                </ns0:pt>
                <ns0:pt idx="1342">
                  <ns0:v>2.19873842877</ns0:v>
                </ns0:pt>
                <ns0:pt idx="1343">
                  <ns0:v>2.20037683296</ns0:v>
                </ns0:pt>
                <ns0:pt idx="1344">
                  <ns0:v>2.20201523716</ns0:v>
                </ns0:pt>
                <ns0:pt idx="1345">
                  <ns0:v>2.20365364135</ns0:v>
                </ns0:pt>
                <ns0:pt idx="1346">
                  <ns0:v>2.20529204555</ns0:v>
                </ns0:pt>
                <ns0:pt idx="1347">
                  <ns0:v>2.20693044974</ns0:v>
                </ns0:pt>
                <ns0:pt idx="1348">
                  <ns0:v>2.20856885394</ns0:v>
                </ns0:pt>
                <ns0:pt idx="1349">
                  <ns0:v>2.21020725813</ns0:v>
                </ns0:pt>
                <ns0:pt idx="1350">
                  <ns0:v>2.21184566232</ns0:v>
                </ns0:pt>
                <ns0:pt idx="1351">
                  <ns0:v>2.21348406652</ns0:v>
                </ns0:pt>
                <ns0:pt idx="1352">
                  <ns0:v>2.21512247071</ns0:v>
                </ns0:pt>
                <ns0:pt idx="1353">
                  <ns0:v>2.21676087491</ns0:v>
                </ns0:pt>
                <ns0:pt idx="1354">
                  <ns0:v>2.2183992791</ns0:v>
                </ns0:pt>
                <ns0:pt idx="1355">
                  <ns0:v>2.2200376833</ns0:v>
                </ns0:pt>
                <ns0:pt idx="1356">
                  <ns0:v>2.22167608749</ns0:v>
                </ns0:pt>
                <ns0:pt idx="1357">
                  <ns0:v>2.22331449169</ns0:v>
                </ns0:pt>
                <ns0:pt idx="1358">
                  <ns0:v>2.22495289588</ns0:v>
                </ns0:pt>
                <ns0:pt idx="1359">
                  <ns0:v>2.22659130007</ns0:v>
                </ns0:pt>
                <ns0:pt idx="1360">
                  <ns0:v>2.22822970427</ns0:v>
                </ns0:pt>
                <ns0:pt idx="1361">
                  <ns0:v>2.22986810846</ns0:v>
                </ns0:pt>
                <ns0:pt idx="1362">
                  <ns0:v>2.23150651266</ns0:v>
                </ns0:pt>
                <ns0:pt idx="1363">
                  <ns0:v>2.23314491685</ns0:v>
                </ns0:pt>
                <ns0:pt idx="1364">
                  <ns0:v>2.23478332105</ns0:v>
                </ns0:pt>
                <ns0:pt idx="1365">
                  <ns0:v>2.23642172524</ns0:v>
                </ns0:pt>
                <ns0:pt idx="1366">
                  <ns0:v>2.23806012943</ns0:v>
                </ns0:pt>
                <ns0:pt idx="1367">
                  <ns0:v>2.23969853363</ns0:v>
                </ns0:pt>
                <ns0:pt idx="1368">
                  <ns0:v>2.24133693782</ns0:v>
                </ns0:pt>
                <ns0:pt idx="1369">
                  <ns0:v>2.24297534202</ns0:v>
                </ns0:pt>
                <ns0:pt idx="1370">
                  <ns0:v>2.24461374621</ns0:v>
                </ns0:pt>
                <ns0:pt idx="1371">
                  <ns0:v>2.24625215041</ns0:v>
                </ns0:pt>
                <ns0:pt idx="1372">
                  <ns0:v>2.2478905546</ns0:v>
                </ns0:pt>
                <ns0:pt idx="1373">
                  <ns0:v>2.24952895879</ns0:v>
                </ns0:pt>
                <ns0:pt idx="1374">
                  <ns0:v>2.25116736299</ns0:v>
                </ns0:pt>
                <ns0:pt idx="1375">
                  <ns0:v>2.25280576718</ns0:v>
                </ns0:pt>
                <ns0:pt idx="1376">
                  <ns0:v>2.25444417138</ns0:v>
                </ns0:pt>
                <ns0:pt idx="1377">
                  <ns0:v>2.25608257557</ns0:v>
                </ns0:pt>
                <ns0:pt idx="1378">
                  <ns0:v>2.25772097977</ns0:v>
                </ns0:pt>
                <ns0:pt idx="1379">
                  <ns0:v>2.25935938396</ns0:v>
                </ns0:pt>
                <ns0:pt idx="1380">
                  <ns0:v>2.26099778815</ns0:v>
                </ns0:pt>
                <ns0:pt idx="1381">
                  <ns0:v>2.26263619235</ns0:v>
                </ns0:pt>
                <ns0:pt idx="1382">
                  <ns0:v>2.26427459654</ns0:v>
                </ns0:pt>
                <ns0:pt idx="1383">
                  <ns0:v>2.26591300074</ns0:v>
                </ns0:pt>
                <ns0:pt idx="1384">
                  <ns0:v>2.26755140493</ns0:v>
                </ns0:pt>
                <ns0:pt idx="1385">
                  <ns0:v>2.26918980913</ns0:v>
                </ns0:pt>
                <ns0:pt idx="1386">
                  <ns0:v>2.27082821332</ns0:v>
                </ns0:pt>
                <ns0:pt idx="1387">
                  <ns0:v>2.27246661751</ns0:v>
                </ns0:pt>
                <ns0:pt idx="1388">
                  <ns0:v>2.27410502171</ns0:v>
                </ns0:pt>
                <ns0:pt idx="1389">
                  <ns0:v>2.2757434259</ns0:v>
                </ns0:pt>
                <ns0:pt idx="1390">
                  <ns0:v>2.2773818301</ns0:v>
                </ns0:pt>
                <ns0:pt idx="1391">
                  <ns0:v>2.27902023429</ns0:v>
                </ns0:pt>
                <ns0:pt idx="1392">
                  <ns0:v>2.28065863849</ns0:v>
                </ns0:pt>
                <ns0:pt idx="1393">
                  <ns0:v>2.28229704268</ns0:v>
                </ns0:pt>
                <ns0:pt idx="1394">
                  <ns0:v>2.28393544687</ns0:v>
                </ns0:pt>
                <ns0:pt idx="1395">
                  <ns0:v>2.28557385107</ns0:v>
                </ns0:pt>
                <ns0:pt idx="1396">
                  <ns0:v>2.28721225526</ns0:v>
                </ns0:pt>
                <ns0:pt idx="1397">
                  <ns0:v>2.28885065946</ns0:v>
                </ns0:pt>
                <ns0:pt idx="1398">
                  <ns0:v>2.29048906365</ns0:v>
                </ns0:pt>
                <ns0:pt idx="1399">
                  <ns0:v>2.29212746785</ns0:v>
                </ns0:pt>
                <ns0:pt idx="1400">
                  <ns0:v>2.29376587204</ns0:v>
                </ns0:pt>
                <ns0:pt idx="1401">
                  <ns0:v>2.29540427623</ns0:v>
                </ns0:pt>
                <ns0:pt idx="1402">
                  <ns0:v>2.29704268043</ns0:v>
                </ns0:pt>
                <ns0:pt idx="1403">
                  <ns0:v>2.29868108462</ns0:v>
                </ns0:pt>
                <ns0:pt idx="1404">
                  <ns0:v>2.30031948882</ns0:v>
                </ns0:pt>
                <ns0:pt idx="1405">
                  <ns0:v>2.30195789301</ns0:v>
                </ns0:pt>
                <ns0:pt idx="1406">
                  <ns0:v>2.30359629721</ns0:v>
                </ns0:pt>
                <ns0:pt idx="1407">
                  <ns0:v>2.3052347014</ns0:v>
                </ns0:pt>
                <ns0:pt idx="1408">
                  <ns0:v>2.3068731056</ns0:v>
                </ns0:pt>
                <ns0:pt idx="1409">
                  <ns0:v>2.30851150979</ns0:v>
                </ns0:pt>
                <ns0:pt idx="1410">
                  <ns0:v>2.31014991398</ns0:v>
                </ns0:pt>
                <ns0:pt idx="1411">
                  <ns0:v>2.31178831818</ns0:v>
                </ns0:pt>
                <ns0:pt idx="1412">
                  <ns0:v>2.31342672237</ns0:v>
                </ns0:pt>
                <ns0:pt idx="1413">
                  <ns0:v>2.31506512657</ns0:v>
                </ns0:pt>
                <ns0:pt idx="1414">
                  <ns0:v>2.31670353076</ns0:v>
                </ns0:pt>
                <ns0:pt idx="1415">
                  <ns0:v>2.31834193496</ns0:v>
                </ns0:pt>
                <ns0:pt idx="1416">
                  <ns0:v>2.31998033915</ns0:v>
                </ns0:pt>
                <ns0:pt idx="1417">
                  <ns0:v>2.32161874334</ns0:v>
                </ns0:pt>
                <ns0:pt idx="1418">
                  <ns0:v>2.32325714754</ns0:v>
                </ns0:pt>
                <ns0:pt idx="1419">
                  <ns0:v>2.32489555173</ns0:v>
                </ns0:pt>
                <ns0:pt idx="1420">
                  <ns0:v>2.32653395593</ns0:v>
                </ns0:pt>
                <ns0:pt idx="1421">
                  <ns0:v>2.32817236012</ns0:v>
                </ns0:pt>
                <ns0:pt idx="1422">
                  <ns0:v>2.32981076432</ns0:v>
                </ns0:pt>
                <ns0:pt idx="1423">
                  <ns0:v>2.33144916851</ns0:v>
                </ns0:pt>
                <ns0:pt idx="1424">
                  <ns0:v>2.3330875727</ns0:v>
                </ns0:pt>
                <ns0:pt idx="1425">
                  <ns0:v>2.3347259769</ns0:v>
                </ns0:pt>
                <ns0:pt idx="1426">
                  <ns0:v>2.33636438109</ns0:v>
                </ns0:pt>
                <ns0:pt idx="1427">
                  <ns0:v>2.33800278529</ns0:v>
                </ns0:pt>
                <ns0:pt idx="1428">
                  <ns0:v>2.33964118948</ns0:v>
                </ns0:pt>
                <ns0:pt idx="1429">
                  <ns0:v>2.34127959368</ns0:v>
                </ns0:pt>
                <ns0:pt idx="1430">
                  <ns0:v>2.34291799787</ns0:v>
                </ns0:pt>
                <ns0:pt idx="1431">
                  <ns0:v>2.34455640206</ns0:v>
                </ns0:pt>
                <ns0:pt idx="1432">
                  <ns0:v>2.34619480626</ns0:v>
                </ns0:pt>
                <ns0:pt idx="1433">
                  <ns0:v>2.34783321045</ns0:v>
                </ns0:pt>
                <ns0:pt idx="1434">
                  <ns0:v>2.34947161465</ns0:v>
                </ns0:pt>
                <ns0:pt idx="1435">
                  <ns0:v>2.35111001884</ns0:v>
                </ns0:pt>
                <ns0:pt idx="1436">
                  <ns0:v>2.35274842304</ns0:v>
                </ns0:pt>
                <ns0:pt idx="1437">
                  <ns0:v>2.35438682723</ns0:v>
                </ns0:pt>
                <ns0:pt idx="1438">
                  <ns0:v>2.35602523142</ns0:v>
                </ns0:pt>
                <ns0:pt idx="1439">
                  <ns0:v>2.35766363562</ns0:v>
                </ns0:pt>
                <ns0:pt idx="1440">
                  <ns0:v>2.35930203981</ns0:v>
                </ns0:pt>
                <ns0:pt idx="1441">
                  <ns0:v>2.36094044401</ns0:v>
                </ns0:pt>
                <ns0:pt idx="1442">
                  <ns0:v>2.3625788482</ns0:v>
                </ns0:pt>
                <ns0:pt idx="1443">
                  <ns0:v>2.3642172524</ns0:v>
                </ns0:pt>
                <ns0:pt idx="1444">
                  <ns0:v>2.36585565659</ns0:v>
                </ns0:pt>
                <ns0:pt idx="1445">
                  <ns0:v>2.36749406078</ns0:v>
                </ns0:pt>
                <ns0:pt idx="1446">
                  <ns0:v>2.36913246498</ns0:v>
                </ns0:pt>
                <ns0:pt idx="1447">
                  <ns0:v>2.37077086917</ns0:v>
                </ns0:pt>
                <ns0:pt idx="1448">
                  <ns0:v>2.37240927337</ns0:v>
                </ns0:pt>
                <ns0:pt idx="1449">
                  <ns0:v>2.37404767756</ns0:v>
                </ns0:pt>
                <ns0:pt idx="1450">
                  <ns0:v>2.37568608176</ns0:v>
                </ns0:pt>
                <ns0:pt idx="1451">
                  <ns0:v>2.37732448595</ns0:v>
                </ns0:pt>
                <ns0:pt idx="1452">
                  <ns0:v>2.37896289014</ns0:v>
                </ns0:pt>
                <ns0:pt idx="1453">
                  <ns0:v>2.38060129434</ns0:v>
                </ns0:pt>
                <ns0:pt idx="1454">
                  <ns0:v>2.38223969853</ns0:v>
                </ns0:pt>
                <ns0:pt idx="1455">
                  <ns0:v>2.38387810273</ns0:v>
                </ns0:pt>
                <ns0:pt idx="1456">
                  <ns0:v>2.38551650692</ns0:v>
                </ns0:pt>
                <ns0:pt idx="1457">
                  <ns0:v>2.38715491112</ns0:v>
                </ns0:pt>
                <ns0:pt idx="1458">
                  <ns0:v>2.38879331531</ns0:v>
                </ns0:pt>
                <ns0:pt idx="1459">
                  <ns0:v>2.39043171951</ns0:v>
                </ns0:pt>
                <ns0:pt idx="1460">
                  <ns0:v>2.3920701237</ns0:v>
                </ns0:pt>
                <ns0:pt idx="1461">
                  <ns0:v>2.39370852789</ns0:v>
                </ns0:pt>
                <ns0:pt idx="1462">
                  <ns0:v>2.39534693209</ns0:v>
                </ns0:pt>
                <ns0:pt idx="1463">
                  <ns0:v>2.39698533628</ns0:v>
                </ns0:pt>
                <ns0:pt idx="1464">
                  <ns0:v>2.39862374048</ns0:v>
                </ns0:pt>
                <ns0:pt idx="1465">
                  <ns0:v>2.40026214467</ns0:v>
                </ns0:pt>
                <ns0:pt idx="1466">
                  <ns0:v>2.40190054887</ns0:v>
                </ns0:pt>
                <ns0:pt idx="1467">
                  <ns0:v>2.40353895306</ns0:v>
                </ns0:pt>
                <ns0:pt idx="1468">
                  <ns0:v>2.40517735725</ns0:v>
                </ns0:pt>
                <ns0:pt idx="1469">
                  <ns0:v>2.40681576145</ns0:v>
                </ns0:pt>
                <ns0:pt idx="1470">
                  <ns0:v>2.40845416564</ns0:v>
                </ns0:pt>
                <ns0:pt idx="1471">
                  <ns0:v>2.41009256984</ns0:v>
                </ns0:pt>
                <ns0:pt idx="1472">
                  <ns0:v>2.41173097403</ns0:v>
                </ns0:pt>
                <ns0:pt idx="1473">
                  <ns0:v>2.41336937823</ns0:v>
                </ns0:pt>
                <ns0:pt idx="1474">
                  <ns0:v>2.41500778242</ns0:v>
                </ns0:pt>
                <ns0:pt idx="1475">
                  <ns0:v>2.41664618661</ns0:v>
                </ns0:pt>
                <ns0:pt idx="1476">
                  <ns0:v>2.41828459081</ns0:v>
                </ns0:pt>
                <ns0:pt idx="1477">
                  <ns0:v>2.419922995</ns0:v>
                </ns0:pt>
                <ns0:pt idx="1478">
                  <ns0:v>2.4215613992</ns0:v>
                </ns0:pt>
                <ns0:pt idx="1479">
                  <ns0:v>2.42319980339</ns0:v>
                </ns0:pt>
                <ns0:pt idx="1480">
                  <ns0:v>2.42483820759</ns0:v>
                </ns0:pt>
                <ns0:pt idx="1481">
                  <ns0:v>2.42647661178</ns0:v>
                </ns0:pt>
                <ns0:pt idx="1482">
                  <ns0:v>2.42811501597</ns0:v>
                </ns0:pt>
                <ns0:pt idx="1483">
                  <ns0:v>2.42975342017</ns0:v>
                </ns0:pt>
                <ns0:pt idx="1484">
                  <ns0:v>2.43139182436</ns0:v>
                </ns0:pt>
                <ns0:pt idx="1485">
                  <ns0:v>2.43303022856</ns0:v>
                </ns0:pt>
                <ns0:pt idx="1486">
                  <ns0:v>2.43466863275</ns0:v>
                </ns0:pt>
                <ns0:pt idx="1487">
                  <ns0:v>2.43630703695</ns0:v>
                </ns0:pt>
                <ns0:pt idx="1488">
                  <ns0:v>2.43794544114</ns0:v>
                </ns0:pt>
                <ns0:pt idx="1489">
                  <ns0:v>2.43958384533</ns0:v>
                </ns0:pt>
                <ns0:pt idx="1490">
                  <ns0:v>2.44122224953</ns0:v>
                </ns0:pt>
                <ns0:pt idx="1491">
                  <ns0:v>2.44286065372</ns0:v>
                </ns0:pt>
                <ns0:pt idx="1492">
                  <ns0:v>2.44449905792</ns0:v>
                </ns0:pt>
                <ns0:pt idx="1493">
                  <ns0:v>2.44613746211</ns0:v>
                </ns0:pt>
                <ns0:pt idx="1494">
                  <ns0:v>2.44777586631</ns0:v>
                </ns0:pt>
                <ns0:pt idx="1495">
                  <ns0:v>2.4494142705</ns0:v>
                </ns0:pt>
                <ns0:pt idx="1496">
                  <ns0:v>2.45105267469</ns0:v>
                </ns0:pt>
                <ns0:pt idx="1497">
                  <ns0:v>2.45269107889</ns0:v>
                </ns0:pt>
                <ns0:pt idx="1498">
                  <ns0:v>2.45432948308</ns0:v>
                </ns0:pt>
                <ns0:pt idx="1499">
                  <ns0:v>2.45596788728</ns0:v>
                </ns0:pt>
                <ns0:pt idx="1500">
                  <ns0:v>2.45760629147</ns0:v>
                </ns0:pt>
                <ns0:pt idx="1501">
                  <ns0:v>2.45924469567</ns0:v>
                </ns0:pt>
                <ns0:pt idx="1502">
                  <ns0:v>2.46088309986</ns0:v>
                </ns0:pt>
                <ns0:pt idx="1503">
                  <ns0:v>2.46252150406</ns0:v>
                </ns0:pt>
                <ns0:pt idx="1504">
                  <ns0:v>2.46415990825</ns0:v>
                </ns0:pt>
                <ns0:pt idx="1505">
                  <ns0:v>2.46579831244</ns0:v>
                </ns0:pt>
                <ns0:pt idx="1506">
                  <ns0:v>2.46743671664</ns0:v>
                </ns0:pt>
                <ns0:pt idx="1507">
                  <ns0:v>2.46907512083</ns0:v>
                </ns0:pt>
                <ns0:pt idx="1508">
                  <ns0:v>2.47071352503</ns0:v>
                </ns0:pt>
                <ns0:pt idx="1509">
                  <ns0:v>2.47235192922</ns0:v>
                </ns0:pt>
                <ns0:pt idx="1510">
                  <ns0:v>2.47399033342</ns0:v>
                </ns0:pt>
                <ns0:pt idx="1511">
                  <ns0:v>2.47562873761</ns0:v>
                </ns0:pt>
                <ns0:pt idx="1512">
                  <ns0:v>2.4772671418</ns0:v>
                </ns0:pt>
                <ns0:pt idx="1513">
                  <ns0:v>2.478905546</ns0:v>
                </ns0:pt>
                <ns0:pt idx="1514">
                  <ns0:v>2.48054395019</ns0:v>
                </ns0:pt>
                <ns0:pt idx="1515">
                  <ns0:v>2.48218235439</ns0:v>
                </ns0:pt>
                <ns0:pt idx="1516">
                  <ns0:v>2.48382075858</ns0:v>
                </ns0:pt>
                <ns0:pt idx="1517">
                  <ns0:v>2.48545916278</ns0:v>
                </ns0:pt>
                <ns0:pt idx="1518">
                  <ns0:v>2.48709756697</ns0:v>
                </ns0:pt>
                <ns0:pt idx="1519">
                  <ns0:v>2.48873597116</ns0:v>
                </ns0:pt>
                <ns0:pt idx="1520">
                  <ns0:v>2.49037437536</ns0:v>
                </ns0:pt>
                <ns0:pt idx="1521">
                  <ns0:v>2.49201277955</ns0:v>
                </ns0:pt>
                <ns0:pt idx="1522">
                  <ns0:v>2.49365118375</ns0:v>
                </ns0:pt>
                <ns0:pt idx="1523">
                  <ns0:v>2.49528958794</ns0:v>
                </ns0:pt>
                <ns0:pt idx="1524">
                  <ns0:v>2.49692799214</ns0:v>
                </ns0:pt>
                <ns0:pt idx="1525">
                  <ns0:v>2.49856639633</ns0:v>
                </ns0:pt>
                <ns0:pt idx="1526">
                  <ns0:v>2.50020480052</ns0:v>
                </ns0:pt>
                <ns0:pt idx="1527">
                  <ns0:v>2.50184320472</ns0:v>
                </ns0:pt>
                <ns0:pt idx="1528">
                  <ns0:v>2.50348160891</ns0:v>
                </ns0:pt>
                <ns0:pt idx="1529">
                  <ns0:v>2.50512001311</ns0:v>
                </ns0:pt>
                <ns0:pt idx="1530">
                  <ns0:v>2.5067584173</ns0:v>
                </ns0:pt>
                <ns0:pt idx="1531">
                  <ns0:v>2.5083968215</ns0:v>
                </ns0:pt>
                <ns0:pt idx="1532">
                  <ns0:v>2.51003522569</ns0:v>
                </ns0:pt>
                <ns0:pt idx="1533">
                  <ns0:v>2.51167362988</ns0:v>
                </ns0:pt>
                <ns0:pt idx="1534">
                  <ns0:v>2.51331203408</ns0:v>
                </ns0:pt>
                <ns0:pt idx="1535">
                  <ns0:v>2.51495043827</ns0:v>
                </ns0:pt>
                <ns0:pt idx="1536">
                  <ns0:v>2.51658884247</ns0:v>
                </ns0:pt>
                <ns0:pt idx="1537">
                  <ns0:v>2.51822724666</ns0:v>
                </ns0:pt>
                <ns0:pt idx="1538">
                  <ns0:v>2.51986565086</ns0:v>
                </ns0:pt>
                <ns0:pt idx="1539">
                  <ns0:v>2.52150405505</ns0:v>
                </ns0:pt>
                <ns0:pt idx="1540">
                  <ns0:v>2.52314245924</ns0:v>
                </ns0:pt>
                <ns0:pt idx="1541">
                  <ns0:v>2.52478086344</ns0:v>
                </ns0:pt>
                <ns0:pt idx="1542">
                  <ns0:v>2.52641926763</ns0:v>
                </ns0:pt>
                <ns0:pt idx="1543">
                  <ns0:v>2.52805767183</ns0:v>
                </ns0:pt>
                <ns0:pt idx="1544">
                  <ns0:v>2.52969607602</ns0:v>
                </ns0:pt>
                <ns0:pt idx="1545">
                  <ns0:v>2.53133448022</ns0:v>
                </ns0:pt>
                <ns0:pt idx="1546">
                  <ns0:v>2.53297288441</ns0:v>
                </ns0:pt>
                <ns0:pt idx="1547">
                  <ns0:v>2.5346112886</ns0:v>
                </ns0:pt>
                <ns0:pt idx="1548">
                  <ns0:v>2.5362496928</ns0:v>
                </ns0:pt>
                <ns0:pt idx="1549">
                  <ns0:v>2.53788809699</ns0:v>
                </ns0:pt>
                <ns0:pt idx="1550">
                  <ns0:v>2.53952650119</ns0:v>
                </ns0:pt>
                <ns0:pt idx="1551">
                  <ns0:v>2.54116490538</ns0:v>
                </ns0:pt>
                <ns0:pt idx="1552">
                  <ns0:v>2.54280330958</ns0:v>
                </ns0:pt>
                <ns0:pt idx="1553">
                  <ns0:v>2.54444171377</ns0:v>
                </ns0:pt>
                <ns0:pt idx="1554">
                  <ns0:v>2.54608011797</ns0:v>
                </ns0:pt>
                <ns0:pt idx="1555">
                  <ns0:v>2.54771852216</ns0:v>
                </ns0:pt>
                <ns0:pt idx="1556">
                  <ns0:v>2.54935692635</ns0:v>
                </ns0:pt>
                <ns0:pt idx="1557">
                  <ns0:v>2.55099533055</ns0:v>
                </ns0:pt>
                <ns0:pt idx="1558">
                  <ns0:v>2.55263373474</ns0:v>
                </ns0:pt>
                <ns0:pt idx="1559">
                  <ns0:v>2.55427213894</ns0:v>
                </ns0:pt>
                <ns0:pt idx="1560">
                  <ns0:v>2.55591054313</ns0:v>
                </ns0:pt>
                <ns0:pt idx="1561">
                  <ns0:v>2.55754894733</ns0:v>
                </ns0:pt>
                <ns0:pt idx="1562">
                  <ns0:v>2.55918735152</ns0:v>
                </ns0:pt>
                <ns0:pt idx="1563">
                  <ns0:v>2.56082575571</ns0:v>
                </ns0:pt>
                <ns0:pt idx="1564">
                  <ns0:v>2.56246415991</ns0:v>
                </ns0:pt>
                <ns0:pt idx="1565">
                  <ns0:v>2.5641025641</ns0:v>
                </ns0:pt>
                <ns0:pt idx="1566">
                  <ns0:v>2.5657409683</ns0:v>
                </ns0:pt>
                <ns0:pt idx="1567">
                  <ns0:v>2.56737937249</ns0:v>
                </ns0:pt>
                <ns0:pt idx="1568">
                  <ns0:v>2.56901777669</ns0:v>
                </ns0:pt>
                <ns0:pt idx="1569">
                  <ns0:v>2.57065618088</ns0:v>
                </ns0:pt>
                <ns0:pt idx="1570">
                  <ns0:v>2.57229458507</ns0:v>
                </ns0:pt>
                <ns0:pt idx="1571">
                  <ns0:v>2.57393298927</ns0:v>
                </ns0:pt>
                <ns0:pt idx="1572">
                  <ns0:v>2.57557139346</ns0:v>
                </ns0:pt>
                <ns0:pt idx="1573">
                  <ns0:v>2.57720979766</ns0:v>
                </ns0:pt>
                <ns0:pt idx="1574">
                  <ns0:v>2.57884820185</ns0:v>
                </ns0:pt>
                <ns0:pt idx="1575">
                  <ns0:v>2.58048660605</ns0:v>
                </ns0:pt>
                <ns0:pt idx="1576">
                  <ns0:v>2.58212501024</ns0:v>
                </ns0:pt>
                <ns0:pt idx="1577">
                  <ns0:v>2.58376341443</ns0:v>
                </ns0:pt>
                <ns0:pt idx="1578">
                  <ns0:v>2.58540181863</ns0:v>
                </ns0:pt>
                <ns0:pt idx="1579">
                  <ns0:v>2.58704022282</ns0:v>
                </ns0:pt>
                <ns0:pt idx="1580">
                  <ns0:v>2.58867862702</ns0:v>
                </ns0:pt>
                <ns0:pt idx="1581">
                  <ns0:v>2.59031703121</ns0:v>
                </ns0:pt>
                <ns0:pt idx="1582">
                  <ns0:v>2.59195543541</ns0:v>
                </ns0:pt>
                <ns0:pt idx="1583">
                  <ns0:v>2.5935938396</ns0:v>
                </ns0:pt>
                <ns0:pt idx="1584">
                  <ns0:v>2.59523224379</ns0:v>
                </ns0:pt>
                <ns0:pt idx="1585">
                  <ns0:v>2.59687064799</ns0:v>
                </ns0:pt>
                <ns0:pt idx="1586">
                  <ns0:v>2.59850905218</ns0:v>
                </ns0:pt>
                <ns0:pt idx="1587">
                  <ns0:v>2.60014745638</ns0:v>
                </ns0:pt>
                <ns0:pt idx="1588">
                  <ns0:v>2.60178586057</ns0:v>
                </ns0:pt>
                <ns0:pt idx="1589">
                  <ns0:v>2.60342426477</ns0:v>
                </ns0:pt>
                <ns0:pt idx="1590">
                  <ns0:v>2.60506266896</ns0:v>
                </ns0:pt>
                <ns0:pt idx="1591">
                  <ns0:v>2.60670107315</ns0:v>
                </ns0:pt>
                <ns0:pt idx="1592">
                  <ns0:v>2.60833947735</ns0:v>
                </ns0:pt>
                <ns0:pt idx="1593">
                  <ns0:v>2.60997788154</ns0:v>
                </ns0:pt>
                <ns0:pt idx="1594">
                  <ns0:v>2.61161628574</ns0:v>
                </ns0:pt>
                <ns0:pt idx="1595">
                  <ns0:v>2.61325468993</ns0:v>
                </ns0:pt>
                <ns0:pt idx="1596">
                  <ns0:v>2.61489309413</ns0:v>
                </ns0:pt>
                <ns0:pt idx="1597">
                  <ns0:v>2.61653149832</ns0:v>
                </ns0:pt>
                <ns0:pt idx="1598">
                  <ns0:v>2.61816990251</ns0:v>
                </ns0:pt>
                <ns0:pt idx="1599">
                  <ns0:v>2.61980830671</ns0:v>
                </ns0:pt>
                <ns0:pt idx="1600">
                  <ns0:v>2.6214467109</ns0:v>
                </ns0:pt>
                <ns0:pt idx="1601">
                  <ns0:v>2.6230851151</ns0:v>
                </ns0:pt>
                <ns0:pt idx="1602">
                  <ns0:v>2.62472351929</ns0:v>
                </ns0:pt>
                <ns0:pt idx="1603">
                  <ns0:v>2.62636192349</ns0:v>
                </ns0:pt>
                <ns0:pt idx="1604">
                  <ns0:v>2.62800032768</ns0:v>
                </ns0:pt>
                <ns0:pt idx="1605">
                  <ns0:v>2.62963873188</ns0:v>
                </ns0:pt>
                <ns0:pt idx="1606">
                  <ns0:v>2.63127713607</ns0:v>
                </ns0:pt>
                <ns0:pt idx="1607">
                  <ns0:v>2.63291554026</ns0:v>
                </ns0:pt>
                <ns0:pt idx="1608">
                  <ns0:v>2.63455394446</ns0:v>
                </ns0:pt>
                <ns0:pt idx="1609">
                  <ns0:v>2.63619234865</ns0:v>
                </ns0:pt>
                <ns0:pt idx="1610">
                  <ns0:v>2.63783075285</ns0:v>
                </ns0:pt>
                <ns0:pt idx="1611">
                  <ns0:v>2.63946915704</ns0:v>
                </ns0:pt>
                <ns0:pt idx="1612">
                  <ns0:v>2.64110756124</ns0:v>
                </ns0:pt>
                <ns0:pt idx="1613">
                  <ns0:v>2.64274596543</ns0:v>
                </ns0:pt>
                <ns0:pt idx="1614">
                  <ns0:v>2.64438436962</ns0:v>
                </ns0:pt>
                <ns0:pt idx="1615">
                  <ns0:v>2.64602277382</ns0:v>
                </ns0:pt>
                <ns0:pt idx="1616">
                  <ns0:v>2.64766117801</ns0:v>
                </ns0:pt>
                <ns0:pt idx="1617">
                  <ns0:v>2.64929958221</ns0:v>
                </ns0:pt>
                <ns0:pt idx="1618">
                  <ns0:v>2.6509379864</ns0:v>
                </ns0:pt>
                <ns0:pt idx="1619">
                  <ns0:v>2.6525763906</ns0:v>
                </ns0:pt>
                <ns0:pt idx="1620">
                  <ns0:v>2.65421479479</ns0:v>
                </ns0:pt>
                <ns0:pt idx="1621">
                  <ns0:v>2.65585319898</ns0:v>
                </ns0:pt>
                <ns0:pt idx="1622">
                  <ns0:v>2.65749160318</ns0:v>
                </ns0:pt>
                <ns0:pt idx="1623">
                  <ns0:v>2.65913000737</ns0:v>
                </ns0:pt>
                <ns0:pt idx="1624">
                  <ns0:v>2.66076841157</ns0:v>
                </ns0:pt>
                <ns0:pt idx="1625">
                  <ns0:v>2.66240681576</ns0:v>
                </ns0:pt>
                <ns0:pt idx="1626">
                  <ns0:v>2.66404521996</ns0:v>
                </ns0:pt>
                <ns0:pt idx="1627">
                  <ns0:v>2.66568362415</ns0:v>
                </ns0:pt>
                <ns0:pt idx="1628">
                  <ns0:v>2.66732202834</ns0:v>
                </ns0:pt>
                <ns0:pt idx="1629">
                  <ns0:v>2.66896043254</ns0:v>
                </ns0:pt>
                <ns0:pt idx="1630">
                  <ns0:v>2.67059883673</ns0:v>
                </ns0:pt>
                <ns0:pt idx="1631">
                  <ns0:v>2.67223724093</ns0:v>
                </ns0:pt>
                <ns0:pt idx="1632">
                  <ns0:v>2.67387564512</ns0:v>
                </ns0:pt>
                <ns0:pt idx="1633">
                  <ns0:v>2.67551404932</ns0:v>
                </ns0:pt>
                <ns0:pt idx="1634">
                  <ns0:v>2.67715245351</ns0:v>
                </ns0:pt>
                <ns0:pt idx="1635">
                  <ns0:v>2.6787908577</ns0:v>
                </ns0:pt>
                <ns0:pt idx="1636">
                  <ns0:v>2.6804292619</ns0:v>
                </ns0:pt>
                <ns0:pt idx="1637">
                  <ns0:v>2.68206766609</ns0:v>
                </ns0:pt>
                <ns0:pt idx="1638">
                  <ns0:v>2.68370607029</ns0:v>
                </ns0:pt>
                <ns0:pt idx="1639">
                  <ns0:v>2.68534447448</ns0:v>
                </ns0:pt>
                <ns0:pt idx="1640">
                  <ns0:v>2.68698287868</ns0:v>
                </ns0:pt>
                <ns0:pt idx="1641">
                  <ns0:v>2.68862128287</ns0:v>
                </ns0:pt>
                <ns0:pt idx="1642">
                  <ns0:v>2.69025968706</ns0:v>
                </ns0:pt>
                <ns0:pt idx="1643">
                  <ns0:v>2.69189809126</ns0:v>
                </ns0:pt>
                <ns0:pt idx="1644">
                  <ns0:v>2.69353649545</ns0:v>
                </ns0:pt>
                <ns0:pt idx="1645">
                  <ns0:v>2.69517489965</ns0:v>
                </ns0:pt>
                <ns0:pt idx="1646">
                  <ns0:v>2.69681330384</ns0:v>
                </ns0:pt>
                <ns0:pt idx="1647">
                  <ns0:v>2.69845170804</ns0:v>
                </ns0:pt>
                <ns0:pt idx="1648">
                  <ns0:v>2.70009011223</ns0:v>
                </ns0:pt>
                <ns0:pt idx="1649">
                  <ns0:v>2.70172851643</ns0:v>
                </ns0:pt>
                <ns0:pt idx="1650">
                  <ns0:v>2.70336692062</ns0:v>
                </ns0:pt>
                <ns0:pt idx="1651">
                  <ns0:v>2.70500532481</ns0:v>
                </ns0:pt>
                <ns0:pt idx="1652">
                  <ns0:v>2.70664372901</ns0:v>
                </ns0:pt>
                <ns0:pt idx="1653">
                  <ns0:v>2.7082821332</ns0:v>
                </ns0:pt>
                <ns0:pt idx="1654">
                  <ns0:v>2.7099205374</ns0:v>
                </ns0:pt>
                <ns0:pt idx="1655">
                  <ns0:v>2.71155894159</ns0:v>
                </ns0:pt>
                <ns0:pt idx="1656">
                  <ns0:v>2.71319734579</ns0:v>
                </ns0:pt>
                <ns0:pt idx="1657">
                  <ns0:v>2.71483574998</ns0:v>
                </ns0:pt>
                <ns0:pt idx="1658">
                  <ns0:v>2.71647415417</ns0:v>
                </ns0:pt>
                <ns0:pt idx="1659">
                  <ns0:v>2.71811255837</ns0:v>
                </ns0:pt>
                <ns0:pt idx="1660">
                  <ns0:v>2.71975096256</ns0:v>
                </ns0:pt>
                <ns0:pt idx="1661">
                  <ns0:v>2.72138936676</ns0:v>
                </ns0:pt>
                <ns0:pt idx="1662">
                  <ns0:v>2.72302777095</ns0:v>
                </ns0:pt>
                <ns0:pt idx="1663">
                  <ns0:v>2.72466617515</ns0:v>
                </ns0:pt>
                <ns0:pt idx="1664">
                  <ns0:v>2.72630457934</ns0:v>
                </ns0:pt>
                <ns0:pt idx="1665">
                  <ns0:v>2.72794298353</ns0:v>
                </ns0:pt>
                <ns0:pt idx="1666">
                  <ns0:v>2.72958138773</ns0:v>
                </ns0:pt>
                <ns0:pt idx="1667">
                  <ns0:v>2.73121979192</ns0:v>
                </ns0:pt>
                <ns0:pt idx="1668">
                  <ns0:v>2.73285819612</ns0:v>
                </ns0:pt>
                <ns0:pt idx="1669">
                  <ns0:v>2.73449660031</ns0:v>
                </ns0:pt>
                <ns0:pt idx="1670">
                  <ns0:v>2.73613500451</ns0:v>
                </ns0:pt>
                <ns0:pt idx="1671">
                  <ns0:v>2.7377734087</ns0:v>
                </ns0:pt>
                <ns0:pt idx="1672">
                  <ns0:v>2.73941181289</ns0:v>
                </ns0:pt>
                <ns0:pt idx="1673">
                  <ns0:v>2.74105021709</ns0:v>
                </ns0:pt>
                <ns0:pt idx="1674">
                  <ns0:v>2.74268862128</ns0:v>
                </ns0:pt>
                <ns0:pt idx="1675">
                  <ns0:v>2.74432702548</ns0:v>
                </ns0:pt>
                <ns0:pt idx="1676">
                  <ns0:v>2.74596542967</ns0:v>
                </ns0:pt>
                <ns0:pt idx="1677">
                  <ns0:v>2.74760383387</ns0:v>
                </ns0:pt>
                <ns0:pt idx="1678">
                  <ns0:v>2.74924223806</ns0:v>
                </ns0:pt>
                <ns0:pt idx="1679">
                  <ns0:v>2.75088064225</ns0:v>
                </ns0:pt>
                <ns0:pt idx="1680">
                  <ns0:v>2.75251904645</ns0:v>
                </ns0:pt>
                <ns0:pt idx="1681">
                  <ns0:v>2.75415745064</ns0:v>
                </ns0:pt>
                <ns0:pt idx="1682">
                  <ns0:v>2.75579585484</ns0:v>
                </ns0:pt>
                <ns0:pt idx="1683">
                  <ns0:v>2.75743425903</ns0:v>
                </ns0:pt>
                <ns0:pt idx="1684">
                  <ns0:v>2.75907266323</ns0:v>
                </ns0:pt>
                <ns0:pt idx="1685">
                  <ns0:v>2.76071106742</ns0:v>
                </ns0:pt>
                <ns0:pt idx="1686">
                  <ns0:v>2.76234947161</ns0:v>
                </ns0:pt>
                <ns0:pt idx="1687">
                  <ns0:v>2.76398787581</ns0:v>
                </ns0:pt>
                <ns0:pt idx="1688">
                  <ns0:v>2.76562628</ns0:v>
                </ns0:pt>
                <ns0:pt idx="1689">
                  <ns0:v>2.7672646842</ns0:v>
                </ns0:pt>
                <ns0:pt idx="1690">
                  <ns0:v>2.76890308839</ns0:v>
                </ns0:pt>
                <ns0:pt idx="1691">
                  <ns0:v>2.77054149259</ns0:v>
                </ns0:pt>
                <ns0:pt idx="1692">
                  <ns0:v>2.77217989678</ns0:v>
                </ns0:pt>
                <ns0:pt idx="1693">
                  <ns0:v>2.77381830097</ns0:v>
                </ns0:pt>
                <ns0:pt idx="1694">
                  <ns0:v>2.77545670517</ns0:v>
                </ns0:pt>
                <ns0:pt idx="1695">
                  <ns0:v>2.77709510936</ns0:v>
                </ns0:pt>
                <ns0:pt idx="1696">
                  <ns0:v>2.77873351356</ns0:v>
                </ns0:pt>
                <ns0:pt idx="1697">
                  <ns0:v>2.78037191775</ns0:v>
                </ns0:pt>
                <ns0:pt idx="1698">
                  <ns0:v>2.78201032195</ns0:v>
                </ns0:pt>
                <ns0:pt idx="1699">
                  <ns0:v>2.78364872614</ns0:v>
                </ns0:pt>
                <ns0:pt idx="1700">
                  <ns0:v>2.78528713034</ns0:v>
                </ns0:pt>
                <ns0:pt idx="1701">
                  <ns0:v>2.78692553453</ns0:v>
                </ns0:pt>
                <ns0:pt idx="1702">
                  <ns0:v>2.78856393872</ns0:v>
                </ns0:pt>
                <ns0:pt idx="1703">
                  <ns0:v>2.79020234292</ns0:v>
                </ns0:pt>
                <ns0:pt idx="1704">
                  <ns0:v>2.79184074711</ns0:v>
                </ns0:pt>
                <ns0:pt idx="1705">
                  <ns0:v>2.79347915131</ns0:v>
                </ns0:pt>
                <ns0:pt idx="1706">
                  <ns0:v>2.7951175555</ns0:v>
                </ns0:pt>
                <ns0:pt idx="1707">
                  <ns0:v>2.7967559597</ns0:v>
                </ns0:pt>
                <ns0:pt idx="1708">
                  <ns0:v>2.79839436389</ns0:v>
                </ns0:pt>
                <ns0:pt idx="1709">
                  <ns0:v>2.80003276808</ns0:v>
                </ns0:pt>
                <ns0:pt idx="1710">
                  <ns0:v>2.80167117228</ns0:v>
                </ns0:pt>
                <ns0:pt idx="1711">
                  <ns0:v>2.80330957647</ns0:v>
                </ns0:pt>
                <ns0:pt idx="1712">
                  <ns0:v>2.80494798067</ns0:v>
                </ns0:pt>
                <ns0:pt idx="1713">
                  <ns0:v>2.80658638486</ns0:v>
                </ns0:pt>
                <ns0:pt idx="1714">
                  <ns0:v>2.80822478906</ns0:v>
                </ns0:pt>
                <ns0:pt idx="1715">
                  <ns0:v>2.80986319325</ns0:v>
                </ns0:pt>
                <ns0:pt idx="1716">
                  <ns0:v>2.81150159744</ns0:v>
                </ns0:pt>
                <ns0:pt idx="1717">
                  <ns0:v>2.81314000164</ns0:v>
                </ns0:pt>
                <ns0:pt idx="1718">
                  <ns0:v>2.81477840583</ns0:v>
                </ns0:pt>
                <ns0:pt idx="1719">
                  <ns0:v>2.81641681003</ns0:v>
                </ns0:pt>
                <ns0:pt idx="1720">
                  <ns0:v>2.81805521422</ns0:v>
                </ns0:pt>
                <ns0:pt idx="1721">
                  <ns0:v>2.81969361842</ns0:v>
                </ns0:pt>
                <ns0:pt idx="1722">
                  <ns0:v>2.82133202261</ns0:v>
                </ns0:pt>
                <ns0:pt idx="1723">
                  <ns0:v>2.8229704268</ns0:v>
                </ns0:pt>
                <ns0:pt idx="1724">
                  <ns0:v>2.824608831</ns0:v>
                </ns0:pt>
                <ns0:pt idx="1725">
                  <ns0:v>2.82624723519</ns0:v>
                </ns0:pt>
                <ns0:pt idx="1726">
                  <ns0:v>2.82788563939</ns0:v>
                </ns0:pt>
                <ns0:pt idx="1727">
                  <ns0:v>2.82952404358</ns0:v>
                </ns0:pt>
                <ns0:pt idx="1728">
                  <ns0:v>2.83116244778</ns0:v>
                </ns0:pt>
                <ns0:pt idx="1729">
                  <ns0:v>2.83280085197</ns0:v>
                </ns0:pt>
                <ns0:pt idx="1730">
                  <ns0:v>2.83443925616</ns0:v>
                </ns0:pt>
                <ns0:pt idx="1731">
                  <ns0:v>2.83607766036</ns0:v>
                </ns0:pt>
                <ns0:pt idx="1732">
                  <ns0:v>2.83771606455</ns0:v>
                </ns0:pt>
                <ns0:pt idx="1733">
                  <ns0:v>2.83935446875</ns0:v>
                </ns0:pt>
                <ns0:pt idx="1734">
                  <ns0:v>2.84099287294</ns0:v>
                </ns0:pt>
                <ns0:pt idx="1735">
                  <ns0:v>2.84263127714</ns0:v>
                </ns0:pt>
                <ns0:pt idx="1736">
                  <ns0:v>2.84426968133</ns0:v>
                </ns0:pt>
                <ns0:pt idx="1737">
                  <ns0:v>2.84590808552</ns0:v>
                </ns0:pt>
                <ns0:pt idx="1738">
                  <ns0:v>2.84754648972</ns0:v>
                </ns0:pt>
                <ns0:pt idx="1739">
                  <ns0:v>2.84918489391</ns0:v>
                </ns0:pt>
                <ns0:pt idx="1740">
                  <ns0:v>2.85082329811</ns0:v>
                </ns0:pt>
                <ns0:pt idx="1741">
                  <ns0:v>2.8524617023</ns0:v>
                </ns0:pt>
                <ns0:pt idx="1742">
                  <ns0:v>2.8541001065</ns0:v>
                </ns0:pt>
                <ns0:pt idx="1743">
                  <ns0:v>2.85573851069</ns0:v>
                </ns0:pt>
                <ns0:pt idx="1744">
                  <ns0:v>2.85737691488</ns0:v>
                </ns0:pt>
                <ns0:pt idx="1745">
                  <ns0:v>2.85901531908</ns0:v>
                </ns0:pt>
                <ns0:pt idx="1746">
                  <ns0:v>2.86065372327</ns0:v>
                </ns0:pt>
                <ns0:pt idx="1747">
                  <ns0:v>2.86229212747</ns0:v>
                </ns0:pt>
                <ns0:pt idx="1748">
                  <ns0:v>2.86393053166</ns0:v>
                </ns0:pt>
                <ns0:pt idx="1749">
                  <ns0:v>2.86556893586</ns0:v>
                </ns0:pt>
                <ns0:pt idx="1750">
                  <ns0:v>2.86720734005</ns0:v>
                </ns0:pt>
                <ns0:pt idx="1751">
                  <ns0:v>2.86884574425</ns0:v>
                </ns0:pt>
                <ns0:pt idx="1752">
                  <ns0:v>2.87048414844</ns0:v>
                </ns0:pt>
                <ns0:pt idx="1753">
                  <ns0:v>2.87212255263</ns0:v>
                </ns0:pt>
                <ns0:pt idx="1754">
                  <ns0:v>2.87376095683</ns0:v>
                </ns0:pt>
                <ns0:pt idx="1755">
                  <ns0:v>2.87539936102</ns0:v>
                </ns0:pt>
                <ns0:pt idx="1756">
                  <ns0:v>2.87703776522</ns0:v>
                </ns0:pt>
                <ns0:pt idx="1757">
                  <ns0:v>2.87867616941</ns0:v>
                </ns0:pt>
                <ns0:pt idx="1758">
                  <ns0:v>2.88031457361</ns0:v>
                </ns0:pt>
                <ns0:pt idx="1759">
                  <ns0:v>2.8819529778</ns0:v>
                </ns0:pt>
                <ns0:pt idx="1760">
                  <ns0:v>2.88359138199</ns0:v>
                </ns0:pt>
                <ns0:pt idx="1761">
                  <ns0:v>2.88522978619</ns0:v>
                </ns0:pt>
                <ns0:pt idx="1762">
                  <ns0:v>2.88686819038</ns0:v>
                </ns0:pt>
                <ns0:pt idx="1763">
                  <ns0:v>2.88850659458</ns0:v>
                </ns0:pt>
                <ns0:pt idx="1764">
                  <ns0:v>2.89014499877</ns0:v>
                </ns0:pt>
                <ns0:pt idx="1765">
                  <ns0:v>2.89178340297</ns0:v>
                </ns0:pt>
                <ns0:pt idx="1766">
                  <ns0:v>2.89342180716</ns0:v>
                </ns0:pt>
                <ns0:pt idx="1767">
                  <ns0:v>2.89506021135</ns0:v>
                </ns0:pt>
                <ns0:pt idx="1768">
                  <ns0:v>2.89669861555</ns0:v>
                </ns0:pt>
                <ns0:pt idx="1769">
                  <ns0:v>2.89833701974</ns0:v>
                </ns0:pt>
                <ns0:pt idx="1770">
                  <ns0:v>2.89997542394</ns0:v>
                </ns0:pt>
                <ns0:pt idx="1771">
                  <ns0:v>2.90161382813</ns0:v>
                </ns0:pt>
                <ns0:pt idx="1772">
                  <ns0:v>2.90325223233</ns0:v>
                </ns0:pt>
                <ns0:pt idx="1773">
                  <ns0:v>2.90489063652</ns0:v>
                </ns0:pt>
                <ns0:pt idx="1774">
                  <ns0:v>2.90652904071</ns0:v>
                </ns0:pt>
                <ns0:pt idx="1775">
                  <ns0:v>2.90816744491</ns0:v>
                </ns0:pt>
                <ns0:pt idx="1776">
                  <ns0:v>2.9098058491</ns0:v>
                </ns0:pt>
                <ns0:pt idx="1777">
                  <ns0:v>2.9114442533</ns0:v>
                </ns0:pt>
                <ns0:pt idx="1778">
                  <ns0:v>2.91308265749</ns0:v>
                </ns0:pt>
                <ns0:pt idx="1779">
                  <ns0:v>2.91472106169</ns0:v>
                </ns0:pt>
                <ns0:pt idx="1780">
                  <ns0:v>2.91635946588</ns0:v>
                </ns0:pt>
                <ns0:pt idx="1781">
                  <ns0:v>2.91799787007</ns0:v>
                </ns0:pt>
                <ns0:pt idx="1782">
                  <ns0:v>2.91963627427</ns0:v>
                </ns0:pt>
                <ns0:pt idx="1783">
                  <ns0:v>2.92127467846</ns0:v>
                </ns0:pt>
                <ns0:pt idx="1784">
                  <ns0:v>2.92291308266</ns0:v>
                </ns0:pt>
                <ns0:pt idx="1785">
                  <ns0:v>2.92455148685</ns0:v>
                </ns0:pt>
                <ns0:pt idx="1786">
                  <ns0:v>2.92618989105</ns0:v>
                </ns0:pt>
                <ns0:pt idx="1787">
                  <ns0:v>2.92782829524</ns0:v>
                </ns0:pt>
                <ns0:pt idx="1788">
                  <ns0:v>2.92946669943</ns0:v>
                </ns0:pt>
                <ns0:pt idx="1789">
                  <ns0:v>2.93110510363</ns0:v>
                </ns0:pt>
                <ns0:pt idx="1790">
                  <ns0:v>2.93274350782</ns0:v>
                </ns0:pt>
                <ns0:pt idx="1791">
                  <ns0:v>2.93438191202</ns0:v>
                </ns0:pt>
                <ns0:pt idx="1792">
                  <ns0:v>2.93602031621</ns0:v>
                </ns0:pt>
                <ns0:pt idx="1793">
                  <ns0:v>2.93765872041</ns0:v>
                </ns0:pt>
                <ns0:pt idx="1794">
                  <ns0:v>2.9392971246</ns0:v>
                </ns0:pt>
                <ns0:pt idx="1795">
                  <ns0:v>2.94093552879</ns0:v>
                </ns0:pt>
                <ns0:pt idx="1796">
                  <ns0:v>2.94257393299</ns0:v>
                </ns0:pt>
                <ns0:pt idx="1797">
                  <ns0:v>2.94421233718</ns0:v>
                </ns0:pt>
                <ns0:pt idx="1798">
                  <ns0:v>2.94585074138</ns0:v>
                </ns0:pt>
                <ns0:pt idx="1799">
                  <ns0:v>2.94748914557</ns0:v>
                </ns0:pt>
                <ns0:pt idx="1800">
                  <ns0:v>2.94912754977</ns0:v>
                </ns0:pt>
                <ns0:pt idx="1801">
                  <ns0:v>2.95076595396</ns0:v>
                </ns0:pt>
                <ns0:pt idx="1802">
                  <ns0:v>2.95240435816</ns0:v>
                </ns0:pt>
                <ns0:pt idx="1803">
                  <ns0:v>2.95404276235</ns0:v>
                </ns0:pt>
                <ns0:pt idx="1804">
                  <ns0:v>2.95568116654</ns0:v>
                </ns0:pt>
                <ns0:pt idx="1805">
                  <ns0:v>2.95731957074</ns0:v>
                </ns0:pt>
                <ns0:pt idx="1806">
                  <ns0:v>2.95895797493</ns0:v>
                </ns0:pt>
                <ns0:pt idx="1807">
                  <ns0:v>2.96059637913</ns0:v>
                </ns0:pt>
                <ns0:pt idx="1808">
                  <ns0:v>2.96223478332</ns0:v>
                </ns0:pt>
                <ns0:pt idx="1809">
                  <ns0:v>2.96387318752</ns0:v>
                </ns0:pt>
                <ns0:pt idx="1810">
                  <ns0:v>2.96551159171</ns0:v>
                </ns0:pt>
                <ns0:pt idx="1811">
                  <ns0:v>2.9671499959</ns0:v>
                </ns0:pt>
                <ns0:pt idx="1812">
                  <ns0:v>2.9687884001</ns0:v>
                </ns0:pt>
                <ns0:pt idx="1813">
                  <ns0:v>2.97042680429</ns0:v>
                </ns0:pt>
                <ns0:pt idx="1814">
                  <ns0:v>2.97206520849</ns0:v>
                </ns0:pt>
                <ns0:pt idx="1815">
                  <ns0:v>2.97370361268</ns0:v>
                </ns0:pt>
                <ns0:pt idx="1816">
                  <ns0:v>2.97534201688</ns0:v>
                </ns0:pt>
                <ns0:pt idx="1817">
                  <ns0:v>2.97698042107</ns0:v>
                </ns0:pt>
                <ns0:pt idx="1818">
                  <ns0:v>2.97861882526</ns0:v>
                </ns0:pt>
                <ns0:pt idx="1819">
                  <ns0:v>2.98025722946</ns0:v>
                </ns0:pt>
                <ns0:pt idx="1820">
                  <ns0:v>2.98189563365</ns0:v>
                </ns0:pt>
                <ns0:pt idx="1821">
                  <ns0:v>2.98353403785</ns0:v>
                </ns0:pt>
                <ns0:pt idx="1822">
                  <ns0:v>2.98517244204</ns0:v>
                </ns0:pt>
                <ns0:pt idx="1823">
                  <ns0:v>2.98681084624</ns0:v>
                </ns0:pt>
                <ns0:pt idx="1824">
                  <ns0:v>2.98844925043</ns0:v>
                </ns0:pt>
                <ns0:pt idx="1825">
                  <ns0:v>2.99008765462</ns0:v>
                </ns0:pt>
                <ns0:pt idx="1826">
                  <ns0:v>2.99172605882</ns0:v>
                </ns0:pt>
                <ns0:pt idx="1827">
                  <ns0:v>2.99336446301</ns0:v>
                </ns0:pt>
                <ns0:pt idx="1828">
                  <ns0:v>2.99500286721</ns0:v>
                </ns0:pt>
                <ns0:pt idx="1829">
                  <ns0:v>2.9966412714</ns0:v>
                </ns0:pt>
                <ns0:pt idx="1830">
                  <ns0:v>2.9982796756</ns0:v>
                </ns0:pt>
                <ns0:pt idx="1831">
                  <ns0:v>2.99991807979</ns0:v>
                </ns0:pt>
                <ns0:pt idx="1832">
                  <ns0:v>3.00155648398</ns0:v>
                </ns0:pt>
                <ns0:pt idx="1833">
                  <ns0:v>3.00319488818</ns0:v>
                </ns0:pt>
                <ns0:pt idx="1834">
                  <ns0:v>3.00483329237</ns0:v>
                </ns0:pt>
                <ns0:pt idx="1835">
                  <ns0:v>3.00647169657</ns0:v>
                </ns0:pt>
                <ns0:pt idx="1836">
                  <ns0:v>3.00811010076</ns0:v>
                </ns0:pt>
                <ns0:pt idx="1837">
                  <ns0:v>3.00974850496</ns0:v>
                </ns0:pt>
                <ns0:pt idx="1838">
                  <ns0:v>3.01138690915</ns0:v>
                </ns0:pt>
                <ns0:pt idx="1839">
                  <ns0:v>3.01302531334</ns0:v>
                </ns0:pt>
                <ns0:pt idx="1840">
                  <ns0:v>3.01466371754</ns0:v>
                </ns0:pt>
                <ns0:pt idx="1841">
                  <ns0:v>3.01630212173</ns0:v>
                </ns0:pt>
                <ns0:pt idx="1842">
                  <ns0:v>3.01794052593</ns0:v>
                </ns0:pt>
                <ns0:pt idx="1843">
                  <ns0:v>3.01957893012</ns0:v>
                </ns0:pt>
                <ns0:pt idx="1844">
                  <ns0:v>3.02121733432</ns0:v>
                </ns0:pt>
                <ns0:pt idx="1845">
                  <ns0:v>3.02285573851</ns0:v>
                </ns0:pt>
                <ns0:pt idx="1846">
                  <ns0:v>3.02449414271</ns0:v>
                </ns0:pt>
                <ns0:pt idx="1847">
                  <ns0:v>3.0261325469</ns0:v>
                </ns0:pt>
                <ns0:pt idx="1848">
                  <ns0:v>3.02777095109</ns0:v>
                </ns0:pt>
                <ns0:pt idx="1849">
                  <ns0:v>3.02940935529</ns0:v>
                </ns0:pt>
                <ns0:pt idx="1850">
                  <ns0:v>3.03104775948</ns0:v>
                </ns0:pt>
                <ns0:pt idx="1851">
                  <ns0:v>3.03268616368</ns0:v>
                </ns0:pt>
                <ns0:pt idx="1852">
                  <ns0:v>3.03432456787</ns0:v>
                </ns0:pt>
                <ns0:pt idx="1853">
                  <ns0:v>3.03596297207</ns0:v>
                </ns0:pt>
                <ns0:pt idx="1854">
                  <ns0:v>3.03760137626</ns0:v>
                </ns0:pt>
                <ns0:pt idx="1855">
                  <ns0:v>3.03923978045</ns0:v>
                </ns0:pt>
                <ns0:pt idx="1856">
                  <ns0:v>3.04087818465</ns0:v>
                </ns0:pt>
                <ns0:pt idx="1857">
                  <ns0:v>3.04251658884</ns0:v>
                </ns0:pt>
                <ns0:pt idx="1858">
                  <ns0:v>3.04415499304</ns0:v>
                </ns0:pt>
                <ns0:pt idx="1859">
                  <ns0:v>3.04579339723</ns0:v>
                </ns0:pt>
                <ns0:pt idx="1860">
                  <ns0:v>3.04743180143</ns0:v>
                </ns0:pt>
                <ns0:pt idx="1861">
                  <ns0:v>3.04907020562</ns0:v>
                </ns0:pt>
                <ns0:pt idx="1862">
                  <ns0:v>3.05070860981</ns0:v>
                </ns0:pt>
                <ns0:pt idx="1863">
                  <ns0:v>3.05234701401</ns0:v>
                </ns0:pt>
                <ns0:pt idx="1864">
                  <ns0:v>3.0539854182</ns0:v>
                </ns0:pt>
                <ns0:pt idx="1865">
                  <ns0:v>3.0556238224</ns0:v>
                </ns0:pt>
                <ns0:pt idx="1866">
                  <ns0:v>3.05726222659</ns0:v>
                </ns0:pt>
                <ns0:pt idx="1867">
                  <ns0:v>3.05890063079</ns0:v>
                </ns0:pt>
                <ns0:pt idx="1868">
                  <ns0:v>3.06053903498</ns0:v>
                </ns0:pt>
                <ns0:pt idx="1869">
                  <ns0:v>3.06217743917</ns0:v>
                </ns0:pt>
                <ns0:pt idx="1870">
                  <ns0:v>3.06381584337</ns0:v>
                </ns0:pt>
                <ns0:pt idx="1871">
                  <ns0:v>3.06545424756</ns0:v>
                </ns0:pt>
                <ns0:pt idx="1872">
                  <ns0:v>3.06709265176</ns0:v>
                </ns0:pt>
                <ns0:pt idx="1873">
                  <ns0:v>3.06873105595</ns0:v>
                </ns0:pt>
                <ns0:pt idx="1874">
                  <ns0:v>3.07036946015</ns0:v>
                </ns0:pt>
                <ns0:pt idx="1875">
                  <ns0:v>3.07200786434</ns0:v>
                </ns0:pt>
                <ns0:pt idx="1876">
                  <ns0:v>3.07364626853</ns0:v>
                </ns0:pt>
                <ns0:pt idx="1877">
                  <ns0:v>3.07528467273</ns0:v>
                </ns0:pt>
                <ns0:pt idx="1878">
                  <ns0:v>3.07692307692</ns0:v>
                </ns0:pt>
                <ns0:pt idx="1879">
                  <ns0:v>3.07856148112</ns0:v>
                </ns0:pt>
                <ns0:pt idx="1880">
                  <ns0:v>3.08019988531</ns0:v>
                </ns0:pt>
                <ns0:pt idx="1881">
                  <ns0:v>3.08183828951</ns0:v>
                </ns0:pt>
                <ns0:pt idx="1882">
                  <ns0:v>3.0834766937</ns0:v>
                </ns0:pt>
                <ns0:pt idx="1883">
                  <ns0:v>3.08511509789</ns0:v>
                </ns0:pt>
                <ns0:pt idx="1884">
                  <ns0:v>3.08675350209</ns0:v>
                </ns0:pt>
                <ns0:pt idx="1885">
                  <ns0:v>3.08839190628</ns0:v>
                </ns0:pt>
                <ns0:pt idx="1886">
                  <ns0:v>3.09003031048</ns0:v>
                </ns0:pt>
                <ns0:pt idx="1887">
                  <ns0:v>3.09166871467</ns0:v>
                </ns0:pt>
                <ns0:pt idx="1888">
                  <ns0:v>3.09330711887</ns0:v>
                </ns0:pt>
                <ns0:pt idx="1889">
                  <ns0:v>3.09494552306</ns0:v>
                </ns0:pt>
                <ns0:pt idx="1890">
                  <ns0:v>3.09658392725</ns0:v>
                </ns0:pt>
                <ns0:pt idx="1891">
                  <ns0:v>3.09822233145</ns0:v>
                </ns0:pt>
                <ns0:pt idx="1892">
                  <ns0:v>3.09986073564</ns0:v>
                </ns0:pt>
                <ns0:pt idx="1893">
                  <ns0:v>3.10149913984</ns0:v>
                </ns0:pt>
                <ns0:pt idx="1894">
                  <ns0:v>3.10313754403</ns0:v>
                </ns0:pt>
                <ns0:pt idx="1895">
                  <ns0:v>3.10477594823</ns0:v>
                </ns0:pt>
                <ns0:pt idx="1896">
                  <ns0:v>3.10641435242</ns0:v>
                </ns0:pt>
                <ns0:pt idx="1897">
                  <ns0:v>3.10805275662</ns0:v>
                </ns0:pt>
                <ns0:pt idx="1898">
                  <ns0:v>3.10969116081</ns0:v>
                </ns0:pt>
                <ns0:pt idx="1899">
                  <ns0:v>3.111329565</ns0:v>
                </ns0:pt>
                <ns0:pt idx="1900">
                  <ns0:v>3.1129679692</ns0:v>
                </ns0:pt>
                <ns0:pt idx="1901">
                  <ns0:v>3.11460637339</ns0:v>
                </ns0:pt>
                <ns0:pt idx="1902">
                  <ns0:v>3.11624477759</ns0:v>
                </ns0:pt>
                <ns0:pt idx="1903">
                  <ns0:v>3.11788318178</ns0:v>
                </ns0:pt>
                <ns0:pt idx="1904">
                  <ns0:v>3.11952158598</ns0:v>
                </ns0:pt>
                <ns0:pt idx="1905">
                  <ns0:v>3.12115999017</ns0:v>
                </ns0:pt>
                <ns0:pt idx="1906">
                  <ns0:v>3.12279839436</ns0:v>
                </ns0:pt>
                <ns0:pt idx="1907">
                  <ns0:v>3.12443679856</ns0:v>
                </ns0:pt>
                <ns0:pt idx="1908">
                  <ns0:v>3.12607520275</ns0:v>
                </ns0:pt>
                <ns0:pt idx="1909">
                  <ns0:v>3.12771360695</ns0:v>
                </ns0:pt>
                <ns0:pt idx="1910">
                  <ns0:v>3.12935201114</ns0:v>
                </ns0:pt>
                <ns0:pt idx="1911">
                  <ns0:v>3.13099041534</ns0:v>
                </ns0:pt>
                <ns0:pt idx="1912">
                  <ns0:v>3.13262881953</ns0:v>
                </ns0:pt>
                <ns0:pt idx="1913">
                  <ns0:v>3.13426722372</ns0:v>
                </ns0:pt>
                <ns0:pt idx="1914">
                  <ns0:v>3.13590562792</ns0:v>
                </ns0:pt>
                <ns0:pt idx="1915">
                  <ns0:v>3.13754403211</ns0:v>
                </ns0:pt>
                <ns0:pt idx="1916">
                  <ns0:v>3.13918243631</ns0:v>
                </ns0:pt>
                <ns0:pt idx="1917">
                  <ns0:v>3.1408208405</ns0:v>
                </ns0:pt>
                <ns0:pt idx="1918">
                  <ns0:v>3.1424592447</ns0:v>
                </ns0:pt>
                <ns0:pt idx="1919">
                  <ns0:v>3.14409764889</ns0:v>
                </ns0:pt>
                <ns0:pt idx="1920">
                  <ns0:v>3.14573605308</ns0:v>
                </ns0:pt>
                <ns0:pt idx="1921">
                  <ns0:v>3.14737445728</ns0:v>
                </ns0:pt>
                <ns0:pt idx="1922">
                  <ns0:v>3.14901286147</ns0:v>
                </ns0:pt>
                <ns0:pt idx="1923">
                  <ns0:v>3.15065126567</ns0:v>
                </ns0:pt>
                <ns0:pt idx="1924">
                  <ns0:v>3.15228966986</ns0:v>
                </ns0:pt>
                <ns0:pt idx="1925">
                  <ns0:v>3.15392807406</ns0:v>
                </ns0:pt>
                <ns0:pt idx="1926">
                  <ns0:v>3.15556647825</ns0:v>
                </ns0:pt>
                <ns0:pt idx="1927">
                  <ns0:v>3.15720488244</ns0:v>
                </ns0:pt>
                <ns0:pt idx="1928">
                  <ns0:v>3.15884328664</ns0:v>
                </ns0:pt>
                <ns0:pt idx="1929">
                  <ns0:v>3.16048169083</ns0:v>
                </ns0:pt>
                <ns0:pt idx="1930">
                  <ns0:v>3.16212009503</ns0:v>
                </ns0:pt>
                <ns0:pt idx="1931">
                  <ns0:v>3.16375849922</ns0:v>
                </ns0:pt>
                <ns0:pt idx="1932">
                  <ns0:v>3.16539690342</ns0:v>
                </ns0:pt>
                <ns0:pt idx="1933">
                  <ns0:v>3.16703530761</ns0:v>
                </ns0:pt>
                <ns0:pt idx="1934">
                  <ns0:v>3.1686737118</ns0:v>
                </ns0:pt>
                <ns0:pt idx="1935">
                  <ns0:v>3.170312116</ns0:v>
                </ns0:pt>
                <ns0:pt idx="1936">
                  <ns0:v>3.17195052019</ns0:v>
                </ns0:pt>
                <ns0:pt idx="1937">
                  <ns0:v>3.17358892439</ns0:v>
                </ns0:pt>
                <ns0:pt idx="1938">
                  <ns0:v>3.17522732858</ns0:v>
                </ns0:pt>
                <ns0:pt idx="1939">
                  <ns0:v>3.17686573278</ns0:v>
                </ns0:pt>
                <ns0:pt idx="1940">
                  <ns0:v>3.17850413697</ns0:v>
                </ns0:pt>
                <ns0:pt idx="1941">
                  <ns0:v>3.18014254116</ns0:v>
                </ns0:pt>
                <ns0:pt idx="1942">
                  <ns0:v>3.18178094536</ns0:v>
                </ns0:pt>
                <ns0:pt idx="1943">
                  <ns0:v>3.18341934955</ns0:v>
                </ns0:pt>
                <ns0:pt idx="1944">
                  <ns0:v>3.18505775375</ns0:v>
                </ns0:pt>
                <ns0:pt idx="1945">
                  <ns0:v>3.18669615794</ns0:v>
                </ns0:pt>
                <ns0:pt idx="1946">
                  <ns0:v>3.18833456214</ns0:v>
                </ns0:pt>
                <ns0:pt idx="1947">
                  <ns0:v>3.18997296633</ns0:v>
                </ns0:pt>
                <ns0:pt idx="1948">
                  <ns0:v>3.19161137053</ns0:v>
                </ns0:pt>
                <ns0:pt idx="1949">
                  <ns0:v>3.19324977472</ns0:v>
                </ns0:pt>
                <ns0:pt idx="1950">
                  <ns0:v>3.19488817891</ns0:v>
                </ns0:pt>
                <ns0:pt idx="1951">
                  <ns0:v>3.19652658311</ns0:v>
                </ns0:pt>
                <ns0:pt idx="1952">
                  <ns0:v>3.1981649873</ns0:v>
                </ns0:pt>
                <ns0:pt idx="1953">
                  <ns0:v>3.1998033915</ns0:v>
                </ns0:pt>
                <ns0:pt idx="1954">
                  <ns0:v>3.20144179569</ns0:v>
                </ns0:pt>
                <ns0:pt idx="1955">
                  <ns0:v>3.20308019989</ns0:v>
                </ns0:pt>
                <ns0:pt idx="1956">
                  <ns0:v>3.20471860408</ns0:v>
                </ns0:pt>
                <ns0:pt idx="1957">
                  <ns0:v>3.20635700827</ns0:v>
                </ns0:pt>
                <ns0:pt idx="1958">
                  <ns0:v>3.20799541247</ns0:v>
                </ns0:pt>
                <ns0:pt idx="1959">
                  <ns0:v>3.20963381666</ns0:v>
                </ns0:pt>
                <ns0:pt idx="1960">
                  <ns0:v>3.21127222086</ns0:v>
                </ns0:pt>
                <ns0:pt idx="1961">
                  <ns0:v>3.21291062505</ns0:v>
                </ns0:pt>
                <ns0:pt idx="1962">
                  <ns0:v>3.21454902925</ns0:v>
                </ns0:pt>
                <ns0:pt idx="1963">
                  <ns0:v>3.21618743344</ns0:v>
                </ns0:pt>
                <ns0:pt idx="1964">
                  <ns0:v>3.21782583763</ns0:v>
                </ns0:pt>
                <ns0:pt idx="1965">
                  <ns0:v>3.21946424183</ns0:v>
                </ns0:pt>
                <ns0:pt idx="1966">
                  <ns0:v>3.22110264602</ns0:v>
                </ns0:pt>
                <ns0:pt idx="1967">
                  <ns0:v>3.22274105022</ns0:v>
                </ns0:pt>
                <ns0:pt idx="1968">
                  <ns0:v>3.22437945441</ns0:v>
                </ns0:pt>
                <ns0:pt idx="1969">
                  <ns0:v>3.22601785861</ns0:v>
                </ns0:pt>
                <ns0:pt idx="1970">
                  <ns0:v>3.2276562628</ns0:v>
                </ns0:pt>
                <ns0:pt idx="1971">
                  <ns0:v>3.22929466699</ns0:v>
                </ns0:pt>
                <ns0:pt idx="1972">
                  <ns0:v>3.23093307119</ns0:v>
                </ns0:pt>
                <ns0:pt idx="1973">
                  <ns0:v>3.23257147538</ns0:v>
                </ns0:pt>
                <ns0:pt idx="1974">
                  <ns0:v>3.23420987958</ns0:v>
                </ns0:pt>
                <ns0:pt idx="1975">
                  <ns0:v>3.23584828377</ns0:v>
                </ns0:pt>
                <ns0:pt idx="1976">
                  <ns0:v>3.23748668797</ns0:v>
                </ns0:pt>
                <ns0:pt idx="1977">
                  <ns0:v>3.23912509216</ns0:v>
                </ns0:pt>
                <ns0:pt idx="1978">
                  <ns0:v>3.24076349635</ns0:v>
                </ns0:pt>
                <ns0:pt idx="1979">
                  <ns0:v>3.24240190055</ns0:v>
                </ns0:pt>
                <ns0:pt idx="1980">
                  <ns0:v>3.24404030474</ns0:v>
                </ns0:pt>
                <ns0:pt idx="1981">
                  <ns0:v>3.24567870894</ns0:v>
                </ns0:pt>
                <ns0:pt idx="1982">
                  <ns0:v>3.24731711313</ns0:v>
                </ns0:pt>
                <ns0:pt idx="1983">
                  <ns0:v>3.24895551733</ns0:v>
                </ns0:pt>
                <ns0:pt idx="1984">
                  <ns0:v>3.25059392152</ns0:v>
                </ns0:pt>
                <ns0:pt idx="1985">
                  <ns0:v>3.25223232571</ns0:v>
                </ns0:pt>
                <ns0:pt idx="1986">
                  <ns0:v>3.25387072991</ns0:v>
                </ns0:pt>
                <ns0:pt idx="1987">
                  <ns0:v>3.2555091341</ns0:v>
                </ns0:pt>
                <ns0:pt idx="1988">
                  <ns0:v>3.2571475383</ns0:v>
                </ns0:pt>
                <ns0:pt idx="1989">
                  <ns0:v>3.25878594249</ns0:v>
                </ns0:pt>
                <ns0:pt idx="1990">
                  <ns0:v>3.26042434669</ns0:v>
                </ns0:pt>
                <ns0:pt idx="1991">
                  <ns0:v>3.26206275088</ns0:v>
                </ns0:pt>
                <ns0:pt idx="1992">
                  <ns0:v>3.26370115507</ns0:v>
                </ns0:pt>
                <ns0:pt idx="1993">
                  <ns0:v>3.26533955927</ns0:v>
                </ns0:pt>
                <ns0:pt idx="1994">
                  <ns0:v>3.26697796346</ns0:v>
                </ns0:pt>
                <ns0:pt idx="1995">
                  <ns0:v>3.26861636766</ns0:v>
                </ns0:pt>
                <ns0:pt idx="1996">
                  <ns0:v>3.27025477185</ns0:v>
                </ns0:pt>
                <ns0:pt idx="1997">
                  <ns0:v>3.27189317605</ns0:v>
                </ns0:pt>
                <ns0:pt idx="1998">
                  <ns0:v>3.27353158024</ns0:v>
                </ns0:pt>
              </ns0:numCache>
            </ns0:numRef>
          </ns0:xVal>
          <ns0:yVal>
            <ns0:numRef>
              <ns0:f>'Chart Data'!$B$2:$B$2000</ns0:f>
              <ns0:numCache>
                <ns0:formatCode>0</ns0:formatCode>
                <ns0:ptCount val="1999"/>
                <ns0:pt idx="0">
                  <ns0:v>24.1681580119</ns0:v>
                </ns0:pt>
                <ns0:pt idx="1">
                  <ns0:v>100.269019361</ns0:v>
                </ns0:pt>
                <ns0:pt idx="2">
                  <ns0:v>131.414876529</ns0:v>
                </ns0:pt>
                <ns0:pt idx="3">
                  <ns0:v>105.263009388</ns0:v>
                </ns0:pt>
                <ns0:pt idx="4">
                  <ns0:v>39.2434101179</ns0:v>
                </ns0:pt>
                <ns0:pt idx="5">
                  <ns0:v>-31.4115383155</ns0:v>
                </ns0:pt>
                <ns0:pt idx="6">
                  <ns0:v>-89.6435622689</ns0:v>
                </ns0:pt>
                <ns0:pt idx="7">
                  <ns0:v>-127.184301874</ns0:v>
                </ns0:pt>
                <ns0:pt idx="8">
                  <ns0:v>-121.780753204</ns0:v>
                </ns0:pt>
                <ns0:pt idx="9">
                  <ns0:v>-62.6971544117</ns0:v>
                </ns0:pt>
                <ns0:pt idx="10">
                  <ns0:v>26.4953079299</ns0:v>
                </ns0:pt>
                <ns0:pt idx="11">
                  <ns0:v>105.877249586</ns0:v>
                </ns0:pt>
                <ns0:pt idx="12">
                  <ns0:v>139.52000212</ns0:v>
                </ns0:pt>
                <ns0:pt idx="13">
                  <ns0:v>112.076687297</ns0:v>
                </ns0:pt>
                <ns0:pt idx="14">
                  <ns0:v>42.2444364611</ns0:v>
                </ns0:pt>
                <ns0:pt idx="15">
                  <ns0:v>-37.9982411191</ns0:v>
                </ns0:pt>
                <ns0:pt idx="16">
                  <ns0:v>-105.281767213</ns0:v>
                </ns0:pt>
                <ns0:pt idx="17">
                  <ns0:v>-129.288690873</ns0:v>
                </ns0:pt>
                <ns0:pt idx="18">
                  <ns0:v>-80.2391531354</ns0:v>
                </ns0:pt>
                <ns0:pt idx="19">
                  <ns0:v>18.9872563791</ns0:v>
                </ns0:pt>
                <ns0:pt idx="20">
                  <ns0:v>93.1177822584</ns0:v>
                </ns0:pt>
                <ns0:pt idx="21">
                  <ns0:v>96.2035107709</ns0:v>
                </ns0:pt>
                <ns0:pt idx="22">
                  <ns0:v>50.5230247935</ns0:v>
                </ns0:pt>
                <ns0:pt idx="23">
                  <ns0:v>-7.44584867224</ns0:v>
                </ns0:pt>
                <ns0:pt idx="24">
                  <ns0:v>-60.1150239924</ns0:v>
                </ns0:pt>
                <ns0:pt idx="25">
                  <ns0:v>-80.4223904228</ns0:v>
                </ns0:pt>
                <ns0:pt idx="26">
                  <ns0:v>-44.819124237</ns0:v>
                </ns0:pt>
                <ns0:pt idx="27">
                  <ns0:v>21.3234631694</ns0:v>
                </ns0:pt>
                <ns0:pt idx="28">
                  <ns0:v>65.5701108859</ns0:v>
                </ns0:pt>
                <ns0:pt idx="29">
                  <ns0:v>62.977916917</ns0:v>
                </ns0:pt>
                <ns0:pt idx="30">
                  <ns0:v>28.4635967398</ns0:v>
                </ns0:pt>
                <ns0:pt idx="31">
                  <ns0:v>-8.99101018318</ns0:v>
                </ns0:pt>
                <ns0:pt idx="32">
                  <ns0:v>-31.7259589732</ns0:v>
                </ns0:pt>
                <ns0:pt idx="33">
                  <ns0:v>-31.475470917</ns0:v>
                </ns0:pt>
                <ns0:pt idx="34">
                  <ns0:v>-10.3040375025</ns0:v>
                </ns0:pt>
                <ns0:pt idx="35">
                  <ns0:v>4.07876729249</ns0:v>
                </ns0:pt>
                <ns0:pt idx="36">
                  <ns0:v>-14.3486196679</ns0:v>
                </ns0:pt>
                <ns0:pt idx="37">
                  <ns0:v>-49.8898956989</ns0:v>
                </ns0:pt>
                <ns0:pt idx="38">
                  <ns0:v>-74.8093674689</ns0:v>
                </ns0:pt>
                <ns0:pt idx="39">
                  <ns0:v>-88.8582234637</ns0:v>
                </ns0:pt>
                <ns0:pt idx="40">
                  <ns0:v>-91.3942739562</ns0:v>
                </ns0:pt>
                <ns0:pt idx="41">
                  <ns0:v>-57.1634381806</ns0:v>
                </ns0:pt>
                <ns0:pt idx="42">
                  <ns0:v>21.2907209107</ns0:v>
                </ns0:pt>
                <ns0:pt idx="43">
                  <ns0:v>99.3766891336</ns0:v>
                </ns0:pt>
                <ns0:pt idx="44">
                  <ns0:v>125.077944107</ns0:v>
                </ns0:pt>
                <ns0:pt idx="45">
                  <ns0:v>94.446711748</ns0:v>
                </ns0:pt>
                <ns0:pt idx="46">
                  <ns0:v>30.3772461802</ns0:v>
                </ns0:pt>
                <ns0:pt idx="47">
                  <ns0:v>-52.6375498608</ns0:v>
                </ns0:pt>
                <ns0:pt idx="48">
                  <ns0:v>-124.625209538</ns0:v>
                </ns0:pt>
                <ns0:pt idx="49">
                  <ns0:v>-143.521481416</ns0:v>
                </ns0:pt>
                <ns0:pt idx="50">
                  <ns0:v>-107.886365229</ns0:v>
                </ns0:pt>
                <ns0:pt idx="51">
                  <ns0:v>-39.8375119355</ns0:v>
                </ns0:pt>
                <ns0:pt idx="52">
                  <ns0:v>56.3775181456</ns0:v>
                </ns0:pt>
                <ns0:pt idx="53">
                  <ns0:v>150.429939547</ns0:v>
                </ns0:pt>
                <ns0:pt idx="54">
                  <ns0:v>172.522803898</ns0:v>
                </ns0:pt>
                <ns0:pt idx="55">
                  <ns0:v>102.210611885</ns0:v>
                </ns0:pt>
                <ns0:pt idx="56">
                  <ns0:v>-3.22756740587</ns0:v>
                </ns0:pt>
                <ns0:pt idx="57">
                  <ns0:v>-81.3907263956</ns0:v>
                </ns0:pt>
                <ns0:pt idx="58">
                  <ns0:v>-92.9020433693</ns0:v>
                </ns0:pt>
                <ns0:pt idx="59">
                  <ns0:v>-20.7035841824</ns0:v>
                </ns0:pt>
                <ns0:pt idx="60">
                  <ns0:v>82.2969884132</ns0:v>
                </ns0:pt>
                <ns0:pt idx="61">
                  <ns0:v>121.915638826</ns0:v>
                </ns0:pt>
                <ns0:pt idx="62">
                  <ns0:v>70.9635455114</ns0:v>
                </ns0:pt>
                <ns0:pt idx="63">
                  <ns0:v>-16.2968979469</ns0:v>
                </ns0:pt>
                <ns0:pt idx="64">
                  <ns0:v>-81.4970962993</ns0:v>
                </ns0:pt>
                <ns0:pt idx="65">
                  <ns0:v>-104.770484208</ns0:v>
                </ns0:pt>
                <ns0:pt idx="66">
                  <ns0:v>-93.4974779331</ns0:v>
                </ns0:pt>
                <ns0:pt idx="67">
                  <ns0:v>-67.7704366577</ns0:v>
                </ns0:pt>
                <ns0:pt idx="68">
                  <ns0:v>-36.7224404459</ns0:v>
                </ns0:pt>
                <ns0:pt idx="69">
                  <ns0:v>4.17622912299</ns0:v>
                </ns0:pt>
                <ns0:pt idx="70">
                  <ns0:v>43.8285591757</ns0:v>
                </ns0:pt>
                <ns0:pt idx="71">
                  <ns0:v>60.1401017521</ns0:v>
                </ns0:pt>
                <ns0:pt idx="72">
                  <ns0:v>46.5700610032</ns0:v>
                </ns0:pt>
                <ns0:pt idx="73">
                  <ns0:v>15.2065079957</ns0:v>
                </ns0:pt>
                <ns0:pt idx="74">
                  <ns0:v>-12.3053672438</ns0:v>
                </ns0:pt>
                <ns0:pt idx="75">
                  <ns0:v>-18.8758713532</ns0:v>
                </ns0:pt>
                <ns0:pt idx="76">
                  <ns0:v>-9.44995241648</ns0:v>
                </ns0:pt>
                <ns0:pt idx="77">
                  <ns0:v>-3.83006858628</ns0:v>
                </ns0:pt>
                <ns0:pt idx="78">
                  <ns0:v>-9.25934285642</ns0:v>
                </ns0:pt>
                <ns0:pt idx="79">
                  <ns0:v>-13.9229423705</ns0:v>
                </ns0:pt>
                <ns0:pt idx="80">
                  <ns0:v>-7.88072680648</ns0:v>
                </ns0:pt>
                <ns0:pt idx="81">
                  <ns0:v>4.87476162079</ns0:v>
                </ns0:pt>
                <ns0:pt idx="82">
                  <ns0:v>21.8244849423</ns0:v>
                </ns0:pt>
                <ns0:pt idx="83">
                  <ns0:v>47.3766447813</ns0:v>
                </ns0:pt>
                <ns0:pt idx="84">
                  <ns0:v>66.7137687835</ns0:v>
                </ns0:pt>
                <ns0:pt idx="85">
                  <ns0:v>49.2384358385</ns0:v>
                </ns0:pt>
                <ns0:pt idx="86">
                  <ns0:v>-5.44846076536</ns0:v>
                </ns0:pt>
                <ns0:pt idx="87">
                  <ns0:v>-62.8323913501</ns0:v>
                </ns0:pt>
                <ns0:pt idx="88">
                  <ns0:v>-90.9718149104</ns0:v>
                </ns0:pt>
                <ns0:pt idx="89">
                  <ns0:v>-73.1868352355</ns0:v>
                </ns0:pt>
                <ns0:pt idx="90">
                  <ns0:v>-15.7144008513</ns0:v>
                </ns0:pt>
                <ns0:pt idx="91">
                  <ns0:v>47.7114020389</ns0:v>
                </ns0:pt>
                <ns0:pt idx="92">
                  <ns0:v>87.811337119</ns0:v>
                </ns0:pt>
                <ns0:pt idx="93">
                  <ns0:v>96.8330133563</ns0:v>
                </ns0:pt>
                <ns0:pt idx="94">
                  <ns0:v>70.6338818045</ns0:v>
                </ns0:pt>
                <ns0:pt idx="95">
                  <ns0:v>14.2970422303</ns0:v>
                </ns0:pt>
                <ns0:pt idx="96">
                  <ns0:v>-43.761089237</ns0:v>
                </ns0:pt>
                <ns0:pt idx="97">
                  <ns0:v>-68.6075774422</ns0:v>
                </ns0:pt>
                <ns0:pt idx="98">
                  <ns0:v>-43.911169562</ns0:v>
                </ns0:pt>
                <ns0:pt idx="99">
                  <ns0:v>9.06769438823</ns0:v>
                </ns0:pt>
                <ns0:pt idx="100">
                  <ns0:v>41.4620693414</ns0:v>
                </ns0:pt>
                <ns0:pt idx="101">
                  <ns0:v>32.3107245844</ns0:v>
                </ns0:pt>
                <ns0:pt idx="102">
                  <ns0:v>3.34106516478</ns0:v>
                </ns0:pt>
                <ns0:pt idx="103">
                  <ns0:v>-32.2339619509</ns0:v>
                </ns0:pt>
                <ns0:pt idx="104">
                  <ns0:v>-72.5797169841</ns0:v>
                </ns0:pt>
                <ns0:pt idx="105">
                  <ns0:v>-87.7312004514</ns0:v>
                </ns0:pt>
                <ns0:pt idx="106">
                  <ns0:v>-51.9404387441</ns0:v>
                </ns0:pt>
                <ns0:pt idx="107">
                  <ns0:v>9.09405762214</ns0:v>
                </ns0:pt>
                <ns0:pt idx="108">
                  <ns0:v>56.6959424136</ns0:v>
                </ns0:pt>
                <ns0:pt idx="109">
                  <ns0:v>77.8525431852</ns0:v>
                </ns0:pt>
                <ns0:pt idx="110">
                  <ns0:v>65.5045151719</ns0:v>
                </ns0:pt>
                <ns0:pt idx="111">
                  <ns0:v>17.2784727464</ns0:v>
                </ns0:pt>
                <ns0:pt idx="112">
                  <ns0:v>-44.5243644053</ns0:v>
                </ns0:pt>
                <ns0:pt idx="113">
                  <ns0:v>-87.7392071348</ns0:v>
                </ns0:pt>
                <ns0:pt idx="114">
                  <ns0:v>-92.8522482984</ns0:v>
                </ns0:pt>
                <ns0:pt idx="115">
                  <ns0:v>-53.4796842802</ns0:v>
                </ns0:pt>
                <ns0:pt idx="116">
                  <ns0:v>17.4699939027</ns0:v>
                </ns0:pt>
                <ns0:pt idx="117">
                  <ns0:v>82.7485481674</ns0:v>
                </ns0:pt>
                <ns0:pt idx="118">
                  <ns0:v>102.023822756</ns0:v>
                </ns0:pt>
                <ns0:pt idx="119">
                  <ns0:v>62.0550028244</ns0:v>
                </ns0:pt>
                <ns0:pt idx="120">
                  <ns0:v>-9.50007194472</ns0:v>
                </ns0:pt>
                <ns0:pt idx="121">
                  <ns0:v>-63.2213147208</ns0:v>
                </ns0:pt>
                <ns0:pt idx="122">
                  <ns0:v>-68.1547574612</ns0:v>
                </ns0:pt>
                <ns0:pt idx="123">
                  <ns0:v>-33.1480028872</ns0:v>
                </ns0:pt>
                <ns0:pt idx="124">
                  <ns0:v>9.29275014531</ns0:v>
                </ns0:pt>
                <ns0:pt idx="125">
                  <ns0:v>40.5428521286</ns0:v>
                </ns0:pt>
                <ns0:pt idx="126">
                  <ns0:v>64.6558932171</ns0:v>
                </ns0:pt>
                <ns0:pt idx="127">
                  <ns0:v>76.238684277</ns0:v>
                </ns0:pt>
                <ns0:pt idx="128">
                  <ns0:v>50.23314364</ns0:v>
                </ns0:pt>
                <ns0:pt idx="129">
                  <ns0:v>-15.5230204364</ns0:v>
                </ns0:pt>
                <ns0:pt idx="130">
                  <ns0:v>-76.0590267639</ns0:v>
                </ns0:pt>
                <ns0:pt idx="131">
                  <ns0:v>-79.4454783548</ns0:v>
                </ns0:pt>
                <ns0:pt idx="132">
                  <ns0:v>-17.788478335</ns0:v>
                </ns0:pt>
                <ns0:pt idx="133">
                  <ns0:v>64.3876781865</ns0:v>
                </ns0:pt>
                <ns0:pt idx="134">
                  <ns0:v>109.578076711</ns0:v>
                </ns0:pt>
                <ns0:pt idx="135">
                  <ns0:v>96.5556458351</ns0:v>
                </ns0:pt>
                <ns0:pt idx="136">
                  <ns0:v>43.1677115394</ns0:v>
                </ns0:pt>
                <ns0:pt idx="137">
                  <ns0:v>-25.5116005217</ns0:v>
                </ns0:pt>
                <ns0:pt idx="138">
                  <ns0:v>-83.8911983134</ns0:v>
                </ns0:pt>
                <ns0:pt idx="139">
                  <ns0:v>-98.7214690059</ns0:v>
                </ns0:pt>
                <ns0:pt idx="140">
                  <ns0:v>-60.5042847127</ns0:v>
                </ns0:pt>
                <ns0:pt idx="141">
                  <ns0:v>-2.14852809001</ns0:v>
                </ns0:pt>
                <ns0:pt idx="142">
                  <ns0:v>41.9989613783</ns0:v>
                </ns0:pt>
                <ns0:pt idx="143">
                  <ns0:v>64.1882685267</ns0:v>
                </ns0:pt>
                <ns0:pt idx="144">
                  <ns0:v>64.2178086492</ns0:v>
                </ns0:pt>
                <ns0:pt idx="145">
                  <ns0:v>34.9681516701</ns0:v>
                </ns0:pt>
                <ns0:pt idx="146">
                  <ns0:v>-19.7266748002</ns0:v>
                </ns0:pt>
                <ns0:pt idx="147">
                  <ns0:v>-65.749931702</ns0:v>
                </ns0:pt>
                <ns0:pt idx="148">
                  <ns0:v>-73.6587847705</ns0:v>
                </ns0:pt>
                <ns0:pt idx="149">
                  <ns0:v>-60.5546373775</ns0:v>
                </ns0:pt>
                <ns0:pt idx="150">
                  <ns0:v>-49.8372954686</ns0:v>
                </ns0:pt>
                <ns0:pt idx="151">
                  <ns0:v>-33.1192449002</ns0:v>
                </ns0:pt>
                <ns0:pt idx="152">
                  <ns0:v>-8.65308624336</ns0:v>
                </ns0:pt>
                <ns0:pt idx="153">
                  <ns0:v>9.13564241801</ns0:v>
                </ns0:pt>
                <ns0:pt idx="154">
                  <ns0:v>23.6778207699</ns0:v>
                </ns0:pt>
                <ns0:pt idx="155">
                  <ns0:v>42.687891765</ns0:v>
                </ns0:pt>
                <ns0:pt idx="156">
                  <ns0:v>54.5490779733</ns0:v>
                </ns0:pt>
                <ns0:pt idx="157">
                  <ns0:v>40.4901901225</ns0:v>
                </ns0:pt>
                <ns0:pt idx="158">
                  <ns0:v>-4.98339896565</ns0:v>
                </ns0:pt>
                <ns0:pt idx="159">
                  <ns0:v>-55.6296944527</ns0:v>
                </ns0:pt>
                <ns0:pt idx="160">
                  <ns0:v>-68.4594062587</ns0:v>
                </ns0:pt>
                <ns0:pt idx="161">
                  <ns0:v>-30.6854715291</ns0:v>
                </ns0:pt>
                <ns0:pt idx="162">
                  <ns0:v>30.5615562183</ns0:v>
                </ns0:pt>
                <ns0:pt idx="163">
                  <ns0:v>76.5176058629</ns0:v>
                </ns0:pt>
                <ns0:pt idx="164">
                  <ns0:v>82.1567820129</ns0:v>
                </ns0:pt>
                <ns0:pt idx="165">
                  <ns0:v>48.3976465204</ns0:v>
                </ns0:pt>
                <ns0:pt idx="166">
                  <ns0:v>-10.3920820122</ns0:v>
                </ns0:pt>
                <ns0:pt idx="167">
                  <ns0:v>-75.7670092415</ns0:v>
                </ns0:pt>
                <ns0:pt idx="168">
                  <ns0:v>-110.899592028</ns0:v>
                </ns0:pt>
                <ns0:pt idx="169">
                  <ns0:v>-86.1171852235</ns0:v>
                </ns0:pt>
                <ns0:pt idx="170">
                  <ns0:v>-19.6958218072</ns0:v>
                </ns0:pt>
                <ns0:pt idx="171">
                  <ns0:v>51.6881457595</ns0:v>
                </ns0:pt>
                <ns0:pt idx="172">
                  <ns0:v>101.839313424</ns0:v>
                </ns0:pt>
                <ns0:pt idx="173">
                  <ns0:v>105.057714373</ns0:v>
                </ns0:pt>
                <ns0:pt idx="174">
                  <ns0:v>69.9767793944</ns0:v>
                </ns0:pt>
                <ns0:pt idx="175">
                  <ns0:v>46.6018610464</ns0:v>
                </ns0:pt>
                <ns0:pt idx="176">
                  <ns0:v>44.2736904844</ns0:v>
                </ns0:pt>
                <ns0:pt idx="177">
                  <ns0:v>22.5488741123</ns0:v>
                </ns0:pt>
                <ns0:pt idx="178">
                  <ns0:v>-20.4842805599</ns0:v>
                </ns0:pt>
                <ns0:pt idx="179">
                  <ns0:v>-46.3385241568</ns0:v>
                </ns0:pt>
                <ns0:pt idx="180">
                  <ns0:v>-52.4677839995</ns0:v>
                </ns0:pt>
                <ns0:pt idx="181">
                  <ns0:v>-61.4623293711</ns0:v>
                </ns0:pt>
                <ns0:pt idx="182">
                  <ns0:v>-57.5483584781</ns0:v>
                </ns0:pt>
                <ns0:pt idx="183">
                  <ns0:v>-11.2273270847</ns0:v>
                </ns0:pt>
                <ns0:pt idx="184">
                  <ns0:v>58.0964727641</ns0:v>
                </ns0:pt>
                <ns0:pt idx="185">
                  <ns0:v>96.3733147721</ns0:v>
                </ns0:pt>
                <ns0:pt idx="186">
                  <ns0:v>65.0511408201</ns0:v>
                </ns0:pt>
                <ns0:pt idx="187">
                  <ns0:v>-31.8059060159</ns0:v>
                </ns0:pt>
                <ns0:pt idx="188">
                  <ns0:v>-135.420163901</ns0:v>
                </ns0:pt>
                <ns0:pt idx="189">
                  <ns0:v>-166.353852285</ns0:v>
                </ns0:pt>
                <ns0:pt idx="190">
                  <ns0:v>-99.6393180185</ns0:v>
                </ns0:pt>
                <ns0:pt idx="191">
                  <ns0:v>15.1419973874</ns0:v>
                </ns0:pt>
                <ns0:pt idx="192">
                  <ns0:v>111.199896642</ns0:v>
                </ns0:pt>
                <ns0:pt idx="193">
                  <ns0:v>150.244227467</ns0:v>
                </ns0:pt>
                <ns0:pt idx="194">
                  <ns0:v>120.821700257</ns0:v>
                </ns0:pt>
                <ns0:pt idx="195">
                  <ns0:v>40.5798644395</ns0:v>
                </ns0:pt>
                <ns0:pt idx="196">
                  <ns0:v>-42.0946585691</ns0:v>
                </ns0:pt>
                <ns0:pt idx="197">
                  <ns0:v>-72.6718886557</ns0:v>
                </ns0:pt>
                <ns0:pt idx="198">
                  <ns0:v>-41.056515383</ns0:v>
                </ns0:pt>
                <ns0:pt idx="199">
                  <ns0:v>5.84122444322</ns0:v>
                </ns0:pt>
                <ns0:pt idx="200">
                  <ns0:v>36.9695292206</ns0:v>
                </ns0:pt>
                <ns0:pt idx="201">
                  <ns0:v>63.7972818437</ns0:v>
                </ns0:pt>
                <ns0:pt idx="202">
                  <ns0:v>77.9937562627</ns0:v>
                </ns0:pt>
                <ns0:pt idx="203">
                  <ns0:v>56.8874796854</ns0:v>
                </ns0:pt>
                <ns0:pt idx="204">
                  <ns0:v>17.7884192451</ns0:v>
                </ns0:pt>
                <ns0:pt idx="205">
                  <ns0:v>-10.4962720352</ns0:v>
                </ns0:pt>
                <ns0:pt idx="206">
                  <ns0:v>-25.4754434031</ns0:v>
                </ns0:pt>
                <ns0:pt idx="207">
                  <ns0:v>-26.5933058671</ns0:v>
                </ns0:pt>
                <ns0:pt idx="208">
                  <ns0:v>-9.43169363292</ns0:v>
                </ns0:pt>
                <ns0:pt idx="209">
                  <ns0:v>20.6576057828</ns0:v>
                </ns0:pt>
                <ns0:pt idx="210">
                  <ns0:v>59.2901003164</ns0:v>
                </ns0:pt>
                <ns0:pt idx="211">
                  <ns0:v>89.9318431601</ns0:v>
                </ns0:pt>
                <ns0:pt idx="212">
                  <ns0:v>73.7967414566</ns0:v>
                </ns0:pt>
                <ns0:pt idx="213">
                  <ns0:v>0.781688660011</ns0:v>
                </ns0:pt>
                <ns0:pt idx="214">
                  <ns0:v>-85.2680191043</ns0:v>
                </ns0:pt>
                <ns0:pt idx="215">
                  <ns0:v>-135.716758206</ns0:v>
                </ns0:pt>
                <ns0:pt idx="216">
                  <ns0:v>-132.424802669</ns0:v>
                </ns0:pt>
                <ns0:pt idx="217">
                  <ns0:v>-79.7277073644</ns0:v>
                </ns0:pt>
                <ns0:pt idx="218">
                  <ns0:v>4.24517040052</ns0:v>
                </ns0:pt>
                <ns0:pt idx="219">
                  <ns0:v>86.7622665962</ns0:v>
                </ns0:pt>
                <ns0:pt idx="220">
                  <ns0:v>125.4089368</ns0:v>
                </ns0:pt>
                <ns0:pt idx="221">
                  <ns0:v>100.808374373</ns0:v>
                </ns0:pt>
                <ns0:pt idx="222">
                  <ns0:v>39.9418539808</ns0:v>
                </ns0:pt>
                <ns0:pt idx="223">
                  <ns0:v>-23.199866088</ns0:v>
                </ns0:pt>
                <ns0:pt idx="224">
                  <ns0:v>-75.6219445759</ns0:v>
                </ns0:pt>
                <ns0:pt idx="225">
                  <ns0:v>-91.2854974814</ns0:v>
                </ns0:pt>
                <ns0:pt idx="226">
                  <ns0:v>-44.5646046371</ns0:v>
                </ns0:pt>
                <ns0:pt idx="227">
                  <ns0:v>33.2231099287</ns0:v>
                </ns0:pt>
                <ns0:pt idx="228">
                  <ns0:v>85.9649932399</ns0:v>
                </ns0:pt>
                <ns0:pt idx="229">
                  <ns0:v>98.8814339991</ns0:v>
                </ns0:pt>
                <ns0:pt idx="230">
                  <ns0:v>80.4207616899</ns0:v>
                </ns0:pt>
                <ns0:pt idx="231">
                  <ns0:v>40.1559834755</ns0:v>
                </ns0:pt>
                <ns0:pt idx="232">
                  <ns0:v>6.70977420308</ns0:v>
                </ns0:pt>
                <ns0:pt idx="233">
                  <ns0:v>5.05849204045</ns0:v>
                </ns0:pt>
                <ns0:pt idx="234">
                  <ns0:v>28.6716748901</ns0:v>
                </ns0:pt>
                <ns0:pt idx="235">
                  <ns0:v>54.3381678045</ns0:v>
                </ns0:pt>
                <ns0:pt idx="236">
                  <ns0:v>52.3949868364</ns0:v>
                </ns0:pt>
                <ns0:pt idx="237">
                  <ns0:v>16.7361369168</ns0:v>
                </ns0:pt>
                <ns0:pt idx="238">
                  <ns0:v>-5.8433328788</ns0:v>
                </ns0:pt>
                <ns0:pt idx="239">
                  <ns0:v>9.07305384346</ns0:v>
                </ns0:pt>
                <ns0:pt idx="240">
                  <ns0:v>13.5904423477</ns0:v>
                </ns0:pt>
                <ns0:pt idx="241">
                  <ns0:v>-14.4445209875</ns0:v>
                </ns0:pt>
                <ns0:pt idx="242">
                  <ns0:v>-31.0589982167</ns0:v>
                </ns0:pt>
                <ns0:pt idx="243">
                  <ns0:v>-14.2231916553</ns0:v>
                </ns0:pt>
                <ns0:pt idx="244">
                  <ns0:v>21.3344683974</ns0:v>
                </ns0:pt>
                <ns0:pt idx="245">
                  <ns0:v>69.6636200377</ns0:v>
                </ns0:pt>
                <ns0:pt idx="246">
                  <ns0:v>111.312793296</ns0:v>
                </ns0:pt>
                <ns0:pt idx="247">
                  <ns0:v>105.207353135</ns0:v>
                </ns0:pt>
                <ns0:pt idx="248">
                  <ns0:v>41.1579362377</ns0:v>
                </ns0:pt>
                <ns0:pt idx="249">
                  <ns0:v>-45.493637759</ns0:v>
                </ns0:pt>
                <ns0:pt idx="250">
                  <ns0:v>-105.459898057</ns0:v>
                </ns0:pt>
                <ns0:pt idx="251">
                  <ns0:v>-102.306787167</ns0:v>
                </ns0:pt>
                <ns0:pt idx="252">
                  <ns0:v>-42.1508745649</ns0:v>
                </ns0:pt>
                <ns0:pt idx="253">
                  <ns0:v>23.3350455481</ns0:v>
                </ns0:pt>
                <ns0:pt idx="254">
                  <ns0:v>55.0764366583</ns0:v>
                </ns0:pt>
                <ns0:pt idx="255">
                  <ns0:v>59.0708821057</ns0:v>
                </ns0:pt>
                <ns0:pt idx="256">
                  <ns0:v>46.0497780669</ns0:v>
                </ns0:pt>
                <ns0:pt idx="257">
                  <ns0:v>12.2049509176</ns0:v>
                </ns0:pt>
                <ns0:pt idx="258">
                  <ns0:v>-29.0039261982</ns0:v>
                </ns0:pt>
                <ns0:pt idx="259">
                  <ns0:v>-51.2901977474</ns0:v>
                </ns0:pt>
                <ns0:pt idx="260">
                  <ns0:v>-55.4400878096</ns0:v>
                </ns0:pt>
                <ns0:pt idx="261">
                  <ns0:v>-50.2455267373</ns0:v>
                </ns0:pt>
                <ns0:pt idx="262">
                  <ns0:v>-25.1514023701</ns0:v>
                </ns0:pt>
                <ns0:pt idx="263">
                  <ns0:v>11.1402452034</ns0:v>
                </ns0:pt>
                <ns0:pt idx="264">
                  <ns0:v>27.2222121815</ns0:v>
                </ns0:pt>
                <ns0:pt idx="265">
                  <ns0:v>26.2355916406</ns0:v>
                </ns0:pt>
                <ns0:pt idx="266">
                  <ns0:v>34.3154611279</ns0:v>
                </ns0:pt>
                <ns0:pt idx="267">
                  <ns0:v>42.301762273</ns0:v>
                </ns0:pt>
                <ns0:pt idx="268">
                  <ns0:v>26.465487936</ns0:v>
                </ns0:pt>
                <ns0:pt idx="269">
                  <ns0:v>-3.23753318853</ns0:v>
                </ns0:pt>
                <ns0:pt idx="270">
                  <ns0:v>-26.5257446076</ns0:v>
                </ns0:pt>
                <ns0:pt idx="271">
                  <ns0:v>-43.1653742647</ns0:v>
                </ns0:pt>
                <ns0:pt idx="272">
                  <ns0:v>-52.0646151249</ns0:v>
                </ns0:pt>
                <ns0:pt idx="273">
                  <ns0:v>-45.2358993702</ns0:v>
                </ns0:pt>
                <ns0:pt idx="274">
                  <ns0:v>-26.2791795845</ns0:v>
                </ns0:pt>
                <ns0:pt idx="275">
                  <ns0:v>-1.06394721454</ns0:v>
                </ns0:pt>
                <ns0:pt idx="276">
                  <ns0:v>24.5128547303</ns0:v>
                </ns0:pt>
                <ns0:pt idx="277">
                  <ns0:v>23.6673446653</ns0:v>
                </ns0:pt>
                <ns0:pt idx="278">
                  <ns0:v>-18.4736812225</ns0:v>
                </ns0:pt>
                <ns0:pt idx="279">
                  <ns0:v>-56.4926381912</ns0:v>
                </ns0:pt>
                <ns0:pt idx="280">
                  <ns0:v>-42.1154002034</ns0:v>
                </ns0:pt>
                <ns0:pt idx="281">
                  <ns0:v>-4.3652819324</ns0:v>
                </ns0:pt>
                <ns0:pt idx="282">
                  <ns0:v>-0.886330452294</ns0:v>
                </ns0:pt>
                <ns0:pt idx="283">
                  <ns0:v>-30.1229344693</ns0:v>
                </ns0:pt>
                <ns0:pt idx="284">
                  <ns0:v>-51.6277950812</ns0:v>
                </ns0:pt>
                <ns0:pt idx="285">
                  <ns0:v>-49.1809236247</ns0:v>
                </ns0:pt>
                <ns0:pt idx="286">
                  <ns0:v>-31.9319598445</ns0:v>
                </ns0:pt>
                <ns0:pt idx="287">
                  <ns0:v>-9.02482680403</ns0:v>
                </ns0:pt>
                <ns0:pt idx="288">
                  <ns0:v>15.3914057097</ns0:v>
                </ns0:pt>
                <ns0:pt idx="289">
                  <ns0:v>37.0344491608</ns0:v>
                </ns0:pt>
                <ns0:pt idx="290">
                  <ns0:v>46.75113936</ns0:v>
                </ns0:pt>
                <ns0:pt idx="291">
                  <ns0:v>40.3135386746</ns0:v>
                </ns0:pt>
                <ns0:pt idx="292">
                  <ns0:v>30.9364618496</ns0:v>
                </ns0:pt>
                <ns0:pt idx="293">
                  <ns0:v>34.372300791</ns0:v>
                </ns0:pt>
                <ns0:pt idx="294">
                  <ns0:v>49.9299527519</ns0:v>
                </ns0:pt>
                <ns0:pt idx="295">
                  <ns0:v>62.4766630819</ns0:v>
                </ns0:pt>
                <ns0:pt idx="296">
                  <ns0:v>50.136828691</ns0:v>
                </ns0:pt>
                <ns0:pt idx="297">
                  <ns0:v>1.84577231853</ns0:v>
                </ns0:pt>
                <ns0:pt idx="298">
                  <ns0:v>-58.9769973637</ns0:v>
                </ns0:pt>
                <ns0:pt idx="299">
                  <ns0:v>-85.7234170171</ns0:v>
                </ns0:pt>
                <ns0:pt idx="300">
                  <ns0:v>-47.978235977</ns0:v>
                </ns0:pt>
                <ns0:pt idx="301">
                  <ns0:v>40.9991401504</ns0:v>
                </ns0:pt>
                <ns0:pt idx="302">
                  <ns0:v>129.541183151</ns0:v>
                </ns0:pt>
                <ns0:pt idx="303">
                  <ns0:v>166.016576186</ns0:v>
                </ns0:pt>
                <ns0:pt idx="304">
                  <ns0:v>132.369632565</ns0:v>
                </ns0:pt>
                <ns0:pt idx="305">
                  <ns0:v>44.8336372572</ns0:v>
                </ns0:pt>
                <ns0:pt idx="306">
                  <ns0:v>-66.075922165</ns0:v>
                </ns0:pt>
                <ns0:pt idx="307">
                  <ns0:v>-164.94763641</ns0:v>
                </ns0:pt>
                <ns0:pt idx="308">
                  <ns0:v>-198.595336919</ns0:v>
                </ns0:pt>
                <ns0:pt idx="309">
                  <ns0:v>-121.820224193</ns0:v>
                </ns0:pt>
                <ns0:pt idx="310">
                  <ns0:v>31.9105655352</ns0:v>
                </ns0:pt>
                <ns0:pt idx="311">
                  <ns0:v>162.69841266</ns0:v>
                </ns0:pt>
                <ns0:pt idx="312">
                  <ns0:v>202.46695431</ns0:v>
                </ns0:pt>
                <ns0:pt idx="313">
                  <ns0:v>145.347428531</ns0:v>
                </ns0:pt>
                <ns0:pt idx="314">
                  <ns0:v>22.1689603421</ns0:v>
                </ns0:pt>
                <ns0:pt idx="315">
                  <ns0:v>-105.874709256</ns0:v>
                </ns0:pt>
                <ns0:pt idx="316">
                  <ns0:v>-164.164540873</ns0:v>
                </ns0:pt>
                <ns0:pt idx="317">
                  <ns0:v>-119.844404105</ns0:v>
                </ns0:pt>
                <ns0:pt idx="318">
                  <ns0:v>-17.6637749796</ns0:v>
                </ns0:pt>
                <ns0:pt idx="319">
                  <ns0:v>76.2393493071</ns0:v>
                </ns0:pt>
                <ns0:pt idx="320">
                  <ns0:v>123.036151204</ns0:v>
                </ns0:pt>
                <ns0:pt idx="321">
                  <ns0:v>98.8424760186</ns0:v>
                </ns0:pt>
                <ns0:pt idx="322">
                  <ns0:v>13.6933791273</ns0:v>
                </ns0:pt>
                <ns0:pt idx="323">
                  <ns0:v>-77.9349096913</ns0:v>
                </ns0:pt>
                <ns0:pt idx="324">
                  <ns0:v>-123.417246773</ns0:v>
                </ns0:pt>
                <ns0:pt idx="325">
                  <ns0:v>-98.398683365</ns0:v>
                </ns0:pt>
                <ns0:pt idx="326">
                  <ns0:v>-13.7031826813</ns0:v>
                </ns0:pt>
                <ns0:pt idx="327">
                  <ns0:v>75.5959213776</ns0:v>
                </ns0:pt>
                <ns0:pt idx="328">
                  <ns0:v>106.313385261</ns0:v>
                </ns0:pt>
                <ns0:pt idx="329">
                  <ns0:v>67.1267917071</ns0:v>
                </ns0:pt>
                <ns0:pt idx="330">
                  <ns0:v>-2.84651373751</ns0:v>
                </ns0:pt>
                <ns0:pt idx="331">
                  <ns0:v>-62.3417812202</ns0:v>
                </ns0:pt>
                <ns0:pt idx="332">
                  <ns0:v>-84.7498252651</ns0:v>
                </ns0:pt>
                <ns0:pt idx="333">
                  <ns0:v>-57.0876929681</ns0:v>
                </ns0:pt>
                <ns0:pt idx="334">
                  <ns0:v>4.20011541513</ns0:v>
                </ns0:pt>
                <ns0:pt idx="335">
                  <ns0:v>63.9935806881</ns0:v>
                </ns0:pt>
                <ns0:pt idx="336">
                  <ns0:v>93.1203424632</ns0:v>
                </ns0:pt>
                <ns0:pt idx="337">
                  <ns0:v>70.988320301</ns0:v>
                </ns0:pt>
                <ns0:pt idx="338">
                  <ns0:v>1.74084044849</ns0:v>
                </ns0:pt>
                <ns0:pt idx="339">
                  <ns0:v>-73.5061512241</ns0:v>
                </ns0:pt>
                <ns0:pt idx="340">
                  <ns0:v>-113.660479108</ns0:v>
                </ns0:pt>
                <ns0:pt idx="341">
                  <ns0:v>-111.52655697</ns0:v>
                </ns0:pt>
                <ns0:pt idx="342">
                  <ns0:v>-75.9776760672</ns0:v>
                </ns0:pt>
                <ns0:pt idx="343">
                  <ns0:v>-18.7601190455</ns0:v>
                </ns0:pt>
                <ns0:pt idx="344">
                  <ns0:v>30.9811391967</ns0:v>
                </ns0:pt>
                <ns0:pt idx="345">
                  <ns0:v>49.1683439191</ns0:v>
                </ns0:pt>
                <ns0:pt idx="346">
                  <ns0:v>54.3769023178</ns0:v>
                </ns0:pt>
                <ns0:pt idx="347">
                  <ns0:v>72.0424612756</ns0:v>
                </ns0:pt>
                <ns0:pt idx="348">
                  <ns0:v>83.325437093</ns0:v>
                </ns0:pt>
                <ns0:pt idx="349">
                  <ns0:v>55.0617415337</ns0:v>
                </ns0:pt>
                <ns0:pt idx="350">
                  <ns0:v>-11.8127179746</ns0:v>
                </ns0:pt>
                <ns0:pt idx="351">
                  <ns0:v>-86.2735156498</ns0:v>
                </ns0:pt>
                <ns0:pt idx="352">
                  <ns0:v>-127.693755778</ns0:v>
                </ns0:pt>
                <ns0:pt idx="353">
                  <ns0:v>-106.736448635</ns0:v>
                </ns0:pt>
                <ns0:pt idx="354">
                  <ns0:v>-31.9959354204</ns0:v>
                </ns0:pt>
                <ns0:pt idx="355">
                  <ns0:v>54.2873870065</ns0:v>
                </ns0:pt>
                <ns0:pt idx="356">
                  <ns0:v>108.244050985</ns0:v>
                </ns0:pt>
                <ns0:pt idx="357">
                  <ns0:v>105.139972368</ns0:v>
                </ns0:pt>
                <ns0:pt idx="358">
                  <ns0:v>53.5701810213</ns0:v>
                </ns0:pt>
                <ns0:pt idx="359">
                  <ns0:v>-13.1504787205</ns0:v>
                </ns0:pt>
                <ns0:pt idx="360">
                  <ns0:v>-73.0312434331</ns0:v>
                </ns0:pt>
                <ns0:pt idx="361">
                  <ns0:v>-109.604691883</ns0:v>
                </ns0:pt>
                <ns0:pt idx="362">
                  <ns0:v>-92.6967037679</ns0:v>
                </ns0:pt>
                <ns0:pt idx="363">
                  <ns0:v>-22.966422249</ns0:v>
                </ns0:pt>
                <ns0:pt idx="364">
                  <ns0:v>51.4904566905</ns0:v>
                </ns0:pt>
                <ns0:pt idx="365">
                  <ns0:v>100.821124902</ns0:v>
                </ns0:pt>
                <ns0:pt idx="366">
                  <ns0:v>123.030827203</ns0:v>
                </ns0:pt>
                <ns0:pt idx="367">
                  <ns0:v>97.8103594666</ns0:v>
                </ns0:pt>
                <ns0:pt idx="368">
                  <ns0:v>19.4177328519</ns0:v>
                </ns0:pt>
                <ns0:pt idx="369">
                  <ns0:v>-64.2928147007</ns0:v>
                </ns0:pt>
                <ns0:pt idx="370">
                  <ns0:v>-104.304771344</ns0:v>
                </ns0:pt>
                <ns0:pt idx="371">
                  <ns0:v>-91.4187430898</ns0:v>
                </ns0:pt>
                <ns0:pt idx="372">
                  <ns0:v>-42.1414260876</ns0:v>
                </ns0:pt>
                <ns0:pt idx="373">
                  <ns0:v>11.4057662711</ns0:v>
                </ns0:pt>
                <ns0:pt idx="374">
                  <ns0:v>43.2286966285</ns0:v>
                </ns0:pt>
                <ns0:pt idx="375">
                  <ns0:v>53.3459965719</ns0:v>
                </ns0:pt>
                <ns0:pt idx="376">
                  <ns0:v>52.075671385</ns0:v>
                </ns0:pt>
                <ns0:pt idx="377">
                  <ns0:v>44.8207169788</ns0:v>
                </ns0:pt>
                <ns0:pt idx="378">
                  <ns0:v>27.1845622368</ns0:v>
                </ns0:pt>
                <ns0:pt idx="379">
                  <ns0:v>-11.6302058815</ns0:v>
                </ns0:pt>
                <ns0:pt idx="380">
                  <ns0:v>-58.28547669</ns0:v>
                </ns0:pt>
                <ns0:pt idx="381">
                  <ns0:v>-69.2418566414</ns0:v>
                </ns0:pt>
                <ns0:pt idx="382">
                  <ns0:v>-23.8713450743</ns0:v>
                </ns0:pt>
                <ns0:pt idx="383">
                  <ns0:v>47.5167093657</ns0:v>
                </ns0:pt>
                <ns0:pt idx="384">
                  <ns0:v>95.1505295701</ns0:v>
                </ns0:pt>
                <ns0:pt idx="385">
                  <ns0:v>87.5727449369</ns0:v>
                </ns0:pt>
                <ns0:pt idx="386">
                  <ns0:v>33.5232678927</ns0:v>
                </ns0:pt>
                <ns0:pt idx="387">
                  <ns0:v>-28.5941800789</ns0:v>
                </ns0:pt>
                <ns0:pt idx="388">
                  <ns0:v>-65.7630233411</ns0:v>
                </ns0:pt>
                <ns0:pt idx="389">
                  <ns0:v>-59.2697911128</ns0:v>
                </ns0:pt>
                <ns0:pt idx="390">
                  <ns0:v>-8.25321834624</ns0:v>
                </ns0:pt>
                <ns0:pt idx="391">
                  <ns0:v>55.9000222163</ns0:v>
                </ns0:pt>
                <ns0:pt idx="392">
                  <ns0:v>94.4211510626</ns0:v>
                </ns0:pt>
                <ns0:pt idx="393">
                  <ns0:v>99.0911731132</ns0:v>
                </ns0:pt>
                <ns0:pt idx="394">
                  <ns0:v>81.3369368465</ns0:v>
                </ns0:pt>
                <ns0:pt idx="395">
                  <ns0:v>42.8488951292</ns0:v>
                </ns0:pt>
                <ns0:pt idx="396">
                  <ns0:v>-14.0710426462</ns0:v>
                </ns0:pt>
                <ns0:pt idx="397">
                  <ns0:v>-63.5077654361</ns0:v>
                </ns0:pt>
                <ns0:pt idx="398">
                  <ns0:v>-75.0317443041</ns0:v>
                </ns0:pt>
                <ns0:pt idx="399">
                  <ns0:v>-48.2425430156</ns0:v>
                </ns0:pt>
                <ns0:pt idx="400">
                  <ns0:v>-4.78792630563</ns0:v>
                </ns0:pt>
                <ns0:pt idx="401">
                  <ns0:v>37.2877208892</ns0:v>
                </ns0:pt>
                <ns0:pt idx="402">
                  <ns0:v>63.0183048736</ns0:v>
                </ns0:pt>
                <ns0:pt idx="403">
                  <ns0:v>56.2050647675</ns0:v>
                </ns0:pt>
                <ns0:pt idx="404">
                  <ns0:v>13.9005317147</ns0:v>
                </ns0:pt>
                <ns0:pt idx="405">
                  <ns0:v>-37.2512205119</ns0:v>
                </ns0:pt>
                <ns0:pt idx="406">
                  <ns0:v>-50.7293657003</ns0:v>
                </ns0:pt>
                <ns0:pt idx="407">
                  <ns0:v>-7.18606416089</ns0:v>
                </ns0:pt>
                <ns0:pt idx="408">
                  <ns0:v>57.5106284934</ns0:v>
                </ns0:pt>
                <ns0:pt idx="409">
                  <ns0:v>89.8313048938</ns0:v>
                </ns0:pt>
                <ns0:pt idx="410">
                  <ns0:v>67.2633844905</ns0:v>
                </ns0:pt>
                <ns0:pt idx="411">
                  <ns0:v>11.6701318624</ns0:v>
                </ns0:pt>
                <ns0:pt idx="412">
                  <ns0:v>-30.617424658</ns0:v>
                </ns0:pt>
                <ns0:pt idx="413">
                  <ns0:v>-40.0293801108</ns0:v>
                </ns0:pt>
                <ns0:pt idx="414">
                  <ns0:v>-37.1943556013</ns0:v>
                </ns0:pt>
                <ns0:pt idx="415">
                  <ns0:v>-27.8527783854</ns0:v>
                </ns0:pt>
                <ns0:pt idx="416">
                  <ns0:v>1.43081769189</ns0:v>
                </ns0:pt>
                <ns0:pt idx="417">
                  <ns0:v>27.0340204733</ns0:v>
                </ns0:pt>
                <ns0:pt idx="418">
                  <ns0:v>10.8791284831</ns0:v>
                </ns0:pt>
                <ns0:pt idx="419">
                  <ns0:v>-33.9830078398</ns0:v>
                </ns0:pt>
                <ns0:pt idx="420">
                  <ns0:v>-64.6332832671</ns0:v>
                </ns0:pt>
                <ns0:pt idx="421">
                  <ns0:v>-62.8983459011</ns0:v>
                </ns0:pt>
                <ns0:pt idx="422">
                  <ns0:v>-40.6345027346</ns0:v>
                </ns0:pt>
                <ns0:pt idx="423">
                  <ns0:v>-20.864885682</ns0:v>
                </ns0:pt>
                <ns0:pt idx="424">
                  <ns0:v>-14.0632169928</ns0:v>
                </ns0:pt>
                <ns0:pt idx="425">
                  <ns0:v>-8.0458492749</ns0:v>
                </ns0:pt>
                <ns0:pt idx="426">
                  <ns0:v>3.6911412141</ns0:v>
                </ns0:pt>
                <ns0:pt idx="427">
                  <ns0:v>7.00735477242</ns0:v>
                </ns0:pt>
                <ns0:pt idx="428">
                  <ns0:v>-5.07566625549</ns0:v>
                </ns0:pt>
                <ns0:pt idx="429">
                  <ns0:v>-21.5724648457</ns0:v>
                </ns0:pt>
                <ns0:pt idx="430">
                  <ns0:v>-33.4920759384</ns0:v>
                </ns0:pt>
                <ns0:pt idx="431">
                  <ns0:v>-38.7520613639</ns0:v>
                </ns0:pt>
                <ns0:pt idx="432">
                  <ns0:v>-33.4014438276</ns0:v>
                </ns0:pt>
                <ns0:pt idx="433">
                  <ns0:v>-13.5949514453</ns0:v>
                </ns0:pt>
                <ns0:pt idx="434">
                  <ns0:v>18.4496831967</ns0:v>
                </ns0:pt>
                <ns0:pt idx="435">
                  <ns0:v>51.7908434936</ns0:v>
                </ns0:pt>
                <ns0:pt idx="436">
                  <ns0:v>69.3314450094</ns0:v>
                </ns0:pt>
                <ns0:pt idx="437">
                  <ns0:v>55.857050419</ns0:v>
                </ns0:pt>
                <ns0:pt idx="438">
                  <ns0:v>11.0780138543</ns0:v>
                </ns0:pt>
                <ns0:pt idx="439">
                  <ns0:v>-38.447387319</ns0:v>
                </ns0:pt>
                <ns0:pt idx="440">
                  <ns0:v>-55.0945987492</ns0:v>
                </ns0:pt>
                <ns0:pt idx="441">
                  <ns0:v>-35.7072569147</ns0:v>
                </ns0:pt>
                <ns0:pt idx="442">
                  <ns0:v>-11.9202455034</ns0:v>
                </ns0:pt>
                <ns0:pt idx="443">
                  <ns0:v>5.88205557409</ns0:v>
                </ns0:pt>
                <ns0:pt idx="444">
                  <ns0:v>29.8275627884</ns0:v>
                </ns0:pt>
                <ns0:pt idx="445">
                  <ns0:v>46.8536001973</ns0:v>
                </ns0:pt>
                <ns0:pt idx="446">
                  <ns0:v>34.8975284787</ns0:v>
                </ns0:pt>
                <ns0:pt idx="447">
                  <ns0:v>-2.4689179035</ns0:v>
                </ns0:pt>
                <ns0:pt idx="448">
                  <ns0:v>-52.444190471</ns0:v>
                </ns0:pt>
                <ns0:pt idx="449">
                  <ns0:v>-92.0043520752</ns0:v>
                </ns0:pt>
                <ns0:pt idx="450">
                  <ns0:v>-82.0403066595</ns0:v>
                </ns0:pt>
                <ns0:pt idx="451">
                  <ns0:v>-16.4219982791</ns0:v>
                </ns0:pt>
                <ns0:pt idx="452">
                  <ns0:v>57.7795606607</ns0:v>
                </ns0:pt>
                <ns0:pt idx="453">
                  <ns0:v>91.1059683547</ns0:v>
                </ns0:pt>
                <ns0:pt idx="454">
                  <ns0:v>68.2456012213</ns0:v>
                </ns0:pt>
                <ns0:pt idx="455">
                  <ns0:v>6.57047026699</ns0:v>
                </ns0:pt>
                <ns0:pt idx="456">
                  <ns0:v>-58.9545431962</ns0:v>
                </ns0:pt>
                <ns0:pt idx="457">
                  <ns0:v>-98.9241839407</ns0:v>
                </ns0:pt>
                <ns0:pt idx="458">
                  <ns0:v>-98.1283679565</ns0:v>
                </ns0:pt>
                <ns0:pt idx="459">
                  <ns0:v>-55.7856665793</ns0:v>
                </ns0:pt>
                <ns0:pt idx="460">
                  <ns0:v>14.1479148646</ns0:v>
                </ns0:pt>
                <ns0:pt idx="461">
                  <ns0:v>93.701958582</ns0:v>
                </ns0:pt>
                <ns0:pt idx="462">
                  <ns0:v>157.216068663</ns0:v>
                </ns0:pt>
                <ns0:pt idx="463">
                  <ns0:v>161.274555223</ns0:v>
                </ns0:pt>
                <ns0:pt idx="464">
                  <ns0:v>82.5918809286</ns0:v>
                </ns0:pt>
                <ns0:pt idx="465">
                  <ns0:v>-41.2311024441</ns0:v>
                </ns0:pt>
                <ns0:pt idx="466">
                  <ns0:v>-146.319019284</ns0:v>
                </ns0:pt>
                <ns0:pt idx="467">
                  <ns0:v>-187.411403856</ns0:v>
                </ns0:pt>
                <ns0:pt idx="468">
                  <ns0:v>-140.289050373</ns0:v>
                </ns0:pt>
                <ns0:pt idx="469">
                  <ns0:v>-20.3598484809</ns0:v>
                </ns0:pt>
                <ns0:pt idx="470">
                  <ns0:v>109.340927397</ns0:v>
                </ns0:pt>
                <ns0:pt idx="471">
                  <ns0:v>185.882874545</ns0:v>
                </ns0:pt>
                <ns0:pt idx="472">
                  <ns0:v>180.051721709</ns0:v>
                </ns0:pt>
                <ns0:pt idx="473">
                  <ns0:v>91.8914554218</ns0:v>
                </ns0:pt>
                <ns0:pt idx="474">
                  <ns0:v>-42.5586196848</ns0:v>
                </ns0:pt>
                <ns0:pt idx="475">
                  <ns0:v>-150.719524177</ns0:v>
                </ns0:pt>
                <ns0:pt idx="476">
                  <ns0:v>-171.628269616</ns0:v>
                </ns0:pt>
                <ns0:pt idx="477">
                  <ns0:v>-101.499301999</ns0:v>
                </ns0:pt>
                <ns0:pt idx="478">
                  <ns0:v>21.537420229</ns0:v>
                </ns0:pt>
                <ns0:pt idx="479">
                  <ns0:v>138.853278797</ns0:v>
                </ns0:pt>
                <ns0:pt idx="480">
                  <ns0:v>177.171173792</ns0:v>
                </ns0:pt>
                <ns0:pt idx="481">
                  <ns0:v>106.559697809</ns0:v>
                </ns0:pt>
                <ns0:pt idx="482">
                  <ns0:v>-21.3639972392</ns0:v>
                </ns0:pt>
                <ns0:pt idx="483">
                  <ns0:v>-138.920509153</ns0:v>
                </ns0:pt>
                <ns0:pt idx="484">
                  <ns0:v>-199.568958753</ns0:v>
                </ns0:pt>
                <ns0:pt idx="485">
                  <ns0:v>-172.170718254</ns0:v>
                </ns0:pt>
                <ns0:pt idx="486">
                  <ns0:v>-80.7444970669</ns0:v>
                </ns0:pt>
                <ns0:pt idx="487">
                  <ns0:v>13.4003586879</ns0:v>
                </ns0:pt>
                <ns0:pt idx="488">
                  <ns0:v>78.8575772179</ns0:v>
                </ns0:pt>
                <ns0:pt idx="489">
                  <ns0:v>106.063746488</ns0:v>
                </ns0:pt>
                <ns0:pt idx="490">
                  <ns0:v>83.6892139448</ns0:v>
                </ns0:pt>
                <ns0:pt idx="491">
                  <ns0:v>21.0562027095</ns0:v>
                </ns0:pt>
                <ns0:pt idx="492">
                  <ns0:v>-41.9746077386</ns0:v>
                </ns0:pt>
                <ns0:pt idx="493">
                  <ns0:v>-73.7685308571</ns0:v>
                </ns0:pt>
                <ns0:pt idx="494">
                  <ns0:v>-80.5778054927</ns0:v>
                </ns0:pt>
                <ns0:pt idx="495">
                  <ns0:v>-72.6022130517</ns0:v>
                </ns0:pt>
                <ns0:pt idx="496">
                  <ns0:v>-34.9818379686</ns0:v>
                </ns0:pt>
                <ns0:pt idx="497">
                  <ns0:v>35.0083016554</ns0:v>
                </ns0:pt>
                <ns0:pt idx="498">
                  <ns0:v>95.3991568312</ns0:v>
                </ns0:pt>
                <ns0:pt idx="499">
                  <ns0:v>89.9890239331</ns0:v>
                </ns0:pt>
                <ns0:pt idx="500">
                  <ns0:v>13.8097207227</ns0:v>
                </ns0:pt>
                <ns0:pt idx="501">
                  <ns0:v>-65.6573533843</ns0:v>
                </ns0:pt>
                <ns0:pt idx="502">
                  <ns0:v>-87.4542938316</ns0:v>
                </ns0:pt>
                <ns0:pt idx="503">
                  <ns0:v>-59.92846048</ns0:v>
                </ns0:pt>
                <ns0:pt idx="504">
                  <ns0:v>-7.48546255087</ns0:v>
                </ns0:pt>
                <ns0:pt idx="505">
                  <ns0:v>59.036175913</ns0:v>
                </ns0:pt>
                <ns0:pt idx="506">
                  <ns0:v>97.2563163134</ns0:v>
                </ns0:pt>
                <ns0:pt idx="507">
                  <ns0:v>66.3494515276</ns0:v>
                </ns0:pt>
                <ns0:pt idx="508">
                  <ns0:v>-2.26941531131</ns0:v>
                </ns0:pt>
                <ns0:pt idx="509">
                  <ns0:v>-56.3132761278</ns0:v>
                </ns0:pt>
                <ns0:pt idx="510">
                  <ns0:v>-84.6623340518</ns0:v>
                </ns0:pt>
                <ns0:pt idx="511">
                  <ns0:v>-86.7821750628</ns0:v>
                </ns0:pt>
                <ns0:pt idx="512">
                  <ns0:v>-67.7970964156</ns0:v>
                </ns0:pt>
                <ns0:pt idx="513">
                  <ns0:v>-46.5745475392</ns0:v>
                </ns0:pt>
                <ns0:pt idx="514">
                  <ns0:v>-18.0639254339</ns0:v>
                </ns0:pt>
                <ns0:pt idx="515">
                  <ns0:v>29.5139774472</ns0:v>
                </ns0:pt>
                <ns0:pt idx="516">
                  <ns0:v>67.3521934088</ns0:v>
                </ns0:pt>
                <ns0:pt idx="517">
                  <ns0:v>64.4663467383</ns0:v>
                </ns0:pt>
                <ns0:pt idx="518">
                  <ns0:v>31.9126578553</ns0:v>
                </ns0:pt>
                <ns0:pt idx="519">
                  <ns0:v>-3.89762554826</ns0:v>
                </ns0:pt>
                <ns0:pt idx="520">
                  <ns0:v>-23.3278338926</ns0:v>
                </ns0:pt>
                <ns0:pt idx="521">
                  <ns0:v>-10.4267994856</ns0:v>
                </ns0:pt>
                <ns0:pt idx="522">
                  <ns0:v>37.745726816</ns0:v>
                </ns0:pt>
                <ns0:pt idx="523">
                  <ns0:v>95.9345775292</ns0:v>
                </ns0:pt>
                <ns0:pt idx="524">
                  <ns0:v>114.170215031</ns0:v>
                </ns0:pt>
                <ns0:pt idx="525">
                  <ns0:v>66.7422866506</ns0:v>
                </ns0:pt>
                <ns0:pt idx="526">
                  <ns0:v>-10.9941496875</ns0:v>
                </ns0:pt>
                <ns0:pt idx="527">
                  <ns0:v>-72.61430822</ns0:v>
                </ns0:pt>
                <ns0:pt idx="528">
                  <ns0:v>-100.056008277</ns0:v>
                </ns0:pt>
                <ns0:pt idx="529">
                  <ns0:v>-76.7671001342</ns0:v>
                </ns0:pt>
                <ns0:pt idx="530">
                  <ns0:v>-3.63692997788</ns0:v>
                </ns0:pt>
                <ns0:pt idx="531">
                  <ns0:v>75.6566684955</ns0:v>
                </ns0:pt>
                <ns0:pt idx="532">
                  <ns0:v>118.788584976</ns0:v>
                </ns0:pt>
                <ns0:pt idx="533">
                  <ns0:v>106.028591212</ns0:v>
                </ns0:pt>
                <ns0:pt idx="534">
                  <ns0:v>31.8629175769</ns0:v>
                </ns0:pt>
                <ns0:pt idx="535">
                  <ns0:v>-66.5966794321</ns0:v>
                </ns0:pt>
                <ns0:pt idx="536">
                  <ns0:v>-124.700829588</ns0:v>
                </ns0:pt>
                <ns0:pt idx="537">
                  <ns0:v>-121.522629657</ns0:v>
                </ns0:pt>
                <ns0:pt idx="538">
                  <ns0:v>-78.7456157968</ns0:v>
                </ns0:pt>
                <ns0:pt idx="539">
                  <ns0:v>-13.6006713491</ns0:v>
                </ns0:pt>
                <ns0:pt idx="540">
                  <ns0:v>50.3419877996</ns0:v>
                </ns0:pt>
                <ns0:pt idx="541">
                  <ns0:v>77.1161055817</ns0:v>
                </ns0:pt>
                <ns0:pt idx="542">
                  <ns0:v>66.5614360584</ns0:v>
                </ns0:pt>
                <ns0:pt idx="543">
                  <ns0:v>49.2355119621</ns0:v>
                </ns0:pt>
                <ns0:pt idx="544">
                  <ns0:v>32.4032975303</ns0:v>
                </ns0:pt>
                <ns0:pt idx="545">
                  <ns0:v>6.94964272736</ns0:v>
                </ns0:pt>
                <ns0:pt idx="546">
                  <ns0:v>-22.5336675914</ns0:v>
                </ns0:pt>
                <ns0:pt idx="547">
                  <ns0:v>-37.089852939</ns0:v>
                </ns0:pt>
                <ns0:pt idx="548">
                  <ns0:v>-10.3120855488</ns0:v>
                </ns0:pt>
                <ns0:pt idx="549">
                  <ns0:v>59.6555048267</ns0:v>
                </ns0:pt>
                <ns0:pt idx="550">
                  <ns0:v>126.248300977</ns0:v>
                </ns0:pt>
                <ns0:pt idx="551">
                  <ns0:v>140.368117513</ns0:v>
                </ns0:pt>
                <ns0:pt idx="552">
                  <ns0:v>97.7657551761</ns0:v>
                </ns0:pt>
                <ns0:pt idx="553">
                  <ns0:v>27.5843823248</ns0:v>
                </ns0:pt>
                <ns0:pt idx="554">
                  <ns0:v>-41.4389770028</ns0:v>
                </ns0:pt>
                <ns0:pt idx="555">
                  <ns0:v>-97.5747975227</ns0:v>
                </ns0:pt>
                <ns0:pt idx="556">
                  <ns0:v>-123.613948503</ns0:v>
                </ns0:pt>
                <ns0:pt idx="557">
                  <ns0:v>-87.7291634609</ns0:v>
                </ns0:pt>
                <ns0:pt idx="558">
                  <ns0:v>-3.39087849983</ns0:v>
                </ns0:pt>
                <ns0:pt idx="559">
                  <ns0:v>56.1309536596</ns0:v>
                </ns0:pt>
                <ns0:pt idx="560">
                  <ns0:v>50.6991481924</ns0:v>
                </ns0:pt>
                <ns0:pt idx="561">
                  <ns0:v>9.30245270926</ns0:v>
                </ns0:pt>
                <ns0:pt idx="562">
                  <ns0:v>-31.9620677674</ns0:v>
                </ns0:pt>
                <ns0:pt idx="563">
                  <ns0:v>-58.0622817281</ns0:v>
                </ns0:pt>
                <ns0:pt idx="564">
                  <ns0:v>-60.8915030707</ns0:v>
                </ns0:pt>
                <ns0:pt idx="565">
                  <ns0:v>-40.2166854702</ns0:v>
                </ns0:pt>
                <ns0:pt idx="566">
                  <ns0:v>-3.68038255222</ns0:v>
                </ns0:pt>
                <ns0:pt idx="567">
                  <ns0:v>39.5395515792</ns0:v>
                </ns0:pt>
                <ns0:pt idx="568">
                  <ns0:v>65.5564815286</ns0:v>
                </ns0:pt>
                <ns0:pt idx="569">
                  <ns0:v>42.4691940827</ns0:v>
                </ns0:pt>
                <ns0:pt idx="570">
                  <ns0:v>-23.0171837086</ns0:v>
                </ns0:pt>
                <ns0:pt idx="571">
                  <ns0:v>-73.143987527</ns0:v>
                </ns0:pt>
                <ns0:pt idx="572">
                  <ns0:v>-56.1698074271</ns0:v>
                </ns0:pt>
                <ns0:pt idx="573">
                  <ns0:v>20.5730293139</ns0:v>
                </ns0:pt>
                <ns0:pt idx="574">
                  <ns0:v>100.863346257</ns0:v>
                </ns0:pt>
                <ns0:pt idx="575">
                  <ns0:v>127.533657564</ns0:v>
                </ns0:pt>
                <ns0:pt idx="576">
                  <ns0:v>85.3161795333</ns0:v>
                </ns0:pt>
                <ns0:pt idx="577">
                  <ns0:v>7.15299046143</ns0:v>
                </ns0:pt>
                <ns0:pt idx="578">
                  <ns0:v>-65.2309406861</ns0:v>
                </ns0:pt>
                <ns0:pt idx="579">
                  <ns0:v>-106.962382683</ns0:v>
                </ns0:pt>
                <ns0:pt idx="580">
                  <ns0:v>-95.208199715</ns0:v>
                </ns0:pt>
                <ns0:pt idx="581">
                  <ns0:v>-23.2914237617</ns0:v>
                </ns0:pt>
                <ns0:pt idx="582">
                  <ns0:v>72.5313588725</ns0:v>
                </ns0:pt>
                <ns0:pt idx="583">
                  <ns0:v>139.293143583</ns0:v>
                </ns0:pt>
                <ns0:pt idx="584">
                  <ns0:v>143.842259074</ns0:v>
                </ns0:pt>
                <ns0:pt idx="585">
                  <ns0:v>82.7366968793</ns0:v>
                </ns0:pt>
                <ns0:pt idx="586">
                  <ns0:v>-11.3654873624</ns0:v>
                </ns0:pt>
                <ns0:pt idx="587">
                  <ns0:v>-85.6325544557</ns0:v>
                </ns0:pt>
                <ns0:pt idx="588">
                  <ns0:v>-110.159347422</ns0:v>
                </ns0:pt>
                <ns0:pt idx="589">
                  <ns0:v>-92.5810744746</ns0:v>
                </ns0:pt>
                <ns0:pt idx="590">
                  <ns0:v>-46.1642153554</ns0:v>
                </ns0:pt>
                <ns0:pt idx="591">
                  <ns0:v>29.7772063634</ns0:v>
                </ns0:pt>
                <ns0:pt idx="592">
                  <ns0:v>117.268045158</ns0:v>
                </ns0:pt>
                <ns0:pt idx="593">
                  <ns0:v>167.787358031</ns0:v>
                </ns0:pt>
                <ns0:pt idx="594">
                  <ns0:v>147.802007998</ns0:v>
                </ns0:pt>
                <ns0:pt idx="595">
                  <ns0:v>62.2654886201</ns0:v>
                </ns0:pt>
                <ns0:pt idx="596">
                  <ns0:v>-52.8773850799</ns0:v>
                </ns0:pt>
                <ns0:pt idx="597">
                  <ns0:v>-136.668319089</ns0:v>
                </ns0:pt>
                <ns0:pt idx="598">
                  <ns0:v>-142.449757969</ns0:v>
                </ns0:pt>
                <ns0:pt idx="599">
                  <ns0:v>-84.9963730984</ns0:v>
                </ns0:pt>
                <ns0:pt idx="600">
                  <ns0:v>-9.33441981579</ns0:v>
                </ns0:pt>
                <ns0:pt idx="601">
                  <ns0:v>59.5018474132</ns0:v>
                </ns0:pt>
                <ns0:pt idx="602">
                  <ns0:v>103.251963116</ns0:v>
                </ns0:pt>
                <ns0:pt idx="603">
                  <ns0:v>105.877336609</ns0:v>
                </ns0:pt>
                <ns0:pt idx="604">
                  <ns0:v>65.8490217282</ns0:v>
                </ns0:pt>
                <ns0:pt idx="605">
                  <ns0:v>-9.69182946067</ns0:v>
                </ns0:pt>
                <ns0:pt idx="606">
                  <ns0:v>-82.8816326214</ns0:v>
                </ns0:pt>
                <ns0:pt idx="607">
                  <ns0:v>-90.8048880509</ns0:v>
                </ns0:pt>
                <ns0:pt idx="608">
                  <ns0:v>-25.5932858822</ns0:v>
                </ns0:pt>
                <ns0:pt idx="609">
                  <ns0:v>51.2953036532</ns0:v>
                </ns0:pt>
                <ns0:pt idx="610">
                  <ns0:v>98.0928108691</ns0:v>
                </ns0:pt>
                <ns0:pt idx="611">
                  <ns0:v>116.188941381</ns0:v>
                </ns0:pt>
                <ns0:pt idx="612">
                  <ns0:v>98.9929871627</ns0:v>
                </ns0:pt>
                <ns0:pt idx="613">
                  <ns0:v>45.9578078382</ns0:v>
                </ns0:pt>
                <ns0:pt idx="614">
                  <ns0:v>-10.8860092351</ns0:v>
                </ns0:pt>
                <ns0:pt idx="615">
                  <ns0:v>-52.7609682792</ns0:v>
                </ns0:pt>
                <ns0:pt idx="616">
                  <ns0:v>-91.7581512608</ns0:v>
                </ns0:pt>
                <ns0:pt idx="617">
                  <ns0:v>-118.717468653</ns0:v>
                </ns0:pt>
                <ns0:pt idx="618">
                  <ns0:v>-104.702817123</ns0:v>
                </ns0:pt>
                <ns0:pt idx="619">
                  <ns0:v>-53.0924390632</ns0:v>
                </ns0:pt>
                <ns0:pt idx="620">
                  <ns0:v>15.4473235701</ns0:v>
                </ns0:pt>
                <ns0:pt idx="621">
                  <ns0:v>91.6362890559</ns0:v>
                </ns0:pt>
                <ns0:pt idx="622">
                  <ns0:v>143.312109196</ns0:v>
                </ns0:pt>
                <ns0:pt idx="623">
                  <ns0:v>126.944379632</ns0:v>
                </ns0:pt>
                <ns0:pt idx="624">
                  <ns0:v>59.6823902006</ns0:v>
                </ns0:pt>
                <ns0:pt idx="625">
                  <ns0:v>-4.20042966604</ns0:v>
                </ns0:pt>
                <ns0:pt idx="626">
                  <ns0:v>-54.779114473</ns0:v>
                </ns0:pt>
                <ns0:pt idx="627">
                  <ns0:v>-100.843033831</ns0:v>
                </ns0:pt>
                <ns0:pt idx="628">
                  <ns0:v>-114.008221105</ns0:v>
                </ns0:pt>
                <ns0:pt idx="629">
                  <ns0:v>-70.6312120147</ns0:v>
                </ns0:pt>
                <ns0:pt idx="630">
                  <ns0:v>3.53879237363</ns0:v>
                </ns0:pt>
                <ns0:pt idx="631">
                  <ns0:v>66.8171304733</ns0:v>
                </ns0:pt>
                <ns0:pt idx="632">
                  <ns0:v>94.8436826278</ns0:v>
                </ns0:pt>
                <ns0:pt idx="633">
                  <ns0:v>73.5507179119</ns0:v>
                </ns0:pt>
                <ns0:pt idx="634">
                  <ns0:v>11.8430122994</ns0:v>
                </ns0:pt>
                <ns0:pt idx="635">
                  <ns0:v>-41.0546454558</ns0:v>
                </ns0:pt>
                <ns0:pt idx="636">
                  <ns0:v>-42.3763122577</ns0:v>
                </ns0:pt>
                <ns0:pt idx="637">
                  <ns0:v>-10.3050350477</ns0:v>
                </ns0:pt>
                <ns0:pt idx="638">
                  <ns0:v>17.6597847988</ns0:v>
                </ns0:pt>
                <ns0:pt idx="639">
                  <ns0:v>46.1062578186</ns0:v>
                </ns0:pt>
                <ns0:pt idx="640">
                  <ns0:v>84.4791585402</ns0:v>
                </ns0:pt>
                <ns0:pt idx="641">
                  <ns0:v>104.608794863</ns0:v>
                </ns0:pt>
                <ns0:pt idx="642">
                  <ns0:v>80.5534582992</ns0:v>
                </ns0:pt>
                <ns0:pt idx="643">
                  <ns0:v>21.7015929614</ns0:v>
                </ns0:pt>
                <ns0:pt idx="644">
                  <ns0:v>-42.4036064264</ns0:v>
                </ns0:pt>
                <ns0:pt idx="645">
                  <ns0:v>-83.4776403574</ns0:v>
                </ns0:pt>
                <ns0:pt idx="646">
                  <ns0:v>-90.1382796851</ns0:v>
                </ns0:pt>
                <ns0:pt idx="647">
                  <ns0:v>-61.6717048136</ns0:v>
                </ns0:pt>
                <ns0:pt idx="648">
                  <ns0:v>-2.51014923424</ns0:v>
                </ns0:pt>
                <ns0:pt idx="649">
                  <ns0:v>59.7162100445</ns0:v>
                </ns0:pt>
                <ns0:pt idx="650">
                  <ns0:v>91.2723494383</ns0:v>
                </ns0:pt>
                <ns0:pt idx="651">
                  <ns0:v>87.4086474099</ns0:v>
                </ns0:pt>
                <ns0:pt idx="652">
                  <ns0:v>52.9432219882</ns0:v>
                </ns0:pt>
                <ns0:pt idx="653">
                  <ns0:v>-3.22892862263</ns0:v>
                </ns0:pt>
                <ns0:pt idx="654">
                  <ns0:v>-42.3088111626</ns0:v>
                </ns0:pt>
                <ns0:pt idx="655">
                  <ns0:v>-37.8823040211</ns0:v>
                </ns0:pt>
                <ns0:pt idx="656">
                  <ns0:v>-12.5672478356</ns0:v>
                </ns0:pt>
                <ns0:pt idx="657">
                  <ns0:v>10.2292683478</ns0:v>
                </ns0:pt>
                <ns0:pt idx="658">
                  <ns0:v>22.2815669177</ns0:v>
                </ns0:pt>
                <ns0:pt idx="659">
                  <ns0:v>13.3958076901</ns0:v>
                </ns0:pt>
                <ns0:pt idx="660">
                  <ns0:v>-3.32208602145</ns0:v>
                </ns0:pt>
                <ns0:pt idx="661">
                  <ns0:v>-4.48684170436</ns0:v>
                </ns0:pt>
                <ns0:pt idx="662">
                  <ns0:v>3.77166411486</ns0:v>
                </ns0:pt>
                <ns0:pt idx="663">
                  <ns0:v>14.3539184217</ns0:v>
                </ns0:pt>
                <ns0:pt idx="664">
                  <ns0:v>30.5037560755</ns0:v>
                </ns0:pt>
                <ns0:pt idx="665">
                  <ns0:v>29.3921361924</ns0:v>
                </ns0:pt>
                <ns0:pt idx="666">
                  <ns0:v>-9.33883114649</ns0:v>
                </ns0:pt>
                <ns0:pt idx="667">
                  <ns0:v>-55.9498828233</ns0:v>
                </ns0:pt>
                <ns0:pt idx="668">
                  <ns0:v>-67.7972704622</ns0:v>
                </ns0:pt>
                <ns0:pt idx="669">
                  <ns0:v>-43.6343762873</ns0:v>
                </ns0:pt>
                <ns0:pt idx="670">
                  <ns0:v>-11.9989092206</ns0:v>
                </ns0:pt>
                <ns0:pt idx="671">
                  <ns0:v>6.44046493471</ns0:v>
                </ns0:pt>
                <ns0:pt idx="672">
                  <ns0:v>1.68979320859</ns0:v>
                </ns0:pt>
                <ns0:pt idx="673">
                  <ns0:v>-29.5118254999</ns0:v>
                </ns0:pt>
                <ns0:pt idx="674">
                  <ns0:v>-57.510357217</ns0:v>
                </ns0:pt>
                <ns0:pt idx="675">
                  <ns0:v>-35.6129698241</ns0:v>
                </ns0:pt>
                <ns0:pt idx="676">
                  <ns0:v>29.075408342</ns0:v>
                </ns0:pt>
                <ns0:pt idx="677">
                  <ns0:v>79.670157548</ns0:v>
                </ns0:pt>
                <ns0:pt idx="678">
                  <ns0:v>83.5243084975</ns0:v>
                </ns0:pt>
                <ns0:pt idx="679">
                  <ns0:v>41.7231629629</ns0:v>
                </ns0:pt>
                <ns0:pt idx="680">
                  <ns0:v>-38.5718408852</ns0:v>
                </ns0:pt>
                <ns0:pt idx="681">
                  <ns0:v>-126.933441014</ns0:v>
                </ns0:pt>
                <ns0:pt idx="682">
                  <ns0:v>-167.675576565</ns0:v>
                </ns0:pt>
                <ns0:pt idx="683">
                  <ns0:v>-128.237181548</ns0:v>
                </ns0:pt>
                <ns0:pt idx="684">
                  <ns0:v>-28.3041941751</ns0:v>
                </ns0:pt>
                <ns0:pt idx="685">
                  <ns0:v>84.5241329484</ns0:v>
                </ns0:pt>
                <ns0:pt idx="686">
                  <ns0:v>163.012519067</ns0:v>
                </ns0:pt>
                <ns0:pt idx="687">
                  <ns0:v>165.559851436</ns0:v>
                </ns0:pt>
                <ns0:pt idx="688">
                  <ns0:v>83.0040696101</ns0:v>
                </ns0:pt>
                <ns0:pt idx="689">
                  <ns0:v>-35.518360425</ns0:v>
                </ns0:pt>
                <ns0:pt idx="690">
                  <ns0:v>-123.448567113</ns0:v>
                </ns0:pt>
                <ns0:pt idx="691">
                  <ns0:v>-141.349281906</ns0:v>
                </ns0:pt>
                <ns0:pt idx="692">
                  <ns0:v>-76.033871113</ns0:v>
                </ns0:pt>
                <ns0:pt idx="693">
                  <ns0:v>44.4693914464</ns0:v>
                </ns0:pt>
                <ns0:pt idx="694">
                  <ns0:v>144.413155208</ns0:v>
                </ns0:pt>
                <ns0:pt idx="695">
                  <ns0:v>161.222361101</ns0:v>
                </ns0:pt>
                <ns0:pt idx="696">
                  <ns0:v>100.451416497</ns0:v>
                </ns0:pt>
                <ns0:pt idx="697">
                  <ns0:v>6.29649020948</ns0:v>
                </ns0:pt>
                <ns0:pt idx="698">
                  <ns0:v>-88.7160977156</ns0:v>
                </ns0:pt>
                <ns0:pt idx="699">
                  <ns0:v>-152.652404698</ns0:v>
                </ns0:pt>
                <ns0:pt idx="700">
                  <ns0:v>-143.725532857</ns0:v>
                </ns0:pt>
                <ns0:pt idx="701">
                  <ns0:v>-53.5104857039</ns0:v>
                </ns0:pt>
                <ns0:pt idx="702">
                  <ns0:v>66.4847652829</ns0:v>
                </ns0:pt>
                <ns0:pt idx="703">
                  <ns0:v>142.429757107</ns0:v>
                </ns0:pt>
                <ns0:pt idx="704">
                  <ns0:v>139.730860719</ns0:v>
                </ns0:pt>
                <ns0:pt idx="705">
                  <ns0:v>81.6288039583</ns0:v>
                </ns0:pt>
                <ns0:pt idx="706">
                  <ns0:v>9.52514325823</ns0:v>
                </ns0:pt>
                <ns0:pt idx="707">
                  <ns0:v>-50.5422623209</ns0:v>
                </ns0:pt>
                <ns0:pt idx="708">
                  <ns0:v>-76.2882644754</ns0:v>
                </ns0:pt>
                <ns0:pt idx="709">
                  <ns0:v>-59.2951525041</ns0:v>
                </ns0:pt>
                <ns0:pt idx="710">
                  <ns0:v>-25.1760944338</ns0:v>
                </ns0:pt>
                <ns0:pt idx="711">
                  <ns0:v>2.90967924449</ns0:v>
                </ns0:pt>
                <ns0:pt idx="712">
                  <ns0:v>24.7397154157</ns0:v>
                </ns0:pt>
                <ns0:pt idx="713">
                  <ns0:v>33.9747857468</ns0:v>
                </ns0:pt>
                <ns0:pt idx="714">
                  <ns0:v>26.8616385403</ns0:v>
                </ns0:pt>
                <ns0:pt idx="715">
                  <ns0:v>27.0604143266</ns0:v>
                </ns0:pt>
                <ns0:pt idx="716">
                  <ns0:v>39.9909689805</ns0:v>
                </ns0:pt>
                <ns0:pt idx="717">
                  <ns0:v>29.8248972961</ns0:v>
                </ns0:pt>
                <ns0:pt idx="718">
                  <ns0:v>-9.59041397771</ns0:v>
                </ns0:pt>
                <ns0:pt idx="719">
                  <ns0:v>-34.934800248</ns0:v>
                </ns0:pt>
                <ns0:pt idx="720">
                  <ns0:v>-27.1357571905</ns0:v>
                </ns0:pt>
                <ns0:pt idx="721">
                  <ns0:v>-11.2584916427</ns0:v>
                </ns0:pt>
                <ns0:pt idx="722">
                  <ns0:v>-11.4791833411</ns0:v>
                </ns0:pt>
                <ns0:pt idx="723">
                  <ns0:v>-31.8293904966</ns0:v>
                </ns0:pt>
                <ns0:pt idx="724">
                  <ns0:v>-55.6098488363</ns0:v>
                </ns0:pt>
                <ns0:pt idx="725">
                  <ns0:v>-56.3127303518</ns0:v>
                </ns0:pt>
                <ns0:pt idx="726">
                  <ns0:v>-31.8636298789</ns0:v>
                </ns0:pt>
                <ns0:pt idx="727">
                  <ns0:v>-3.81771664544</ns0:v>
                </ns0:pt>
                <ns0:pt idx="728">
                  <ns0:v>17.853557818</ns0:v>
                </ns0:pt>
                <ns0:pt idx="729">
                  <ns0:v>28.1402201998</ns0:v>
                </ns0:pt>
                <ns0:pt idx="730">
                  <ns0:v>11.3968152234</ns0:v>
                </ns0:pt>
                <ns0:pt idx="731">
                  <ns0:v>-29.6288874551</ns0:v>
                </ns0:pt>
                <ns0:pt idx="732">
                  <ns0:v>-64.2969284331</ns0:v>
                </ns0:pt>
                <ns0:pt idx="733">
                  <ns0:v>-65.4992287733</ns0:v>
                </ns0:pt>
                <ns0:pt idx="734">
                  <ns0:v>-19.1348178621</ns0:v>
                </ns0:pt>
                <ns0:pt idx="735">
                  <ns0:v>71.8750847956</ns0:v>
                </ns0:pt>
                <ns0:pt idx="736">
                  <ns0:v>161.059268103</ns0:v>
                </ns0:pt>
                <ns0:pt idx="737">
                  <ns0:v>176.236583532</ns0:v>
                </ns0:pt>
                <ns0:pt idx="738">
                  <ns0:v>91.0911668683</ns0:v>
                </ns0:pt>
                <ns0:pt idx="739">
                  <ns0:v>-47.276124242</ns0:v>
                </ns0:pt>
                <ns0:pt idx="740">
                  <ns0:v>-160.82763349</ns0:v>
                </ns0:pt>
                <ns0:pt idx="741">
                  <ns0:v>-178.844448684</ns0:v>
                </ns0:pt>
                <ns0:pt idx="742">
                  <ns0:v>-73.5518556614</ns0:v>
                </ns0:pt>
                <ns0:pt idx="743">
                  <ns0:v>98.3278587307</ns0:v>
                </ns0:pt>
                <ns0:pt idx="744">
                  <ns0:v>230.12656884</ns0:v>
                </ns0:pt>
                <ns0:pt idx="745">
                  <ns0:v>235.869066391</ns0:v>
                </ns0:pt>
                <ns0:pt idx="746">
                  <ns0:v>97.6010979064</ns0:v>
                </ns0:pt>
                <ns0:pt idx="747">
                  <ns0:v>-106.114842611</ns0:v>
                </ns0:pt>
                <ns0:pt idx="748">
                  <ns0:v>-259.667354844</ns0:v>
                </ns0:pt>
                <ns0:pt idx="749">
                  <ns0:v>-275.236002364</ns0:v>
                </ns0:pt>
                <ns0:pt idx="750">
                  <ns0:v>-133.653536077</ns0:v>
                </ns0:pt>
                <ns0:pt idx="751">
                  <ns0:v>75.8822990363</ns0:v>
                </ns0:pt>
                <ns0:pt idx="752">
                  <ns0:v>236.908995704</ns0:v>
                </ns0:pt>
                <ns0:pt idx="753">
                  <ns0:v>267.523540535</ns0:v>
                </ns0:pt>
                <ns0:pt idx="754">
                  <ns0:v>143.206631013</ns0:v>
                </ns0:pt>
                <ns0:pt idx="755">
                  <ns0:v>-44.3281649394</ns0:v>
                </ns0:pt>
                <ns0:pt idx="756">
                  <ns0:v>-179.323884374</ns0:v>
                </ns0:pt>
                <ns0:pt idx="757">
                  <ns0:v>-213.777923169</ns0:v>
                </ns0:pt>
                <ns0:pt idx="758">
                  <ns0:v>-141.375580678</ns0:v>
                </ns0:pt>
                <ns0:pt idx="759">
                  <ns0:v>-3.92081350505</ns0:v>
                </ns0:pt>
                <ns0:pt idx="760">
                  <ns0:v>129.04952713</ns0:v>
                </ns0:pt>
                <ns0:pt idx="761">
                  <ns0:v>203.118015045</ns0:v>
                </ns0:pt>
                <ns0:pt idx="762">
                  <ns0:v>193.043272195</ns0:v>
                </ns0:pt>
                <ns0:pt idx="763">
                  <ns0:v>101.852716628</ns0:v>
                </ns0:pt>
                <ns0:pt idx="764">
                  <ns0:v>-43.1159869142</ns0:v>
                </ns0:pt>
                <ns0:pt idx="765">
                  <ns0:v>-171.357908548</ns0:v>
                </ns0:pt>
                <ns0:pt idx="766">
                  <ns0:v>-196.912773093</ns0:v>
                </ns0:pt>
                <ns0:pt idx="767">
                  <ns0:v>-103.459172107</ns0:v>
                </ns0:pt>
                <ns0:pt idx="768">
                  <ns0:v>40.6898420511</ns0:v>
                </ns0:pt>
                <ns0:pt idx="769">
                  <ns0:v>158.052042691</ns0:v>
                </ns0:pt>
                <ns0:pt idx="770">
                  <ns0:v>199.013124101</ns0:v>
                </ns0:pt>
                <ns0:pt idx="771">
                  <ns0:v>143.084417492</ns0:v>
                </ns0:pt>
                <ns0:pt idx="772">
                  <ns0:v>22.2676807878</ns0:v>
                </ns0:pt>
                <ns0:pt idx="773">
                  <ns0:v>-101.643263294</ns0:v>
                </ns0:pt>
                <ns0:pt idx="774">
                  <ns0:v>-168.852248535</ns0:v>
                </ns0:pt>
                <ns0:pt idx="775">
                  <ns0:v>-141.566008134</ns0:v>
                </ns0:pt>
                <ns0:pt idx="776">
                  <ns0:v>-42.5394981885</ns0:v>
                </ns0:pt>
                <ns0:pt idx="777">
                  <ns0:v>73.0410808295</ns0:v>
                </ns0:pt>
                <ns0:pt idx="778">
                  <ns0:v>167.573457375</ns0:v>
                </ns0:pt>
                <ns0:pt idx="779">
                  <ns0:v>198.584599207</ns0:v>
                </ns0:pt>
                <ns0:pt idx="780">
                  <ns0:v>128.087123785</ns0:v>
                </ns0:pt>
                <ns0:pt idx="781">
                  <ns0:v>-17.4354112617</ns0:v>
                </ns0:pt>
                <ns0:pt idx="782">
                  <ns0:v>-165.174353131</ns0:v>
                </ns0:pt>
                <ns0:pt idx="783">
                  <ns0:v>-246.426817722</ns0:v>
                </ns0:pt>
                <ns0:pt idx="784">
                  <ns0:v>-206.312863828</ns0:v>
                </ns0:pt>
                <ns0:pt idx="785">
                  <ns0:v>-48.1830169101</ns0:v>
                </ns0:pt>
                <ns0:pt idx="786">
                  <ns0:v>139.163623863</ns0:v>
                </ns0:pt>
                <ns0:pt idx="787">
                  <ns0:v>251.822309751</ns0:v>
                </ns0:pt>
                <ns0:pt idx="788">
                  <ns0:v>229.948110315</ns0:v>
                </ns0:pt>
                <ns0:pt idx="789">
                  <ns0:v>90.0827152899</ns0:v>
                </ns0:pt>
                <ns0:pt idx="790">
                  <ns0:v>-81.5705563437</ns0:v>
                </ns0:pt>
                <ns0:pt idx="791">
                  <ns0:v>-205.819182634</ns0:v>
                </ns0:pt>
                <ns0:pt idx="792">
                  <ns0:v>-234.925879623</ns0:v>
                </ns0:pt>
                <ns0:pt idx="793">
                  <ns0:v>-163.415513895</ns0:v>
                </ns0:pt>
                <ns0:pt idx="794">
                  <ns0:v>-44.4440402616</ns0:v>
                </ns0:pt>
                <ns0:pt idx="795">
                  <ns0:v>67.1667601252</ns0:v>
                </ns0:pt>
                <ns0:pt idx="796">
                  <ns0:v>138.619602359</ns0:v>
                </ns0:pt>
                <ns0:pt idx="797">
                  <ns0:v>140.961953963</ns0:v>
                </ns0:pt>
                <ns0:pt idx="798">
                  <ns0:v>75.4191324113</ns0:v>
                </ns0:pt>
                <ns0:pt idx="799">
                  <ns0:v>-10.2447359387</ns0:v>
                </ns0:pt>
                <ns0:pt idx="800">
                  <ns0:v>-65.683576414</ns0:v>
                </ns0:pt>
                <ns0:pt idx="801">
                  <ns0:v>-78.1326309912</ns0:v>
                </ns0:pt>
                <ns0:pt idx="802">
                  <ns0:v>-60.6517097518</ns0:v>
                </ns0:pt>
                <ns0:pt idx="803">
                  <ns0:v>-26.8328810905</ns0:v>
                </ns0:pt>
                <ns0:pt idx="804">
                  <ns0:v>9.52857262199</ns0:v>
                </ns0:pt>
                <ns0:pt idx="805">
                  <ns0:v>34.3791251389</ns0:v>
                </ns0:pt>
                <ns0:pt idx="806">
                  <ns0:v>43.4398356364</ns0:v>
                </ns0:pt>
                <ns0:pt idx="807">
                  <ns0:v>33.9921818176</ns0:v>
                </ns0:pt>
                <ns0:pt idx="808">
                  <ns0:v>1.92319729623</ns0:v>
                </ns0:pt>
                <ns0:pt idx="809">
                  <ns0:v>-33.0615865732</ns0:v>
                </ns0:pt>
                <ns0:pt idx="810">
                  <ns0:v>-36.0114765045</ns0:v>
                </ns0:pt>
                <ns0:pt idx="811">
                  <ns0:v>1.96385491762</ns0:v>
                </ns0:pt>
                <ns0:pt idx="812">
                  <ns0:v>61.1749643736</ns0:v>
                </ns0:pt>
                <ns0:pt idx="813">
                  <ns0:v>111.50497411</ns0:v>
                </ns0:pt>
                <ns0:pt idx="814">
                  <ns0:v>116.100842079</ns0:v>
                </ns0:pt>
                <ns0:pt idx="815">
                  <ns0:v>58.6406113732</ns0:v>
                </ns0:pt>
                <ns0:pt idx="816">
                  <ns0:v>-27.2177917187</ns0:v>
                </ns0:pt>
                <ns0:pt idx="817">
                  <ns0:v>-91.2121926823</ns0:v>
                </ns0:pt>
                <ns0:pt idx="818">
                  <ns0:v>-111.298888364</ns0:v>
                </ns0:pt>
                <ns0:pt idx="819">
                  <ns0:v>-87.193413471</ns0:v>
                </ns0:pt>
                <ns0:pt idx="820">
                  <ns0:v>-24.1384314875</ns0:v>
                </ns0:pt>
                <ns0:pt idx="821">
                  <ns0:v>59.9415752179</ns0:v>
                </ns0:pt>
                <ns0:pt idx="822">
                  <ns0:v>129.341701509</ns0:v>
                </ns0:pt>
                <ns0:pt idx="823">
                  <ns0:v>152.934447843</ns0:v>
                </ns0:pt>
                <ns0:pt idx="824">
                  <ns0:v>126.031453883</ns0:v>
                </ns0:pt>
                <ns0:pt idx="825">
                  <ns0:v>58.8911558335</ns0:v>
                </ns0:pt>
                <ns0:pt idx="826">
                  <ns0:v>-34.9629012626</ns0:v>
                </ns0:pt>
                <ns0:pt idx="827">
                  <ns0:v>-126.217081627</ns0:v>
                </ns0:pt>
                <ns0:pt idx="828">
                  <ns0:v>-169.624123435</ns0:v>
                </ns0:pt>
                <ns0:pt idx="829">
                  <ns0:v>-131.548967123</ns0:v>
                </ns0:pt>
                <ns0:pt idx="830">
                  <ns0:v>-19.8677632517</ns0:v>
                </ns0:pt>
                <ns0:pt idx="831">
                  <ns0:v>107.895489786</ns0:v>
                </ns0:pt>
                <ns0:pt idx="832">
                  <ns0:v>174.301978659</ns0:v>
                </ns0:pt>
                <ns0:pt idx="833">
                  <ns0:v>135.438927098</ns0:v>
                </ns0:pt>
                <ns0:pt idx="834">
                  <ns0:v>23.4002673841</ns0:v>
                </ns0:pt>
                <ns0:pt idx="835">
                  <ns0:v>-78.5654952337</ns0:v>
                </ns0:pt>
                <ns0:pt idx="836">
                  <ns0:v>-117.849586072</ns0:v>
                </ns0:pt>
                <ns0:pt idx="837">
                  <ns0:v>-99.2180461429</ns0:v>
                </ns0:pt>
                <ns0:pt idx="838">
                  <ns0:v>-47.6814176676</ns0:v>
                </ns0:pt>
                <ns0:pt idx="839">
                  <ns0:v>16.6007076676</ns0:v>
                </ns0:pt>
                <ns0:pt idx="840">
                  <ns0:v>69.0078734726</ns0:v>
                </ns0:pt>
                <ns0:pt idx="841">
                  <ns0:v>85.0971692116</ns0:v>
                </ns0:pt>
                <ns0:pt idx="842">
                  <ns0:v>69.1347846421</ns0:v>
                </ns0:pt>
                <ns0:pt idx="843">
                  <ns0:v>41.8228594666</ns0:v>
                </ns0:pt>
                <ns0:pt idx="844">
                  <ns0:v>11.0795614729</ns0:v>
                </ns0:pt>
                <ns0:pt idx="845">
                  <ns0:v>-17.0305400603</ns0:v>
                </ns0:pt>
                <ns0:pt idx="846">
                  <ns0:v>-27.7429484986</ns0:v>
                </ns0:pt>
                <ns0:pt idx="847">
                  <ns0:v>-19.0677567183</ns0:v>
                </ns0:pt>
                <ns0:pt idx="848">
                  <ns0:v>-7.52897260359</ns0:v>
                </ns0:pt>
                <ns0:pt idx="849">
                  <ns0:v>-1.95536047383</ns0:v>
                </ns0:pt>
                <ns0:pt idx="850">
                  <ns0:v>2.93077219522</ns0:v>
                </ns0:pt>
                <ns0:pt idx="851">
                  <ns0:v>8.75957056661</ns0:v>
                </ns0:pt>
                <ns0:pt idx="852">
                  <ns0:v>20.1786358287</ns0:v>
                </ns0:pt>
                <ns0:pt idx="853">
                  <ns0:v>42.2968110753</ns0:v>
                </ns0:pt>
                <ns0:pt idx="854">
                  <ns0:v>49.1185139315</ns0:v>
                </ns0:pt>
                <ns0:pt idx="855">
                  <ns0:v>9.51505392393</ns0:v>
                </ns0:pt>
                <ns0:pt idx="856">
                  <ns0:v>-57.4517276667</ns0:v>
                </ns0:pt>
                <ns0:pt idx="857">
                  <ns0:v>-105.898629928</ns0:v>
                </ns0:pt>
                <ns0:pt idx="858">
                  <ns0:v>-106.726760038</ns0:v>
                </ns0:pt>
                <ns0:pt idx="859">
                  <ns0:v>-52.7096030281</ns0:v>
                </ns0:pt>
                <ns0:pt idx="860">
                  <ns0:v>26.8989258879</ns0:v>
                </ns0:pt>
                <ns0:pt idx="861">
                  <ns0:v>81.8496594968</ns0:v>
                </ns0:pt>
                <ns0:pt idx="862">
                  <ns0:v>92.2311756951</ns0:v>
                </ns0:pt>
                <ns0:pt idx="863">
                  <ns0:v>63.4320889827</ns0:v>
                </ns0:pt>
                <ns0:pt idx="864">
                  <ns0:v>7.66300571931</ns0:v>
                </ns0:pt>
                <ns0:pt idx="865">
                  <ns0:v>-41.6864493247</ns0:v>
                </ns0:pt>
                <ns0:pt idx="866">
                  <ns0:v>-60.2245638014</ns0:v>
                </ns0:pt>
                <ns0:pt idx="867">
                  <ns0:v>-65.1234394791</ns0:v>
                </ns0:pt>
                <ns0:pt idx="868">
                  <ns0:v>-67.560654032</ns0:v>
                </ns0:pt>
                <ns0:pt idx="869">
                  <ns0:v>-47.7496455687</ns0:v>
                </ns0:pt>
                <ns0:pt idx="870">
                  <ns0:v>-3.19219457155</ns0:v>
                </ns0:pt>
                <ns0:pt idx="871">
                  <ns0:v>38.8133000025</ns0:v>
                </ns0:pt>
                <ns0:pt idx="872">
                  <ns0:v>51.9816378439</ns0:v>
                </ns0:pt>
                <ns0:pt idx="873">
                  <ns0:v>26.1819756009</ns0:v>
                </ns0:pt>
                <ns0:pt idx="874">
                  <ns0:v>-20.1378240364</ns0:v>
                </ns0:pt>
                <ns0:pt idx="875">
                  <ns0:v>-48.1642144993</ns0:v>
                </ns0:pt>
                <ns0:pt idx="876">
                  <ns0:v>-36.6945634358</ns0:v>
                </ns0:pt>
                <ns0:pt idx="877">
                  <ns0:v>7.97954770501</ns0:v>
                </ns0:pt>
                <ns0:pt idx="878">
                  <ns0:v>62.4194538383</ns0:v>
                </ns0:pt>
                <ns0:pt idx="879">
                  <ns0:v>93.6701821747</ns0:v>
                </ns0:pt>
                <ns0:pt idx="880">
                  <ns0:v>83.4599047882</ns0:v>
                </ns0:pt>
                <ns0:pt idx="881">
                  <ns0:v>38.8718586449</ns0:v>
                </ns0:pt>
                <ns0:pt idx="882">
                  <ns0:v>-23.0854411547</ns0:v>
                </ns0:pt>
                <ns0:pt idx="883">
                  <ns0:v>-73.0455995964</ns0:v>
                </ns0:pt>
                <ns0:pt idx="884">
                  <ns0:v>-76.4460409931</ns0:v>
                </ns0:pt>
                <ns0:pt idx="885">
                  <ns0:v>-30.7953615801</ns0:v>
                </ns0:pt>
                <ns0:pt idx="886">
                  <ns0:v>33.3215429825</ns0:v>
                </ns0:pt>
                <ns0:pt idx="887">
                  <ns0:v>77.1790325803</ns0:v>
                </ns0:pt>
                <ns0:pt idx="888">
                  <ns0:v>70.1773133742</ns0:v>
                </ns0:pt>
                <ns0:pt idx="889">
                  <ns0:v>27.8197363796</ns0:v>
                </ns0:pt>
                <ns0:pt idx="890">
                  <ns0:v>4.60963162091</ns0:v>
                </ns0:pt>
                <ns0:pt idx="891">
                  <ns0:v>11.5168139473</ns0:v>
                </ns0:pt>
                <ns0:pt idx="892">
                  <ns0:v>15.8551267056</ns0:v>
                </ns0:pt>
                <ns0:pt idx="893">
                  <ns0:v>12.2544467787</ns0:v>
                </ns0:pt>
                <ns0:pt idx="894">
                  <ns0:v>1.05278674124</ns0:v>
                </ns0:pt>
                <ns0:pt idx="895">
                  <ns0:v>-37.7511604022</ns0:v>
                </ns0:pt>
                <ns0:pt idx="896">
                  <ns0:v>-81.1671967698</ns0:v>
                </ns0:pt>
                <ns0:pt idx="897">
                  <ns0:v>-75.6578083937</ns0:v>
                </ns0:pt>
                <ns0:pt idx="898">
                  <ns0:v>-32.6000621107</ns0:v>
                </ns0:pt>
                <ns0:pt idx="899">
                  <ns0:v>-9.50289214518</ns0:v>
                </ns0:pt>
                <ns0:pt idx="900">
                  <ns0:v>-23.4229133252</ns0:v>
                </ns0:pt>
                <ns0:pt idx="901">
                  <ns0:v>-51.2184217655</ns0:v>
                </ns0:pt>
                <ns0:pt idx="902">
                  <ns0:v>-71.852096133</ns0:v>
                </ns0:pt>
                <ns0:pt idx="903">
                  <ns0:v>-75.7217066156</ns0:v>
                </ns0:pt>
                <ns0:pt idx="904">
                  <ns0:v>-52.9515762277</ns0:v>
                </ns0:pt>
                <ns0:pt idx="905">
                  <ns0:v>6.8290713685</ns0:v>
                </ns0:pt>
                <ns0:pt idx="906">
                  <ns0:v>79.2971153977</ns0:v>
                </ns0:pt>
                <ns0:pt idx="907">
                  <ns0:v>109.509543691</ns0:v>
                </ns0:pt>
                <ns0:pt idx="908">
                  <ns0:v>78.7007106849</ns0:v>
                </ns0:pt>
                <ns0:pt idx="909">
                  <ns0:v>6.26076444722</ns0:v>
                </ns0:pt>
                <ns0:pt idx="910">
                  <ns0:v>-89.7163293498</ns0:v>
                </ns0:pt>
                <ns0:pt idx="911">
                  <ns0:v>-165.298499967</ns0:v>
                </ns0:pt>
                <ns0:pt idx="912">
                  <ns0:v>-162.231760267</ns0:v>
                </ns0:pt>
                <ns0:pt idx="913">
                  <ns0:v>-81.2179238498</ns0:v>
                </ns0:pt>
                <ns0:pt idx="914">
                  <ns0:v>38.7723517662</ns0:v>
                </ns0:pt>
                <ns0:pt idx="915">
                  <ns0:v>161.383056124</ns0:v>
                </ns0:pt>
                <ns0:pt idx="916">
                  <ns0:v>218.312611051</ns0:v>
                </ns0:pt>
                <ns0:pt idx="917">
                  <ns0:v>155.069310585</ns0:v>
                </ns0:pt>
                <ns0:pt idx="918">
                  <ns0:v>17.7667391555</ns0:v>
                </ns0:pt>
                <ns0:pt idx="919">
                  <ns0:v>-110.977831372</ns0:v>
                </ns0:pt>
                <ns0:pt idx="920">
                  <ns0:v>-182.774762235</ns0:v>
                </ns0:pt>
                <ns0:pt idx="921">
                  <ns0:v>-159.69397092</ns0:v>
                </ns0:pt>
                <ns0:pt idx="922">
                  <ns0:v>-55.4738114982</ns0:v>
                </ns0:pt>
                <ns0:pt idx="923">
                  <ns0:v>52.2254653925</ns0:v>
                </ns0:pt>
                <ns0:pt idx="924">
                  <ns0:v>114.105191952</ns0:v>
                </ns0:pt>
                <ns0:pt idx="925">
                  <ns0:v>120.43616811</ns0:v>
                </ns0:pt>
                <ns0:pt idx="926">
                  <ns0:v>67.1952516704</ns0:v>
                </ns0:pt>
                <ns0:pt idx="927">
                  <ns0:v>-21.8469579111</ns0:v>
                </ns0:pt>
                <ns0:pt idx="928">
                  <ns0:v>-98.8757087236</ns0:v>
                </ns0:pt>
                <ns0:pt idx="929">
                  <ns0:v>-125.224887832</ns0:v>
                </ns0:pt>
                <ns0:pt idx="930">
                  <ns0:v>-81.5107750773</ns0:v>
                </ns0:pt>
                <ns0:pt idx="931">
                  <ns0:v>10.7587456748</ns0:v>
                </ns0:pt>
                <ns0:pt idx="932">
                  <ns0:v>83.6772810052</ns0:v>
                </ns0:pt>
                <ns0:pt idx="933">
                  <ns0:v>86.1809883644</ns0:v>
                </ns0:pt>
                <ns0:pt idx="934">
                  <ns0:v>31.853829548</ns0:v>
                </ns0:pt>
                <ns0:pt idx="935">
                  <ns0:v>-25.6177184875</ns0:v>
                </ns0:pt>
                <ns0:pt idx="936">
                  <ns0:v>-46.4732620541</ns0:v>
                </ns0:pt>
                <ns0:pt idx="937">
                  <ns0:v>-38.1558129708</ns0:v>
                </ns0:pt>
                <ns0:pt idx="938">
                  <ns0:v>-27.4782203101</ns0:v>
                </ns0:pt>
                <ns0:pt idx="939">
                  <ns0:v>-18.0197256408</ns0:v>
                </ns0:pt>
                <ns0:pt idx="940">
                  <ns0:v>-12.350166531</ns0:v>
                </ns0:pt>
                <ns0:pt idx="941">
                  <ns0:v>-25.0053546632</ns0:v>
                </ns0:pt>
                <ns0:pt idx="942">
                  <ns0:v>-35.3814770266</ns0:v>
                </ns0:pt>
                <ns0:pt idx="943">
                  <ns0:v>-16.4960642638</ns0:v>
                </ns0:pt>
                <ns0:pt idx="944">
                  <ns0:v>2.79093000373</ns0:v>
                </ns0:pt>
                <ns0:pt idx="945">
                  <ns0:v>0.896163551236</ns0:v>
                </ns0:pt>
                <ns0:pt idx="946">
                  <ns0:v>6.73061790181</ns0:v>
                </ns0:pt>
                <ns0:pt idx="947">
                  <ns0:v>22.3676115024</ns0:v>
                </ns0:pt>
                <ns0:pt idx="948">
                  <ns0:v>14.275104831</ns0:v>
                </ns0:pt>
                <ns0:pt idx="949">
                  <ns0:v>-18.0694616217</ns0:v>
                </ns0:pt>
                <ns0:pt idx="950">
                  <ns0:v>-52.1338094147</ns0:v>
                </ns0:pt>
                <ns0:pt idx="951">
                  <ns0:v>-78.1997657289</ns0:v>
                </ns0:pt>
                <ns0:pt idx="952">
                  <ns0:v>-78.3244067713</ns0:v>
                </ns0:pt>
                <ns0:pt idx="953">
                  <ns0:v>-33.42897167</ns0:v>
                </ns0:pt>
                <ns0:pt idx="954">
                  <ns0:v>30.5214540421</ns0:v>
                </ns0:pt>
                <ns0:pt idx="955">
                  <ns0:v>64.4238417513</ns0:v>
                </ns0:pt>
                <ns0:pt idx="956">
                  <ns0:v>58.1679538336</ns0:v>
                </ns0:pt>
                <ns0:pt idx="957">
                  <ns0:v>30.1514432043</ns0:v>
                </ns0:pt>
                <ns0:pt idx="958">
                  <ns0:v>-15.422745926</ns0:v>
                </ns0:pt>
                <ns0:pt idx="959">
                  <ns0:v>-75.0543977658</ns0:v>
                </ns0:pt>
                <ns0:pt idx="960">
                  <ns0:v>-120.178291666</ns0:v>
                </ns0:pt>
                <ns0:pt idx="961">
                  <ns0:v>-112.456634909</ns0:v>
                </ns0:pt>
                <ns0:pt idx="962">
                  <ns0:v>-39.9572017803</ns0:v>
                </ns0:pt>
                <ns0:pt idx="963">
                  <ns0:v>56.8116264994</ns0:v>
                </ns0:pt>
                <ns0:pt idx="964">
                  <ns0:v>114.840499864</ns0:v>
                </ns0:pt>
                <ns0:pt idx="965">
                  <ns0:v>111.238849251</ns0:v>
                </ns0:pt>
                <ns0:pt idx="966">
                  <ns0:v>62.913098504</ns0:v>
                </ns0:pt>
                <ns0:pt idx="967">
                  <ns0:v>-9.5925648506</ns0:v>
                </ns0:pt>
                <ns0:pt idx="968">
                  <ns0:v>-74.8625645073</ns0:v>
                </ns0:pt>
                <ns0:pt idx="969">
                  <ns0:v>-89.9745227309</ns0:v>
                </ns0:pt>
                <ns0:pt idx="970">
                  <ns0:v>-46.4341531256</ns0:v>
                </ns0:pt>
                <ns0:pt idx="971">
                  <ns0:v>21.5230361323</ns0:v>
                </ns0:pt>
                <ns0:pt idx="972">
                  <ns0:v>75.4192538142</ns0:v>
                </ns0:pt>
                <ns0:pt idx="973">
                  <ns0:v>84.3935442375</ns0:v>
                </ns0:pt>
                <ns0:pt idx="974">
                  <ns0:v>31.252094925</ns0:v>
                </ns0:pt>
                <ns0:pt idx="975">
                  <ns0:v>-62.4192797917</ns0:v>
                </ns0:pt>
                <ns0:pt idx="976">
                  <ns0:v>-139.899527508</ns0:v>
                </ns0:pt>
                <ns0:pt idx="977">
                  <ns0:v>-146.193686889</ns0:v>
                </ns0:pt>
                <ns0:pt idx="978">
                  <ns0:v>-69.6488529309</ns0:v>
                </ns0:pt>
                <ns0:pt idx="979">
                  <ns0:v>41.9181838537</ns0:v>
                </ns0:pt>
                <ns0:pt idx="980">
                  <ns0:v>123.071968824</ns0:v>
                </ns0:pt>
                <ns0:pt idx="981">
                  <ns0:v>136.450415898</ns0:v>
                </ns0:pt>
                <ns0:pt idx="982">
                  <ns0:v>78.240571075</ns0:v>
                </ns0:pt>
                <ns0:pt idx="983">
                  <ns0:v>-21.1994355878</ns0:v>
                </ns0:pt>
                <ns0:pt idx="984">
                  <ns0:v>-111.714078276</ns0:v>
                </ns0:pt>
                <ns0:pt idx="985">
                  <ns0:v>-155.009152217</ns0:v>
                </ns0:pt>
                <ns0:pt idx="986">
                  <ns0:v>-136.090909635</ns0:v>
                </ns0:pt>
                <ns0:pt idx="987">
                  <ns0:v>-60.726163044</ns0:v>
                </ns0:pt>
                <ns0:pt idx="988">
                  <ns0:v>38.4463387416</ns0:v>
                </ns0:pt>
                <ns0:pt idx="989">
                  <ns0:v>109.356970846</ns0:v>
                </ns0:pt>
                <ns0:pt idx="990">
                  <ns0:v>118.463133306</ns0:v>
                </ns0:pt>
                <ns0:pt idx="991">
                  <ns0:v>74.3468137675</ns0:v>
                </ns0:pt>
                <ns0:pt idx="992">
                  <ns0:v>7.98891614235</ns0:v>
                </ns0:pt>
                <ns0:pt idx="993">
                  <ns0:v>-54.5240662869</ns0:v>
                </ns0:pt>
                <ns0:pt idx="994">
                  <ns0:v>-100.810894826</ns0:v>
                </ns0:pt>
                <ns0:pt idx="995">
                  <ns0:v>-129.29086753</ns0:v>
                </ns0:pt>
                <ns0:pt idx="996">
                  <ns0:v>-122.387697409</ns0:v>
                </ns0:pt>
                <ns0:pt idx="997">
                  <ns0:v>-42.3636842058</ns0:v>
                </ns0:pt>
                <ns0:pt idx="998">
                  <ns0:v>92.2499179416</ns0:v>
                </ns0:pt>
                <ns0:pt idx="999">
                  <ns0:v>183.699341052</ns0:v>
                </ns0:pt>
                <ns0:pt idx="1000">
                  <ns0:v>167.821791336</ns0:v>
                </ns0:pt>
                <ns0:pt idx="1001">
                  <ns0:v>76.9230115593</ns0:v>
                </ns0:pt>
                <ns0:pt idx="1002">
                  <ns0:v>-33.4025557924</ns0:v>
                </ns0:pt>
                <ns0:pt idx="1003">
                  <ns0:v>-129.238451553</ns0:v>
                </ns0:pt>
                <ns0:pt idx="1004">
                  <ns0:v>-166.254532882</ns0:v>
                </ns0:pt>
                <ns0:pt idx="1005">
                  <ns0:v>-119.922154614</ns0:v>
                </ns0:pt>
                <ns0:pt idx="1006">
                  <ns0:v>-30.1786025405</ns0:v>
                </ns0:pt>
                <ns0:pt idx="1007">
                  <ns0:v>53.3631138457</ns0:v>
                </ns0:pt>
                <ns0:pt idx="1008">
                  <ns0:v>106.839146906</ns0:v>
                </ns0:pt>
                <ns0:pt idx="1009">
                  <ns0:v>110.428878009</ns0:v>
                </ns0:pt>
                <ns0:pt idx="1010">
                  <ns0:v>65.8086745975</ns0:v>
                </ns0:pt>
                <ns0:pt idx="1011">
                  <ns0:v>9.20707030657</ns0:v>
                </ns0:pt>
                <ns0:pt idx="1012">
                  <ns0:v>-34.4144104127</ns0:v>
                </ns0:pt>
                <ns0:pt idx="1013">
                  <ns0:v>-68.5521204831</ns0:v>
                </ns0:pt>
                <ns0:pt idx="1014">
                  <ns0:v>-84.9727972969</ns0:v>
                </ns0:pt>
                <ns0:pt idx="1015">
                  <ns0:v>-61.5860496852</ns0:v>
                </ns0:pt>
                <ns0:pt idx="1016">
                  <ns0:v>-11.6104048512</ns0:v>
                </ns0:pt>
                <ns0:pt idx="1017">
                  <ns0:v>19.0057735467</ns0:v>
                </ns0:pt>
                <ns0:pt idx="1018">
                  <ns0:v>12.8430902998</ns0:v>
                </ns0:pt>
                <ns0:pt idx="1019">
                  <ns0:v>-9.34251781997</ns0:v>
                </ns0:pt>
                <ns0:pt idx="1020">
                  <ns0:v>-30.8176905844</ns0:v>
                </ns0:pt>
                <ns0:pt idx="1021">
                  <ns0:v>-44.8959223245</ns0:v>
                </ns0:pt>
                <ns0:pt idx="1022">
                  <ns0:v>-38.266679617</ns0:v>
                </ns0:pt>
                <ns0:pt idx="1023">
                  <ns0:v>-1.53377703316</ns0:v>
                </ns0:pt>
                <ns0:pt idx="1024">
                  <ns0:v>50.8515921139</ns0:v>
                </ns0:pt>
                <ns0:pt idx="1025">
                  <ns0:v>83.3280531647</ns0:v>
                </ns0:pt>
                <ns0:pt idx="1026">
                  <ns0:v>66.7949889452</ns0:v>
                </ns0:pt>
                <ns0:pt idx="1027">
                  <ns0:v>7.36375935157</ns0:v>
                </ns0:pt>
                <ns0:pt idx="1028">
                  <ns0:v>-56.6841056294</ns0:v>
                </ns0:pt>
                <ns0:pt idx="1029">
                  <ns0:v>-84.3835800664</ns0:v>
                </ns0:pt>
                <ns0:pt idx="1030">
                  <ns0:v>-57.5439804527</ns0:v>
                </ns0:pt>
                <ns0:pt idx="1031">
                  <ns0:v>11.1013028011</ns0:v>
                </ns0:pt>
                <ns0:pt idx="1032">
                  <ns0:v>89.9473972371</ns0:v>
                </ns0:pt>
                <ns0:pt idx="1033">
                  <ns0:v>140.526077209</ns0:v>
                </ns0:pt>
                <ns0:pt idx="1034">
                  <ns0:v>122.219099379</ns0:v>
                </ns0:pt>
                <ns0:pt idx="1035">
                  <ns0:v>28.5349257871</ns0:v>
                </ns0:pt>
                <ns0:pt idx="1036">
                  <ns0:v>-85.5996274066</ns0:v>
                </ns0:pt>
                <ns0:pt idx="1037">
                  <ns0:v>-154.4989006</ns0:v>
                </ns0:pt>
                <ns0:pt idx="1038">
                  <ns0:v>-154.625667268</ns0:v>
                </ns0:pt>
                <ns0:pt idx="1039">
                  <ns0:v>-91.3587969087</ns0:v>
                </ns0:pt>
                <ns0:pt idx="1040">
                  <ns0:v>20.3169862685</ns0:v>
                </ns0:pt>
                <ns0:pt idx="1041">
                  <ns0:v>139.847772801</ns0:v>
                </ns0:pt>
                <ns0:pt idx="1042">
                  <ns0:v>195.917236421</ns0:v>
                </ns0:pt>
                <ns0:pt idx="1043">
                  <ns0:v>146.48381622</ns0:v>
                </ns0:pt>
                <ns0:pt idx="1044">
                  <ns0:v>29.1466052427</ns0:v>
                </ns0:pt>
                <ns0:pt idx="1045">
                  <ns0:v>-90.0857997834</ns0:v>
                </ns0:pt>
                <ns0:pt idx="1046">
                  <ns0:v>-169.104175162</ns0:v>
                </ns0:pt>
                <ns0:pt idx="1047">
                  <ns0:v>-167.495364144</ns0:v>
                </ns0:pt>
                <ns0:pt idx="1048">
                  <ns0:v>-74.6251885031</ns0:v>
                </ns0:pt>
                <ns0:pt idx="1049">
                  <ns0:v>42.3843425771</ns0:v>
                </ns0:pt>
                <ns0:pt idx="1050">
                  <ns0:v>109.878684296</ns0:v>
                </ns0:pt>
                <ns0:pt idx="1051">
                  <ns0:v>120.307061482</ns0:v>
                </ns0:pt>
                <ns0:pt idx="1052">
                  <ns0:v>97.2088477736</ns0:v>
                </ns0:pt>
                <ns0:pt idx="1053">
                  <ns0:v>51.8659494607</ns0:v>
                </ns0:pt>
                <ns0:pt idx="1054">
                  <ns0:v>-4.5954145875</ns0:v>
                </ns0:pt>
                <ns0:pt idx="1055">
                  <ns0:v>-48.2875663073</ns0:v>
                </ns0:pt>
                <ns0:pt idx="1056">
                  <ns0:v>-62.623690607</ns0:v>
                </ns0:pt>
                <ns0:pt idx="1057">
                  <ns0:v>-47.1752808568</ns0:v>
                </ns0:pt>
                <ns0:pt idx="1058">
                  <ns0:v>-11.5828915127</ns0:v>
                </ns0:pt>
                <ns0:pt idx="1059">
                  <ns0:v>17.2923443724</ns0:v>
                </ns0:pt>
                <ns0:pt idx="1060">
                  <ns0:v>12.7536679207</ns0:v>
                </ns0:pt>
                <ns0:pt idx="1061">
                  <ns0:v>-12.6111768895</ns0:v>
                </ns0:pt>
                <ns0:pt idx="1062">
                  <ns0:v>-23.9630177047</ns0:v>
                </ns0:pt>
                <ns0:pt idx="1063">
                  <ns0:v>-19.522329521</ns0:v>
                </ns0:pt>
                <ns0:pt idx="1064">
                  <ns0:v>-13.0165799001</ns0:v>
                </ns0:pt>
                <ns0:pt idx="1065">
                  <ns0:v>9.88392056604</ns0:v>
                </ns0:pt>
                <ns0:pt idx="1066">
                  <ns0:v>50.6554409943</ns0:v>
                </ns0:pt>
                <ns0:pt idx="1067">
                  <ns0:v>70.1336797698</ns0:v>
                </ns0:pt>
                <ns0:pt idx="1068">
                  <ns0:v>52.1829228028</ns0:v>
                </ns0:pt>
                <ns0:pt idx="1069">
                  <ns0:v>23.6294562121</ns0:v>
                </ns0:pt>
                <ns0:pt idx="1070">
                  <ns0:v>-8.95555730889</ns0:v>
                </ns0:pt>
                <ns0:pt idx="1071">
                  <ns0:v>-65.9616863193</ns0:v>
                </ns0:pt>
                <ns0:pt idx="1072">
                  <ns0:v>-133.120868432</ns0:v>
                </ns0:pt>
                <ns0:pt idx="1073">
                  <ns0:v>-153.931395153</ns0:v>
                </ns0:pt>
                <ns0:pt idx="1074">
                  <ns0:v>-95.483697309</ns0:v>
                </ns0:pt>
                <ns0:pt idx="1075">
                  <ns0:v>7.3789701699</ns0:v>
                </ns0:pt>
                <ns0:pt idx="1076">
                  <ns0:v>91.4633951894</ns0:v>
                </ns0:pt>
                <ns0:pt idx="1077">
                  <ns0:v>125.532320839</ns0:v>
                </ns0:pt>
                <ns0:pt idx="1078">
                  <ns0:v>111.697169429</ns0:v>
                </ns0:pt>
                <ns0:pt idx="1079">
                  <ns0:v>63.7923016382</ns0:v>
                </ns0:pt>
                <ns0:pt idx="1080">
                  <ns0:v>0.589409004094</ns0:v>
                </ns0:pt>
                <ns0:pt idx="1081">
                  <ns0:v>-57.0626329353</ns0:v>
                </ns0:pt>
                <ns0:pt idx="1082">
                  <ns0:v>-84.5474406966</ns0:v>
                </ns0:pt>
                <ns0:pt idx="1083">
                  <ns0:v>-59.6821903692</ns0:v>
                </ns0:pt>
                <ns0:pt idx="1084">
                  <ns0:v>9.62531194399</ns0:v>
                </ns0:pt>
                <ns0:pt idx="1085">
                  <ns0:v>81.7155124987</ns0:v>
                </ns0:pt>
                <ns0:pt idx="1086">
                  <ns0:v>126.018859674</ns0:v>
                </ns0:pt>
                <ns0:pt idx="1087">
                  <ns0:v>131.235744916</ns0:v>
                </ns0:pt>
                <ns0:pt idx="1088">
                  <ns0:v>80.0027402967</ns0:v>
                </ns0:pt>
                <ns0:pt idx="1089">
                  <ns0:v>-17.2219811766</ns0:v>
                </ns0:pt>
                <ns0:pt idx="1090">
                  <ns0:v>-100.154111502</ns0:v>
                </ns0:pt>
                <ns0:pt idx="1091">
                  <ns0:v>-122.780444971</ns0:v>
                </ns0:pt>
                <ns0:pt idx="1092">
                  <ns0:v>-89.3924290582</ns0:v>
                </ns0:pt>
                <ns0:pt idx="1093">
                  <ns0:v>-23.1818227141</ns0:v>
                </ns0:pt>
                <ns0:pt idx="1094">
                  <ns0:v>47.5544758788</ns0:v>
                </ns0:pt>
                <ns0:pt idx="1095">
                  <ns0:v>92.4177601576</ns0:v>
                </ns0:pt>
                <ns0:pt idx="1096">
                  <ns0:v>94.5874290074</ns0:v>
                </ns0:pt>
                <ns0:pt idx="1097">
                  <ns0:v>49.1646260892</ns0:v>
                </ns0:pt>
                <ns0:pt idx="1098">
                  <ns0:v>-35.3163658499</ns0:v>
                </ns0:pt>
                <ns0:pt idx="1099">
                  <ns0:v>-119.03031537</ns0:v>
                </ns0:pt>
                <ns0:pt idx="1100">
                  <ns0:v>-150.792059733</ns0:v>
                </ns0:pt>
                <ns0:pt idx="1101">
                  <ns0:v>-112.789414266</ns0:v>
                </ns0:pt>
                <ns0:pt idx="1102">
                  <ns0:v>-34.6782860949</ns0:v>
                </ns0:pt>
                <ns0:pt idx="1103">
                  <ns0:v>31.0966879129</ns0:v>
                </ns0:pt>
                <ns0:pt idx="1104">
                  <ns0:v>54.0944895923</ns0:v>
                </ns0:pt>
                <ns0:pt idx="1105">
                  <ns0:v>44.6242371043</ns0:v>
                </ns0:pt>
                <ns0:pt idx="1106">
                  <ns0:v>25.6829639595</ns0:v>
                </ns0:pt>
                <ns0:pt idx="1107">
                  <ns0:v>6.36361366637</ns0:v>
                </ns0:pt>
                <ns0:pt idx="1108">
                  <ns0:v>-10.0928114713</ns0:v>
                </ns0:pt>
                <ns0:pt idx="1109">
                  <ns0:v>-19.3551485748</ns0:v>
                </ns0:pt>
                <ns0:pt idx="1110">
                  <ns0:v>-21.3372015745</ns0:v>
                </ns0:pt>
                <ns0:pt idx="1111">
                  <ns0:v>-16.712770616</ns0:v>
                </ns0:pt>
                <ns0:pt idx="1112">
                  <ns0:v>-8.18749478314</ns0:v>
                </ns0:pt>
                <ns0:pt idx="1113">
                  <ns0:v>-5.19692735479</ns0:v>
                </ns0:pt>
                <ns0:pt idx="1114">
                  <ns0:v>-12.1787300367</ns0:v>
                </ns0:pt>
                <ns0:pt idx="1115">
                  <ns0:v>-17.0931511965</ns0:v>
                </ns0:pt>
                <ns0:pt idx="1116">
                  <ns0:v>0.78902118121</ns0:v>
                </ns0:pt>
                <ns0:pt idx="1117">
                  <ns0:v>46.0116785016</ns0:v>
                </ns0:pt>
                <ns0:pt idx="1118">
                  <ns0:v>92.9422669484</ns0:v>
                </ns0:pt>
                <ns0:pt idx="1119">
                  <ns0:v>107.637801355</ns0:v>
                </ns0:pt>
                <ns0:pt idx="1120">
                  <ns0:v>76.427394902</ns0:v>
                </ns0:pt>
                <ns0:pt idx="1121">
                  <ns0:v>6.63701034527</ns0:v>
                </ns0:pt>
                <ns0:pt idx="1122">
                  <ns0:v>-81.2172765467</ns0:v>
                </ns0:pt>
                <ns0:pt idx="1123">
                  <ns0:v>-146.999486383</ns0:v>
                </ns0:pt>
                <ns0:pt idx="1124">
                  <ns0:v>-136.861133777</ns0:v>
                </ns0:pt>
                <ns0:pt idx="1125">
                  <ns0:v>-33.7157344876</ns0:v>
                </ns0:pt>
                <ns0:pt idx="1126">
                  <ns0:v>100.70933699</ns0:v>
                </ns0:pt>
                <ns0:pt idx="1127">
                  <ns0:v>175.083521206</ns0:v>
                </ns0:pt>
                <ns0:pt idx="1128">
                  <ns0:v>151.176010418</ns0:v>
                </ns0:pt>
                <ns0:pt idx="1129">
                  <ns0:v>57.7786915018</ns0:v>
                </ns0:pt>
                <ns0:pt idx="1130">
                  <ns0:v>-52.6251103595</ns0:v>
                </ns0:pt>
                <ns0:pt idx="1131">
                  <ns0:v>-137.562871097</ns0:v>
                </ns0:pt>
                <ns0:pt idx="1132">
                  <ns0:v>-157.278414432</ns0:v>
                </ns0:pt>
                <ns0:pt idx="1133">
                  <ns0:v>-86.7497921781</ns0:v>
                </ns0:pt>
                <ns0:pt idx="1134">
                  <ns0:v>41.2484270699</ns0:v>
                </ns0:pt>
                <ns0:pt idx="1135">
                  <ns0:v>139.071284053</ns0:v>
                </ns0:pt>
                <ns0:pt idx="1136">
                  <ns0:v>131.562281692</ns0:v>
                </ns0:pt>
                <ns0:pt idx="1137">
                  <ns0:v>21.6309332417</ns0:v>
                </ns0:pt>
                <ns0:pt idx="1138">
                  <ns0:v>-116.700029389</ns0:v>
                </ns0:pt>
                <ns0:pt idx="1139">
                  <ns0:v>-194.0921633</ns0:v>
                </ns0:pt>
                <ns0:pt idx="1140">
                  <ns0:v>-153.701285596</ns0:v>
                </ns0:pt>
                <ns0:pt idx="1141">
                  <ns0:v>-24.1543486989</ns0:v>
                </ns0:pt>
                <ns0:pt idx="1142">
                  <ns0:v>92.4333351847</ns0:v>
                </ns0:pt>
                <ns0:pt idx="1143">
                  <ns0:v>132.021049342</ns0:v>
                </ns0:pt>
                <ns0:pt idx="1144">
                  <ns0:v>92.3926227708</ns0:v>
                </ns0:pt>
                <ns0:pt idx="1145">
                  <ns0:v>-5.12414684437</ns0:v>
                </ns0:pt>
                <ns0:pt idx="1146">
                  <ns0:v>-110.201944267</ns0:v>
                </ns0:pt>
                <ns0:pt idx="1147">
                  <ns0:v>-161.715454619</ns0:v>
                </ns0:pt>
                <ns0:pt idx="1148">
                  <ns0:v>-130.210339904</ns0:v>
                </ns0:pt>
                <ns0:pt idx="1149">
                  <ns0:v>-36.0785005829</ns0:v>
                </ns0:pt>
                <ns0:pt idx="1150">
                  <ns0:v>73.911050896</ns0:v>
                </ns0:pt>
                <ns0:pt idx="1151">
                  <ns0:v>153.345586873</ns0:v>
                </ns0:pt>
                <ns0:pt idx="1152">
                  <ns0:v>167.11190874</ns0:v>
                </ns0:pt>
                <ns0:pt idx="1153">
                  <ns0:v>100.581557736</ns0:v>
                </ns0:pt>
                <ns0:pt idx="1154">
                  <ns0:v>-21.9325324624</ns0:v>
                </ns0:pt>
                <ns0:pt idx="1155">
                  <ns0:v>-130.566978157</ns0:v>
                </ns0:pt>
                <ns0:pt idx="1156">
                  <ns0:v>-161.729807022</ns0:v>
                </ns0:pt>
                <ns0:pt idx="1157">
                  <ns0:v>-117.994108722</ns0:v>
                </ns0:pt>
                <ns0:pt idx="1158">
                  <ns0:v>-41.7445572722</ns0:v>
                </ns0:pt>
                <ns0:pt idx="1159">
                  <ns0:v>37.1444461109</ns0:v>
                </ns0:pt>
                <ns0:pt idx="1160">
                  <ns0:v>91.0056691339</ns0:v>
                </ns0:pt>
                <ns0:pt idx="1161">
                  <ns0:v>93.5203323005</ns0:v>
                </ns0:pt>
                <ns0:pt idx="1162">
                  <ns0:v>48.5814827647</ns0:v>
                </ns0:pt>
                <ns0:pt idx="1163">
                  <ns0:v>-20.2108462783</ns0:v>
                </ns0:pt>
                <ns0:pt idx="1164">
                  <ns0:v>-74.2782039306</ns0:v>
                </ns0:pt>
                <ns0:pt idx="1165">
                  <ns0:v>-71.0563156027</ns0:v>
                </ns0:pt>
                <ns0:pt idx="1166">
                  <ns0:v>-18.0628274359</ns0:v>
                </ns0:pt>
                <ns0:pt idx="1167">
                  <ns0:v>41.9296703959</ns0:v>
                </ns0:pt>
                <ns0:pt idx="1168">
                  <ns0:v>93.1103551933</ns0:v>
                </ns0:pt>
                <ns0:pt idx="1169">
                  <ns0:v>117.642130514</ns0:v>
                </ns0:pt>
                <ns0:pt idx="1170">
                  <ns0:v>76.7260331808</ns0:v>
                </ns0:pt>
                <ns0:pt idx="1171">
                  <ns0:v>-12.8674466253</ns0:v>
                </ns0:pt>
                <ns0:pt idx="1172">
                  <ns0:v>-78.5855208057</ns0:v>
                </ns0:pt>
                <ns0:pt idx="1173">
                  <ns0:v>-86.496206736</ns0:v>
                </ns0:pt>
                <ns0:pt idx="1174">
                  <ns0:v>-56.3781584654</ns0:v>
                </ns0:pt>
                <ns0:pt idx="1175">
                  <ns0:v>-8.1632716785</ns0:v>
                </ns0:pt>
                <ns0:pt idx="1176">
                  <ns0:v>49.1682391688</ns0:v>
                </ns0:pt>
                <ns0:pt idx="1177">
                  <ns0:v>99.1845835243</ns0:v>
                </ns0:pt>
                <ns0:pt idx="1178">
                  <ns0:v>120.71023358</ns0:v>
                </ns0:pt>
                <ns0:pt idx="1179">
                  <ns0:v>103.744741309</ns0:v>
                </ns0:pt>
                <ns0:pt idx="1180">
                  <ns0:v>50.9927670516</ns0:v>
                </ns0:pt>
                <ns0:pt idx="1181">
                  <ns0:v>-24.1925283042</ns0:v>
                </ns0:pt>
                <ns0:pt idx="1182">
                  <ns0:v>-92.6793957948</ns0:v>
                </ns0:pt>
                <ns0:pt idx="1183">
                  <ns0:v>-122.309307654</ns0:v>
                </ns0:pt>
                <ns0:pt idx="1184">
                  <ns0:v>-104.169020324</ns0:v>
                </ns0:pt>
                <ns0:pt idx="1185">
                  <ns0:v>-50.8623051154</ns0:v>
                </ns0:pt>
                <ns0:pt idx="1186">
                  <ns0:v>19.5168266384</ns0:v>
                </ns0:pt>
                <ns0:pt idx="1187">
                  <ns0:v>79.2180810256</ns0:v>
                </ns0:pt>
                <ns0:pt idx="1188">
                  <ns0:v>93.9927083572</ns0:v>
                </ns0:pt>
                <ns0:pt idx="1189">
                  <ns0:v>56.258576594</ns0:v>
                </ns0:pt>
                <ns0:pt idx="1190">
                  <ns0:v>-0.160205650365</ns0:v>
                </ns0:pt>
                <ns0:pt idx="1191">
                  <ns0:v>-38.5621205943</ns0:v>
                </ns0:pt>
                <ns0:pt idx="1192">
                  <ns0:v>-55.3308912593</ns0:v>
                </ns0:pt>
                <ns0:pt idx="1193">
                  <ns0:v>-58.8094420024</ns0:v>
                </ns0:pt>
                <ns0:pt idx="1194">
                  <ns0:v>-44.7969182472</ns0:v>
                </ns0:pt>
                <ns0:pt idx="1195">
                  <ns0:v>-14.3261547568</ns0:v>
                </ns0:pt>
                <ns0:pt idx="1196">
                  <ns0:v>22.0491028969</ns0:v>
                </ns0:pt>
                <ns0:pt idx="1197">
                  <ns0:v>58.4030387607</ns0:v>
                </ns0:pt>
                <ns0:pt idx="1198">
                  <ns0:v>73.8160993125</ns0:v>
                </ns0:pt>
                <ns0:pt idx="1199">
                  <ns0:v>36.0436525744</ns0:v>
                </ns0:pt>
                <ns0:pt idx="1200">
                  <ns0:v>-34.6850766004</ns0:v>
                </ns0:pt>
                <ns0:pt idx="1201">
                  <ns0:v>-63.5051928761</ns0:v>
                </ns0:pt>
                <ns0:pt idx="1202">
                  <ns0:v>-17.0002537933</ns0:v>
                </ns0:pt>
                <ns0:pt idx="1203">
                  <ns0:v>50.132158439</ns0:v>
                </ns0:pt>
                <ns0:pt idx="1204">
                  <ns0:v>67.0944883252</ns0:v>
                </ns0:pt>
                <ns0:pt idx="1205">
                  <ns0:v>26.201137923</ns0:v>
                </ns0:pt>
                <ns0:pt idx="1206">
                  <ns0:v>-30.6018002102</ns0:v>
                </ns0:pt>
                <ns0:pt idx="1207">
                  <ns0:v>-71.6488397197</ns0:v>
                </ns0:pt>
                <ns0:pt idx="1208">
                  <ns0:v>-91.4156897527</ns0:v>
                </ns0:pt>
                <ns0:pt idx="1209">
                  <ns0:v>-84.7560329292</ns0:v>
                </ns0:pt>
                <ns0:pt idx="1210">
                  <ns0:v>-44.4250197553</ns0:v>
                </ns0:pt>
                <ns0:pt idx="1211">
                  <ns0:v>17.0976565339</ns0:v>
                </ns0:pt>
                <ns0:pt idx="1212">
                  <ns0:v>68.6800463876</ns0:v>
                </ns0:pt>
                <ns0:pt idx="1213">
                  <ns0:v>74.9804574815</ns0:v>
                </ns0:pt>
                <ns0:pt idx="1214">
                  <ns0:v>16.7249028497</ns0:v>
                </ns0:pt>
                <ns0:pt idx="1215">
                  <ns0:v>-68.8648592271</ns0:v>
                </ns0:pt>
                <ns0:pt idx="1216">
                  <ns0:v>-101.561693965</ns0:v>
                </ns0:pt>
                <ns0:pt idx="1217">
                  <ns0:v>-62.9564516999</ns0:v>
                </ns0:pt>
                <ns0:pt idx="1218">
                  <ns0:v>-19.8719285535</ns0:v>
                </ns0:pt>
                <ns0:pt idx="1219">
                  <ns0:v>-3.19807401804</ns0:v>
                </ns0:pt>
                <ns0:pt idx="1220">
                  <ns0:v>22.2746442656</ns0:v>
                </ns0:pt>
                <ns0:pt idx="1221">
                  <ns0:v>51.7576559117</ns0:v>
                </ns0:pt>
                <ns0:pt idx="1222">
                  <ns0:v>38.1547783602</ns0:v>
                </ns0:pt>
                <ns0:pt idx="1223">
                  <ns0:v>-16.6408087694</ns0:v>
                </ns0:pt>
                <ns0:pt idx="1224">
                  <ns0:v>-60.6361551376</ns0:v>
                </ns0:pt>
                <ns0:pt idx="1225">
                  <ns0:v>-54.0663337853</ns0:v>
                </ns0:pt>
                <ns0:pt idx="1226">
                  <ns0:v>-1.71778463824</ns0:v>
                </ns0:pt>
                <ns0:pt idx="1227">
                  <ns0:v>57.1534057875</ns0:v>
                </ns0:pt>
                <ns0:pt idx="1228">
                  <ns0:v>89.2600665755</ns0:v>
                </ns0:pt>
                <ns0:pt idx="1229">
                  <ns0:v>83.6718979139</ns0:v>
                </ns0:pt>
                <ns0:pt idx="1230">
                  <ns0:v>35.7942275995</ns0:v>
                </ns0:pt>
                <ns0:pt idx="1231">
                  <ns0:v>-37.762714092</ns0:v>
                </ns0:pt>
                <ns0:pt idx="1232">
                  <ns0:v>-91.8391280795</ns0:v>
                </ns0:pt>
                <ns0:pt idx="1233">
                  <ns0:v>-97.0970663082</ns0:v>
                </ns0:pt>
                <ns0:pt idx="1234">
                  <ns0:v>-60.304350227</ns0:v>
                </ns0:pt>
                <ns0:pt idx="1235">
                  <ns0:v>5.28545532741</ns0:v>
                </ns0:pt>
                <ns0:pt idx="1236">
                  <ns0:v>84.9682645633</ns0:v>
                </ns0:pt>
                <ns0:pt idx="1237">
                  <ns0:v>140.076896093</ns0:v>
                </ns0:pt>
                <ns0:pt idx="1238">
                  <ns0:v>128.43123605</ns0:v>
                </ns0:pt>
                <ns0:pt idx="1239">
                  <ns0:v>51.4979530519</ns0:v>
                </ns0:pt>
                <ns0:pt idx="1240">
                  <ns0:v>-47.8245490186</ns0:v>
                </ns0:pt>
                <ns0:pt idx="1241">
                  <ns0:v>-118.444025239</ns0:v>
                </ns0:pt>
                <ns0:pt idx="1242">
                  <ns0:v>-117.705627462</ns0:v>
                </ns0:pt>
                <ns0:pt idx="1243">
                  <ns0:v>-41.8412627518</ns0:v>
                </ns0:pt>
                <ns0:pt idx="1244">
                  <ns0:v>54.9518670609</ns0:v>
                </ns0:pt>
                <ns0:pt idx="1245">
                  <ns0:v>116.372384946</ns0:v>
                </ns0:pt>
                <ns0:pt idx="1246">
                  <ns0:v>127.048185033</ns0:v>
                </ns0:pt>
                <ns0:pt idx="1247">
                  <ns0:v>88.4439800648</ns0:v>
                </ns0:pt>
                <ns0:pt idx="1248">
                  <ns0:v>13.9729399587</ns0:v>
                </ns0:pt>
                <ns0:pt idx="1249">
                  <ns0:v>-58.352229492</ns0:v>
                </ns0:pt>
                <ns0:pt idx="1250">
                  <ns0:v>-89.9603352425</ns0:v>
                </ns0:pt>
                <ns0:pt idx="1251">
                  <ns0:v>-74.1073470546</ns0:v>
                </ns0:pt>
                <ns0:pt idx="1252">
                  <ns0:v>-29.3264803141</ns0:v>
                </ns0:pt>
                <ns0:pt idx="1253">
                  <ns0:v>24.1398415877</ns0:v>
                </ns0:pt>
                <ns0:pt idx="1254">
                  <ns0:v>69.5869224031</ns0:v>
                </ns0:pt>
                <ns0:pt idx="1255">
                  <ns0:v>91.7816529313</ns0:v>
                </ns0:pt>
                <ns0:pt idx="1256">
                  <ns0:v>83.5099996061</ns0:v>
                </ns0:pt>
                <ns0:pt idx="1257">
                  <ns0:v>47.3949519112</ns0:v>
                </ns0:pt>
                <ns0:pt idx="1258">
                  <ns0:v>-12.0426567074</ns0:v>
                </ns0:pt>
                <ns0:pt idx="1259">
                  <ns0:v>-81.1756353468</ns0:v>
                </ns0:pt>
                <ns0:pt idx="1260">
                  <ns0:v>-123.156761777</ns0:v>
                </ns0:pt>
                <ns0:pt idx="1261">
                  <ns0:v>-97.1826440825</ns0:v>
                </ns0:pt>
                <ns0:pt idx="1262">
                  <ns0:v>-5.81822933443</ns0:v>
                </ns0:pt>
                <ns0:pt idx="1263">
                  <ns0:v>95.6007941809</ns0:v>
                </ns0:pt>
                <ns0:pt idx="1264">
                  <ns0:v>147.347395444</ns0:v>
                </ns0:pt>
                <ns0:pt idx="1265">
                  <ns0:v>122.243173148</ns0:v>
                </ns0:pt>
                <ns0:pt idx="1266">
                  <ns0:v>32.5143623962</ns0:v>
                </ns0:pt>
                <ns0:pt idx="1267">
                  <ns0:v>-68.5999526945</ns0:v>
                </ns0:pt>
                <ns0:pt idx="1268">
                  <ns0:v>-120.787726242</ns0:v>
                </ns0:pt>
                <ns0:pt idx="1269">
                  <ns0:v>-104.54763143</ns0:v>
                </ns0:pt>
                <ns0:pt idx="1270">
                  <ns0:v>-40.0897211198</ns0:v>
                </ns0:pt>
                <ns0:pt idx="1271">
                  <ns0:v>37.9736607891</ns0:v>
                </ns0:pt>
                <ns0:pt idx="1272">
                  <ns0:v>83.2989862986</ns0:v>
                </ns0:pt>
                <ns0:pt idx="1273">
                  <ns0:v>64.0716583408</ns0:v>
                </ns0:pt>
                <ns0:pt idx="1274">
                  <ns0:v>11.189267808</ns0:v>
                </ns0:pt>
                <ns0:pt idx="1275">
                  <ns0:v>-20.3636162687</ns0:v>
                </ns0:pt>
                <ns0:pt idx="1276">
                  <ns0:v>-26.7824795422</ns0:v>
                </ns0:pt>
                <ns0:pt idx="1277">
                  <ns0:v>-31.2391751838</ns0:v>
                </ns0:pt>
                <ns0:pt idx="1278">
                  <ns0:v>-27.8955396077</ns0:v>
                </ns0:pt>
                <ns0:pt idx="1279">
                  <ns0:v>3.48869755572</ns0:v>
                </ns0:pt>
                <ns0:pt idx="1280">
                  <ns0:v>59.5874584928</ns0:v>
                </ns0:pt>
                <ns0:pt idx="1281">
                  <ns0:v>110.123077496</ns0:v>
                </ns0:pt>
                <ns0:pt idx="1282">
                  <ns0:v>119.711558159</ns0:v>
                </ns0:pt>
                <ns0:pt idx="1283">
                  <ns0:v>74.0911284846</ns0:v>
                </ns0:pt>
                <ns0:pt idx="1284">
                  <ns0:v>-6.14213983245</ns0:v>
                </ns0:pt>
                <ns0:pt idx="1285">
                  <ns0:v>-80.9495046904</ns0:v>
                </ns0:pt>
                <ns0:pt idx="1286">
                  <ns0:v>-116.403880944</ns0:v>
                </ns0:pt>
                <ns0:pt idx="1287">
                  <ns0:v>-93.4565769687</ns0:v>
                </ns0:pt>
                <ns0:pt idx="1288">
                  <ns0:v>-17.3502315385</ns0:v>
                </ns0:pt>
                <ns0:pt idx="1289">
                  <ns0:v>74.4836036963</ns0:v>
                </ns0:pt>
                <ns0:pt idx="1290">
                  <ns0:v>134.721889787</ns0:v>
                </ns0:pt>
                <ns0:pt idx="1291">
                  <ns0:v>138.047718349</ns0:v>
                </ns0:pt>
                <ns0:pt idx="1292">
                  <ns0:v>87.4551194789</ns0:v>
                </ns0:pt>
                <ns0:pt idx="1293">
                  <ns0:v>7.22331712886</ns0:v>
                </ns0:pt>
                <ns0:pt idx="1294">
                  <ns0:v>-63.0021308896</ns0:v>
                </ns0:pt>
                <ns0:pt idx="1295">
                  <ns0:v>-89.1212718871</ns0:v>
                </ns0:pt>
                <ns0:pt idx="1296">
                  <ns0:v>-70.4622282889</ns0:v>
                </ns0:pt>
                <ns0:pt idx="1297">
                  <ns0:v>-27.2824607955</ns0:v>
                </ns0:pt>
                <ns0:pt idx="1298">
                  <ns0:v>34.8390224801</ns0:v>
                </ns0:pt>
                <ns0:pt idx="1299">
                  <ns0:v>105.450712261</ns0:v>
                </ns0:pt>
                <ns0:pt idx="1300">
                  <ns0:v>136.141205896</ns0:v>
                </ns0:pt>
                <ns0:pt idx="1301">
                  <ns0:v>94.589709341</ns0:v>
                </ns0:pt>
                <ns0:pt idx="1302">
                  <ns0:v>14.6426822386</ns0:v>
                </ns0:pt>
                <ns0:pt idx="1303">
                  <ns0:v>-58.8020729529</ns0:v>
                </ns0:pt>
                <ns0:pt idx="1304">
                  <ns0:v>-100.357328164</ns0:v>
                </ns0:pt>
                <ns0:pt idx="1305">
                  <ns0:v>-77.8921167753</ns0:v>
                </ns0:pt>
                <ns0:pt idx="1306">
                  <ns0:v>-0.282105457928</ns0:v>
                </ns0:pt>
                <ns0:pt idx="1307">
                  <ns0:v>62.5896553535</ns0:v>
                </ns0:pt>
                <ns0:pt idx="1308">
                  <ns0:v>79.8549360079</ns0:v>
                </ns0:pt>
                <ns0:pt idx="1309">
                  <ns0:v>83.7572543697</ns0:v>
                </ns0:pt>
                <ns0:pt idx="1310">
                  <ns0:v>82.0920108718</ns0:v>
                </ns0:pt>
                <ns0:pt idx="1311">
                  <ns0:v>45.4639128461</ns0:v>
                </ns0:pt>
                <ns0:pt idx="1312">
                  <ns0:v>-24.3383627502</ns0:v>
                </ns0:pt>
                <ns0:pt idx="1313">
                  <ns0:v>-77.4885519983</ns0:v>
                </ns0:pt>
                <ns0:pt idx="1314">
                  <ns0:v>-75.3467268533</ns0:v>
                </ns0:pt>
                <ns0:pt idx="1315">
                  <ns0:v>-34.2341539428</ns0:v>
                </ns0:pt>
                <ns0:pt idx="1316">
                  <ns0:v>12.7020786652</ns0:v>
                </ns0:pt>
                <ns0:pt idx="1317">
                  <ns0:v>59.7873419463</ns0:v>
                </ns0:pt>
                <ns0:pt idx="1318">
                  <ns0:v>91.2682577303</ns0:v>
                </ns0:pt>
                <ns0:pt idx="1319">
                  <ns0:v>64.9044318434</ns0:v>
                </ns0:pt>
                <ns0:pt idx="1320">
                  <ns0:v>-23.1012874582</ns0:v>
                </ns0:pt>
                <ns0:pt idx="1321">
                  <ns0:v>-117.17384348</ns0:v>
                </ns0:pt>
                <ns0:pt idx="1322">
                  <ns0:v>-151.769239317</ns0:v>
                </ns0:pt>
                <ns0:pt idx="1323">
                  <ns0:v>-90.9275420606</ns0:v>
                </ns0:pt>
                <ns0:pt idx="1324">
                  <ns0:v>40.5009740319</ns0:v>
                </ns0:pt>
                <ns0:pt idx="1325">
                  <ns0:v>160.127052721</ns0:v>
                </ns0:pt>
                <ns0:pt idx="1326">
                  <ns0:v>195.769073295</ns0:v>
                </ns0:pt>
                <ns0:pt idx="1327">
                  <ns0:v>135.971061322</ns0:v>
                </ns0:pt>
                <ns0:pt idx="1328">
                  <ns0:v>23.7241746591</ns0:v>
                </ns0:pt>
                <ns0:pt idx="1329">
                  <ns0:v>-83.5956622551</ns0:v>
                </ns0:pt>
                <ns0:pt idx="1330">
                  <ns0:v>-139.470895178</ns0:v>
                </ns0:pt>
                <ns0:pt idx="1331">
                  <ns0:v>-113.113624511</ns0:v>
                </ns0:pt>
                <ns0:pt idx="1332">
                  <ns0:v>-19.6095875976</ns0:v>
                </ns0:pt>
                <ns0:pt idx="1333">
                  <ns0:v>81.1860206678</ns0:v>
                </ns0:pt>
                <ns0:pt idx="1334">
                  <ns0:v>130.372060942</ns0:v>
                </ns0:pt>
                <ns0:pt idx="1335">
                  <ns0:v>101.601137557</ns0:v>
                </ns0:pt>
                <ns0:pt idx="1336">
                  <ns0:v>21.3091951038</ns0:v>
                </ns0:pt>
                <ns0:pt idx="1337">
                  <ns0:v>-47.6127772114</ns0:v>
                </ns0:pt>
                <ns0:pt idx="1338">
                  <ns0:v>-75.1209920993</ns0:v>
                </ns0:pt>
                <ns0:pt idx="1339">
                  <ns0:v>-82.0487027992</ns0:v>
                </ns0:pt>
                <ns0:pt idx="1340">
                  <ns0:v>-79.4740655182</ns0:v>
                </ns0:pt>
                <ns0:pt idx="1341">
                  <ns0:v>-49.6711883473</ns0:v>
                </ns0:pt>
                <ns0:pt idx="1342">
                  <ns0:v>3.66713244469</ns0:v>
                </ns0:pt>
                <ns0:pt idx="1343">
                  <ns0:v>47.4503970522</ns0:v>
                </ns0:pt>
                <ns0:pt idx="1344">
                  <ns0:v>63.2565956971</ns0:v>
                </ns0:pt>
                <ns0:pt idx="1345">
                  <ns0:v>55.1291803159</ns0:v>
                </ns0:pt>
                <ns0:pt idx="1346">
                  <ns0:v>32.6818994934</ns0:v>
                </ns0:pt>
                <ns0:pt idx="1347">
                  <ns0:v>3.17339914413</ns0:v>
                </ns0:pt>
                <ns0:pt idx="1348">
                  <ns0:v>-32.8433030575</ns0:v>
                </ns0:pt>
                <ns0:pt idx="1349">
                  <ns0:v>-68.0978485018</ns0:v>
                </ns0:pt>
                <ns0:pt idx="1350">
                  <ns0:v>-77.8859021278</ns0:v>
                </ns0:pt>
                <ns0:pt idx="1351">
                  <ns0:v>-51.5840561893</ns0:v>
                </ns0:pt>
                <ns0:pt idx="1352">
                  <ns0:v>-10.7013075921</ns0:v>
                </ns0:pt>
                <ns0:pt idx="1353">
                  <ns0:v>30.901696567</ns0:v>
                </ns0:pt>
                <ns0:pt idx="1354">
                  <ns0:v>79.2083822219</ns0:v>
                </ns0:pt>
                <ns0:pt idx="1355">
                  <ns0:v>119.833752342</ns0:v>
                </ns0:pt>
                <ns0:pt idx="1356">
                  <ns0:v>122.116935603</ns0:v>
                </ns0:pt>
                <ns0:pt idx="1357">
                  <ns0:v>86.4143752622</ns0:v>
                </ns0:pt>
                <ns0:pt idx="1358">
                  <ns0:v>35.8695785212</ns0:v>
                </ns0:pt>
                <ns0:pt idx="1359">
                  <ns0:v>-19.8963332254</ns0:v>
                </ns0:pt>
                <ns0:pt idx="1360">
                  <ns0:v>-70.6542506351</ns0:v>
                </ns0:pt>
                <ns0:pt idx="1361">
                  <ns0:v>-87.3956191581</ns0:v>
                </ns0:pt>
                <ns0:pt idx="1362">
                  <ns0:v>-48.9883431474</ns0:v>
                </ns0:pt>
                <ns0:pt idx="1363">
                  <ns0:v>30.3752242308</ns0:v>
                </ns0:pt>
                <ns0:pt idx="1364">
                  <ns0:v>99.974463658</ns0:v>
                </ns0:pt>
                <ns0:pt idx="1365">
                  <ns0:v>104.985685916</ns0:v>
                </ns0:pt>
                <ns0:pt idx="1366">
                  <ns0:v>44.977328888</ns0:v>
                </ns0:pt>
                <ns0:pt idx="1367">
                  <ns0:v>-19.5859306818</ns0:v>
                </ns0:pt>
                <ns0:pt idx="1368">
                  <ns0:v>-38.3689696307</ns0:v>
                </ns0:pt>
                <ns0:pt idx="1369">
                  <ns0:v>-9.57498506387</ns0:v>
                </ns0:pt>
                <ns0:pt idx="1370">
                  <ns0:v>45.6195218383</ns0:v>
                </ns0:pt>
                <ns0:pt idx="1371">
                  <ns0:v>95.8646107731</ns0:v>
                </ns0:pt>
                <ns0:pt idx="1372">
                  <ns0:v>105.237961173</ns0:v>
                </ns0:pt>
                <ns0:pt idx="1373">
                  <ns0:v>57.4133310403</ns0:v>
                </ns0:pt>
                <ns0:pt idx="1374">
                  <ns0:v>-27.60390993</ns0:v>
                </ns0:pt>
                <ns0:pt idx="1375">
                  <ns0:v>-106.022278797</ns0:v>
                </ns0:pt>
                <ns0:pt idx="1376">
                  <ns0:v>-138.771937233</ns0:v>
                </ns0:pt>
                <ns0:pt idx="1377">
                  <ns0:v>-114.064916267</ns0:v>
                </ns0:pt>
                <ns0:pt idx="1378">
                  <ns0:v>-53.6459068954</ns0:v>
                </ns0:pt>
                <ns0:pt idx="1379">
                  <ns0:v>8.29420257371</ns0:v>
                </ns0:pt>
                <ns0:pt idx="1380">
                  <ns0:v>52.2143167372</ns0:v>
                </ns0:pt>
                <ns0:pt idx="1381">
                  <ns0:v>73.4203741556</ns0:v>
                </ns0:pt>
                <ns0:pt idx="1382">
                  <ns0:v>69.9814270848</ns0:v>
                </ns0:pt>
                <ns0:pt idx="1383">
                  <ns0:v>41.6280776214</ns0:v>
                </ns0:pt>
                <ns0:pt idx="1384">
                  <ns0:v>-2.7774188262</ns0:v>
                </ns0:pt>
                <ns0:pt idx="1385">
                  <ns0:v>-36.9024175817</ns0:v>
                </ns0:pt>
                <ns0:pt idx="1386">
                  <ns0:v>-27.4130978526</ns0:v>
                </ns0:pt>
                <ns0:pt idx="1387">
                  <ns0:v>22.0360563809</ns0:v>
                </ns0:pt>
                <ns0:pt idx="1388">
                  <ns0:v>55.7339242271</ns0:v>
                </ns0:pt>
                <ns0:pt idx="1389">
                  <ns0:v>34.7827441712</ns0:v>
                </ns0:pt>
                <ns0:pt idx="1390">
                  <ns0:v>-15.1608900446</ns0:v>
                </ns0:pt>
                <ns0:pt idx="1391">
                  <ns0:v>-52.4216686187</ns0:v>
                </ns0:pt>
                <ns0:pt idx="1392">
                  <ns0:v>-61.0105235879</ns0:v>
                </ns0:pt>
                <ns0:pt idx="1393">
                  <ns0:v>-40.730127406</ns0:v>
                </ns0:pt>
                <ns0:pt idx="1394">
                  <ns0:v>-2.05903050561</ns0:v>
                </ns0:pt>
                <ns0:pt idx="1395">
                  <ns0:v>37.1172083462</ns0:v>
                </ns0:pt>
                <ns0:pt idx="1396">
                  <ns0:v>58.1446396393</ns0:v>
                </ns0:pt>
                <ns0:pt idx="1397">
                  <ns0:v>46.6292717833</ns0:v>
                </ns0:pt>
                <ns0:pt idx="1398">
                  <ns0:v>18.1058368359</ns0:v>
                </ns0:pt>
                <ns0:pt idx="1399">
                  <ns0:v>5.62677908604</ns0:v>
                </ns0:pt>
                <ns0:pt idx="1400">
                  <ns0:v>0.61442606232</ns0:v>
                </ns0:pt>
                <ns0:pt idx="1401">
                  <ns0:v>-24.8141832118</ns0:v>
                </ns0:pt>
                <ns0:pt idx="1402">
                  <ns0:v>-56.9337143203</ns0:v>
                </ns0:pt>
                <ns0:pt idx="1403">
                  <ns0:v>-73.3728975581</ns0:v>
                </ns0:pt>
                <ns0:pt idx="1404">
                  <ns0:v>-74.5293795786</ns0:v>
                </ns0:pt>
                <ns0:pt idx="1405">
                  <ns0:v>-48.8672646897</ns0:v>
                </ns0:pt>
                <ns0:pt idx="1406">
                  <ns0:v>14.3896699687</ns0:v>
                </ns0:pt>
                <ns0:pt idx="1407">
                  <ns0:v>82.9781989712</ns0:v>
                </ns0:pt>
                <ns0:pt idx="1408">
                  <ns0:v>106.443932071</ns0:v>
                </ns0:pt>
                <ns0:pt idx="1409">
                  <ns0:v>70.8281125019</ns0:v>
                </ns0:pt>
                <ns0:pt idx="1410">
                  <ns0:v>13.7624079654</ns0:v>
                </ns0:pt>
                <ns0:pt idx="1411">
                  <ns0:v>-19.6742287409</ns0:v>
                </ns0:pt>
                <ns0:pt idx="1412">
                  <ns0:v>-25.3859807354</ns0:v>
                </ns0:pt>
                <ns0:pt idx="1413">
                  <ns0:v>-17.2366118395</ns0:v>
                </ns0:pt>
                <ns0:pt idx="1414">
                  <ns0:v>7.30906250369</ns0:v>
                </ns0:pt>
                <ns0:pt idx="1415">
                  <ns0:v>42.8161254742</ns0:v>
                </ns0:pt>
                <ns0:pt idx="1416">
                  <ns0:v>64.2196329161</ns0:v>
                </ns0:pt>
                <ns0:pt idx="1417">
                  <ns0:v>59.4279125007</ns0:v>
                </ns0:pt>
                <ns0:pt idx="1418">
                  <ns0:v>32.4875011955</ns0:v>
                </ns0:pt>
                <ns0:pt idx="1419">
                  <ns0:v>-16.1886296454</ns0:v>
                </ns0:pt>
                <ns0:pt idx="1420">
                  <ns0:v>-75.5697386365</ns0:v>
                </ns0:pt>
                <ns0:pt idx="1421">
                  <ns0:v>-109.863263439</ns0:v>
                </ns0:pt>
                <ns0:pt idx="1422">
                  <ns0:v>-97.2901200419</ns0:v>
                </ns0:pt>
                <ns0:pt idx="1423">
                  <ns0:v>-59.9368501735</ns0:v>
                </ns0:pt>
                <ns0:pt idx="1424">
                  <ns0:v>-23.7192331307</ns0:v>
                </ns0:pt>
                <ns0:pt idx="1425">
                  <ns0:v>10.4157722332</ns0:v>
                </ns0:pt>
                <ns0:pt idx="1426">
                  <ns0:v>35.4835989027</ns0:v>
                </ns0:pt>
                <ns0:pt idx="1427">
                  <ns0:v>42.5383115556</ns0:v>
                </ns0:pt>
                <ns0:pt idx="1428">
                  <ns0:v>47.5774344593</ns0:v>
                </ns0:pt>
                <ns0:pt idx="1429">
                  <ns0:v>49.6380029142</ns0:v>
                </ns0:pt>
                <ns0:pt idx="1430">
                  <ns0:v>15.2216881947</ns0:v>
                </ns0:pt>
                <ns0:pt idx="1431">
                  <ns0:v>-45.3360508662</ns0:v>
                </ns0:pt>
                <ns0:pt idx="1432">
                  <ns0:v>-72.6963314674</ns0:v>
                </ns0:pt>
                <ns0:pt idx="1433">
                  <ns0:v>-56.0648766314</ns0:v>
                </ns0:pt>
                <ns0:pt idx="1434">
                  <ns0:v>-41.6043250873</ns0:v>
                </ns0:pt>
                <ns0:pt idx="1435">
                  <ns0:v>-39.0311065015</ns0:v>
                </ns0:pt>
                <ns0:pt idx="1436">
                  <ns0:v>-8.37004501606</ns0:v>
                </ns0:pt>
                <ns0:pt idx="1437">
                  <ns0:v>56.0534126508</ns0:v>
                </ns0:pt>
                <ns0:pt idx="1438">
                  <ns0:v>102.729770501</ns0:v>
                </ns0:pt>
                <ns0:pt idx="1439">
                  <ns0:v>91.083356256</ns0:v>
                </ns0:pt>
                <ns0:pt idx="1440">
                  <ns0:v>31.4142897567</ns0:v>
                </ns0:pt>
                <ns0:pt idx="1441">
                  <ns0:v>-41.5676753737</ns0:v>
                </ns0:pt>
                <ns0:pt idx="1442">
                  <ns0:v>-97.8880063</ns0:v>
                </ns0:pt>
                <ns0:pt idx="1443">
                  <ns0:v>-116.755857003</ns0:v>
                </ns0:pt>
                <ns0:pt idx="1444">
                  <ns0:v>-85.7208552007</ns0:v>
                </ns0:pt>
                <ns0:pt idx="1445">
                  <ns0:v>-6.59211651419</ns0:v>
                </ns0:pt>
                <ns0:pt idx="1446">
                  <ns0:v>89.4197597552</ns0:v>
                </ns0:pt>
                <ns0:pt idx="1447">
                  <ns0:v>146.902226533</ns0:v>
                </ns0:pt>
                <ns0:pt idx="1448">
                  <ns0:v>128.641428008</ns0:v>
                </ns0:pt>
                <ns0:pt idx="1449">
                  <ns0:v>44.9567317554</ns0:v>
                </ns0:pt>
                <ns0:pt idx="1450">
                  <ns0:v>-53.5394628607</ns0:v>
                </ns0:pt>
                <ns0:pt idx="1451">
                  <ns0:v>-106.817161161</ns0:v>
                </ns0:pt>
                <ns0:pt idx="1452">
                  <ns0:v>-94.1130438936</ns0:v>
                </ns0:pt>
                <ns0:pt idx="1453">
                  <ns0:v>-47.5891347995</ns0:v>
                </ns0:pt>
                <ns0:pt idx="1454">
                  <ns0:v>0.471280744614</ns0:v>
                </ns0:pt>
                <ns0:pt idx="1455">
                  <ns0:v>44.4521565299</ns0:v>
                </ns0:pt>
                <ns0:pt idx="1456">
                  <ns0:v>67.8242245953</ns0:v>
                </ns0:pt>
                <ns0:pt idx="1457">
                  <ns0:v>43.28346331</ns0:v>
                </ns0:pt>
                <ns0:pt idx="1458">
                  <ns0:v>-25.6054589418</ns0:v>
                </ns0:pt>
                <ns0:pt idx="1459">
                  <ns0:v>-97.4829857624</ns0:v>
                </ns0:pt>
                <ns0:pt idx="1460">
                  <ns0:v>-130.40300633</ns0:v>
                </ns0:pt>
                <ns0:pt idx="1461">
                  <ns0:v>-112.935882586</ns0:v>
                </ns0:pt>
                <ns0:pt idx="1462">
                  <ns0:v>-52.5941236083</ns0:v>
                </ns0:pt>
                <ns0:pt idx="1463">
                  <ns0:v>34.5228275133</ns0:v>
                </ns0:pt>
                <ns0:pt idx="1464">
                  <ns0:v>105.633078241</ns0:v>
                </ns0:pt>
                <ns0:pt idx="1465">
                  <ns0:v>109.927601075</ns0:v>
                </ns0:pt>
                <ns0:pt idx="1466">
                  <ns0:v>43.8368806472</ns0:v>
                </ns0:pt>
                <ns0:pt idx="1467">
                  <ns0:v>-48.8802714542</ns0:v>
                </ns0:pt>
                <ns0:pt idx="1468">
                  <ns0:v>-124.104983543</ns0:v>
                </ns0:pt>
                <ns0:pt idx="1469">
                  <ns0:v>-149.88126713</ns0:v>
                </ns0:pt>
                <ns0:pt idx="1470">
                  <ns0:v>-101.82436475</ns0:v>
                </ns0:pt>
                <ns0:pt idx="1471">
                  <ns0:v>8.88477511193</ns0:v>
                </ns0:pt>
                <ns0:pt idx="1472">
                  <ns0:v>117.708492248</ns0:v>
                </ns0:pt>
                <ns0:pt idx="1473">
                  <ns0:v>145.245150872</ns0:v>
                </ns0:pt>
                <ns0:pt idx="1474">
                  <ns0:v>69.1920336371</ns0:v>
                </ns0:pt>
                <ns0:pt idx="1475">
                  <ns0:v>-50.9813686071</ns0:v>
                </ns0:pt>
                <ns0:pt idx="1476">
                  <ns0:v>-143.656705462</ns0:v>
                </ns0:pt>
                <ns0:pt idx="1477">
                  <ns0:v>-176.863950823</ns0:v>
                </ns0:pt>
                <ns0:pt idx="1478">
                  <ns0:v>-135.718361154</ns0:v>
                </ns0:pt>
                <ns0:pt idx="1479">
                  <ns0:v>-30.7112320459</ns0:v>
                </ns0:pt>
                <ns0:pt idx="1480">
                  <ns0:v>83.4625213971</ns0:v>
                </ns0:pt>
                <ns0:pt idx="1481">
                  <ns0:v>139.420324418</ns0:v>
                </ns0:pt>
                <ns0:pt idx="1482">
                  <ns0:v>100.222092837</ns0:v>
                </ns0:pt>
                <ns0:pt idx="1483">
                  <ns0:v>-13.4949304844</ns0:v>
                </ns0:pt>
                <ns0:pt idx="1484">
                  <ns0:v>-132.099879585</ns0:v>
                </ns0:pt>
                <ns0:pt idx="1485">
                  <ns0:v>-181.020779653</ns0:v>
                </ns0:pt>
                <ns0:pt idx="1486">
                  <ns0:v>-126.892969795</ns0:v>
                </ns0:pt>
                <ns0:pt idx="1487">
                  <ns0:v>-12.6298729384</ns0:v>
                </ns0:pt>
                <ns0:pt idx="1488">
                  <ns0:v>72.3467652029</ns0:v>
                </ns0:pt>
                <ns0:pt idx="1489">
                  <ns0:v>84.838457988</ns0:v>
                </ns0:pt>
                <ns0:pt idx="1490">
                  <ns0:v>52.9027384134</ns0:v>
                </ns0:pt>
                <ns0:pt idx="1491">
                  <ns0:v>16.505435387</ns0:v>
                </ns0:pt>
                <ns0:pt idx="1492">
                  <ns0:v>-18.808429348</ns0:v>
                </ns0:pt>
                <ns0:pt idx="1493">
                  <ns0:v>-60.3055889665</ns0:v>
                </ns0:pt>
                <ns0:pt idx="1494">
                  <ns0:v>-100.634972333</ns0:v>
                </ns0:pt>
                <ns0:pt idx="1495">
                  <ns0:v>-129.338159875</ns0:v>
                </ns0:pt>
                <ns0:pt idx="1496">
                  <ns0:v>-130.43797037</ns0:v>
                </ns0:pt>
                <ns0:pt idx="1497">
                  <ns0:v>-81.7380445574</ns0:v>
                </ns0:pt>
                <ns0:pt idx="1498">
                  <ns0:v>9.49735488302</ns0:v>
                </ns0:pt>
                <ns0:pt idx="1499">
                  <ns0:v>90.7418885328</ns0:v>
                </ns0:pt>
                <ns0:pt idx="1500">
                  <ns0:v>110.928276958</ns0:v>
                </ns0:pt>
                <ns0:pt idx="1501">
                  <ns0:v>66.5529136812</ns0:v>
                </ns0:pt>
                <ns0:pt idx="1502">
                  <ns0:v>-6.86179966056</ns0:v>
                </ns0:pt>
                <ns0:pt idx="1503">
                  <ns0:v>-69.0846253624</ns0:v>
                </ns0:pt>
                <ns0:pt idx="1504">
                  <ns0:v>-91.3893028828</ns0:v>
                </ns0:pt>
                <ns0:pt idx="1505">
                  <ns0:v>-62.0520440312</ns0:v>
                </ns0:pt>
                <ns0:pt idx="1506">
                  <ns0:v>1.84760947769</ns0:v>
                </ns0:pt>
                <ns0:pt idx="1507">
                  <ns0:v>61.2890009251</ns0:v>
                </ns0:pt>
                <ns0:pt idx="1508">
                  <ns0:v>84.5221217426</ns0:v>
                </ns0:pt>
                <ns0:pt idx="1509">
                  <ns0:v>66.3927187745</ns0:v>
                </ns0:pt>
                <ns0:pt idx="1510">
                  <ns0:v>21.1957075513</ns0:v>
                </ns0:pt>
                <ns0:pt idx="1511">
                  <ns0:v>-27.8859842314</ns0:v>
                </ns0:pt>
                <ns0:pt idx="1512">
                  <ns0:v>-54.1385814121</ns0:v>
                </ns0:pt>
                <ns0:pt idx="1513">
                  <ns0:v>-45.2408226344</ns0:v>
                </ns0:pt>
                <ns0:pt idx="1514">
                  <ns0:v>-11.4571094978</ns0:v>
                </ns0:pt>
                <ns0:pt idx="1515">
                  <ns0:v>26.2686298861</ns0:v>
                </ns0:pt>
                <ns0:pt idx="1516">
                  <ns0:v>44.6095892517</ns0:v>
                </ns0:pt>
                <ns0:pt idx="1517">
                  <ns0:v>41.8884218753</ns0:v>
                </ns0:pt>
                <ns0:pt idx="1518">
                  <ns0:v>42.4802433595</ns0:v>
                </ns0:pt>
                <ns0:pt idx="1519">
                  <ns0:v>40.298448722</ns0:v>
                </ns0:pt>
                <ns0:pt idx="1520">
                  <ns0:v>-2.6331003051</ns0:v>
                </ns0:pt>
                <ns0:pt idx="1521">
                  <ns0:v>-74.3591861212</ns0:v>
                </ns0:pt>
                <ns0:pt idx="1522">
                  <ns0:v>-116.243583436</ns0:v>
                </ns0:pt>
                <ns0:pt idx="1523">
                  <ns0:v>-97.5553784281</ns0:v>
                </ns0:pt>
                <ns0:pt idx="1524">
                  <ns0:v>-27.5919001734</ns0:v>
                </ns0:pt>
                <ns0:pt idx="1525">
                  <ns0:v>59.4108698951</ns0:v>
                </ns0:pt>
                <ns0:pt idx="1526">
                  <ns0:v>112.971990284</ns0:v>
                </ns0:pt>
                <ns0:pt idx="1527">
                  <ns0:v>98.3420193601</ns0:v>
                </ns0:pt>
                <ns0:pt idx="1528">
                  <ns0:v>23.9978678619</ns0:v>
                </ns0:pt>
                <ns0:pt idx="1529">
                  <ns0:v>-60.2007441198</ns0:v>
                </ns0:pt>
                <ns0:pt idx="1530">
                  <ns0:v>-92.0648026692</ns0:v>
                </ns0:pt>
                <ns0:pt idx="1531">
                  <ns0:v>-49.8283664453</ns0:v>
                </ns0:pt>
                <ns0:pt idx="1532">
                  <ns0:v>27.0291686542</ns0:v>
                </ns0:pt>
                <ns0:pt idx="1533">
                  <ns0:v>88.0650810296</ns0:v>
                </ns0:pt>
                <ns0:pt idx="1534">
                  <ns0:v>105.718275154</ns0:v>
                </ns0:pt>
                <ns0:pt idx="1535">
                  <ns0:v>60.6446103672</ns0:v>
                </ns0:pt>
                <ns0:pt idx="1536">
                  <ns0:v>-33.9312466863</ns0:v>
                </ns0:pt>
                <ns0:pt idx="1537">
                  <ns0:v>-115.188031824</ns0:v>
                </ns0:pt>
                <ns0:pt idx="1538">
                  <ns0:v>-129.387171736</ns0:v>
                </ns0:pt>
                <ns0:pt idx="1539">
                  <ns0:v>-77.3061414324</ns0:v>
                </ns0:pt>
                <ns0:pt idx="1540">
                  <ns0:v>6.45683660128</ns0:v>
                </ns0:pt>
                <ns0:pt idx="1541">
                  <ns0:v>84.3775518208</ns0:v>
                </ns0:pt>
                <ns0:pt idx="1542">
                  <ns0:v>119.009990051</ns0:v>
                </ns0:pt>
                <ns0:pt idx="1543">
                  <ns0:v>84.8851347229</ns0:v>
                </ns0:pt>
                <ns0:pt idx="1544">
                  <ns0:v>3.16899372242</ns0:v>
                </ns0:pt>
                <ns0:pt idx="1545">
                  <ns0:v>-66.7157461469</ns0:v>
                </ns0:pt>
                <ns0:pt idx="1546">
                  <ns0:v>-85.4454145479</ns0:v>
                </ns0:pt>
                <ns0:pt idx="1547">
                  <ns0:v>-55.3145776083</ns0:v>
                </ns0:pt>
                <ns0:pt idx="1548">
                  <ns0:v>6.14027473988</ns0:v>
                </ns0:pt>
                <ns0:pt idx="1549">
                  <ns0:v>68.6207695342</ns0:v>
                </ns0:pt>
                <ns0:pt idx="1550">
                  <ns0:v>88.5580160791</ns0:v>
                </ns0:pt>
                <ns0:pt idx="1551">
                  <ns0:v>57.5367054098</ns0:v>
                </ns0:pt>
                <ns0:pt idx="1552">
                  <ns0:v>14.1113639922</ns0:v>
                </ns0:pt>
                <ns0:pt idx="1553">
                  <ns0:v>-23.3550926074</ns0:v>
                </ns0:pt>
                <ns0:pt idx="1554">
                  <ns0:v>-72.8855765876</ns0:v>
                </ns0:pt>
                <ns0:pt idx="1555">
                  <ns0:v>-130.321630923</ns0:v>
                </ns0:pt>
                <ns0:pt idx="1556">
                  <ns0:v>-159.816424024</ns0:v>
                </ns0:pt>
                <ns0:pt idx="1557">
                  <ns0:v>-140.838478066</ns0:v>
                </ns0:pt>
                <ns0:pt idx="1558">
                  <ns0:v>-89.0053831353</ns0:v>
                </ns0:pt>
                <ns0:pt idx="1559">
                  <ns0:v>-30.4835403414</ns0:v>
                </ns0:pt>
                <ns0:pt idx="1560">
                  <ns0:v>23.5579305566</ns0:v>
                </ns0:pt>
                <ns0:pt idx="1561">
                  <ns0:v>72.2068521035</ns0:v>
                </ns0:pt>
                <ns0:pt idx="1562">
                  <ns0:v>107.748887171</ns0:v>
                </ns0:pt>
                <ns0:pt idx="1563">
                  <ns0:v>106.104012504</ns0:v>
                </ns0:pt>
                <ns0:pt idx="1564">
                  <ns0:v>49.2195367351</ns0:v>
                </ns0:pt>
                <ns0:pt idx="1565">
                  <ns0:v>-31.6830758108</ns0:v>
                </ns0:pt>
                <ns0:pt idx="1566">
                  <ns0:v>-78.0749817963</ns0:v>
                </ns0:pt>
                <ns0:pt idx="1567">
                  <ns0:v>-73.9769990008</ns0:v>
                </ns0:pt>
                <ns0:pt idx="1568">
                  <ns0:v>-38.6542143746</ns0:v>
                </ns0:pt>
                <ns0:pt idx="1569">
                  <ns0:v>13.3656245618</ns0:v>
                </ns0:pt>
                <ns0:pt idx="1570">
                  <ns0:v>51.1897432813</ns0:v>
                </ns0:pt>
                <ns0:pt idx="1571">
                  <ns0:v>39.4168653386</ns0:v>
                </ns0:pt>
                <ns0:pt idx="1572">
                  <ns0:v>0.852127598278</ns0:v>
                </ns0:pt>
                <ns0:pt idx="1573">
                  <ns0:v>-17.0031792812</ns0:v>
                </ns0:pt>
                <ns0:pt idx="1574">
                  <ns0:v>-14.962866849</ns0:v>
                </ns0:pt>
                <ns0:pt idx="1575">
                  <ns0:v>-7.30782645011</ns0:v>
                </ns0:pt>
                <ns0:pt idx="1576">
                  <ns0:v>14.482063496</ns0:v>
                </ns0:pt>
                <ns0:pt idx="1577">
                  <ns0:v>39.4739768152</ns0:v>
                </ns0:pt>
                <ns0:pt idx="1578">
                  <ns0:v>40.2986598342</ns0:v>
                </ns0:pt>
                <ns0:pt idx="1579">
                  <ns0:v>26.8128608903</ns0:v>
                </ns0:pt>
                <ns0:pt idx="1580">
                  <ns0:v>29.8641367596</ns0:v>
                </ns0:pt>
                <ns0:pt idx="1581">
                  <ns0:v>44.8323899228</ns0:v>
                </ns0:pt>
                <ns0:pt idx="1582">
                  <ns0:v>43.6540645096</ns0:v>
                </ns0:pt>
                <ns0:pt idx="1583">
                  <ns0:v>24.6373270979</ns0:v>
                </ns0:pt>
                <ns0:pt idx="1584">
                  <ns0:v>7.08565052058</ns0:v>
                </ns0:pt>
                <ns0:pt idx="1585">
                  <ns0:v>-7.57307301827</ns0:v>
                </ns0:pt>
                <ns0:pt idx="1586">
                  <ns0:v>-29.710974627</ns0:v>
                </ns0:pt>
                <ns0:pt idx="1587">
                  <ns0:v>-50.7480767903</ns0:v>
                </ns0:pt>
                <ns0:pt idx="1588">
                  <ns0:v>-51.0980636676</ns0:v>
                </ns0:pt>
                <ns0:pt idx="1589">
                  <ns0:v>-24.3832700108</ns0:v>
                </ns0:pt>
                <ns0:pt idx="1590">
                  <ns0:v>19.4746552408</ns0:v>
                </ns0:pt>
                <ns0:pt idx="1591">
                  <ns0:v>57.2757353399</ns0:v>
                </ns0:pt>
                <ns0:pt idx="1592">
                  <ns0:v>66.5945957069</ns0:v>
                </ns0:pt>
                <ns0:pt idx="1593">
                  <ns0:v>50.3443707346</ns0:v>
                </ns0:pt>
                <ns0:pt idx="1594">
                  <ns0:v>25.6705169376</ns0:v>
                </ns0:pt>
                <ns0:pt idx="1595">
                  <ns0:v>-1.24367617263</ns0:v>
                </ns0:pt>
                <ns0:pt idx="1596">
                  <ns0:v>-18.6471004521</ns0:v>
                </ns0:pt>
                <ns0:pt idx="1597">
                  <ns0:v>-6.26617278593</ns0:v>
                </ns0:pt>
                <ns0:pt idx="1598">
                  <ns0:v>24.5084143918</ns0:v>
                </ns0:pt>
                <ns0:pt idx="1599">
                  <ns0:v>43.673779591</ns0:v>
                </ns0:pt>
                <ns0:pt idx="1600">
                  <ns0:v>51.8523824164</ns0:v>
                </ns0:pt>
                <ns0:pt idx="1601">
                  <ns0:v>54.595964746</ns0:v>
                </ns0:pt>
                <ns0:pt idx="1602">
                  <ns0:v>29.8579221121</ns0:v>
                </ns0:pt>
                <ns0:pt idx="1603">
                  <ns0:v>-22.1793177298</ns0:v>
                </ns0:pt>
                <ns0:pt idx="1604">
                  <ns0:v>-61.7212114183</ns0:v>
                </ns0:pt>
                <ns0:pt idx="1605">
                  <ns0:v>-70.8306560541</ns0:v>
                </ns0:pt>
                <ns0:pt idx="1606">
                  <ns0:v>-61.8773871365</ns0:v>
                </ns0:pt>
                <ns0:pt idx="1607">
                  <ns0:v>-35.0554178044</ns0:v>
                </ns0:pt>
                <ns0:pt idx="1608">
                  <ns0:v>8.54277665392</ns0:v>
                </ns0:pt>
                <ns0:pt idx="1609">
                  <ns0:v>40.1360755462</ns0:v>
                </ns0:pt>
                <ns0:pt idx="1610">
                  <ns0:v>29.4254994324</ns0:v>
                </ns0:pt>
                <ns0:pt idx="1611">
                  <ns0:v>-21.1719217121</ns0:v>
                </ns0:pt>
                <ns0:pt idx="1612">
                  <ns0:v>-74.071329603</ns0:v>
                </ns0:pt>
                <ns0:pt idx="1613">
                  <ns0:v>-86.6540611449</ns0:v>
                </ns0:pt>
                <ns0:pt idx="1614">
                  <ns0:v>-51.1297729272</ns0:v>
                </ns0:pt>
                <ns0:pt idx="1615">
                  <ns0:v>12.0340961903</ns0:v>
                </ns0:pt>
                <ns0:pt idx="1616">
                  <ns0:v>84.8188573262</ns0:v>
                </ns0:pt>
                <ns0:pt idx="1617">
                  <ns0:v>136.973181685</ns0:v>
                </ns0:pt>
                <ns0:pt idx="1618">
                  <ns0:v>124.597977683</ns0:v>
                </ns0:pt>
                <ns0:pt idx="1619">
                  <ns0:v>49.6008552337</ns0:v>
                </ns0:pt>
                <ns0:pt idx="1620">
                  <ns0:v>-36.6450348067</ns0:v>
                </ns0:pt>
                <ns0:pt idx="1621">
                  <ns0:v>-91.475185776</ns0:v>
                </ns0:pt>
                <ns0:pt idx="1622">
                  <ns0:v>-86.5068165987</ns0:v>
                </ns0:pt>
                <ns0:pt idx="1623">
                  <ns0:v>-8.09822926096</ns0:v>
                </ns0:pt>
                <ns0:pt idx="1624">
                  <ns0:v>105.172992349</ns0:v>
                </ns0:pt>
                <ns0:pt idx="1625">
                  <ns0:v>179.688712489</ns0:v>
                </ns0:pt>
                <ns0:pt idx="1626">
                  <ns0:v>165.301438885</ns0:v>
                </ns0:pt>
                <ns0:pt idx="1627">
                  <ns0:v>67.3904783015</ns0:v>
                </ns0:pt>
                <ns0:pt idx="1628">
                  <ns0:v>-54.4882868065</ns0:v>
                </ns0:pt>
                <ns0:pt idx="1629">
                  <ns0:v>-137.516012795</ns0:v>
                </ns0:pt>
                <ns0:pt idx="1630">
                  <ns0:v>-156.469455777</ns0:v>
                </ns0:pt>
                <ns0:pt idx="1631">
                  <ns0:v>-105.678849289</ns0:v>
                </ns0:pt>
                <ns0:pt idx="1632">
                  <ns0:v>9.48786557994</ns0:v>
                </ns0:pt>
                <ns0:pt idx="1633">
                  <ns0:v>148.169751395</ns0:v>
                </ns0:pt>
                <ns0:pt idx="1634">
                  <ns0:v>231.764283958</ns0:v>
                </ns0:pt>
                <ns0:pt idx="1635">
                  <ns0:v>196.158830908</ns0:v>
                </ns0:pt>
                <ns0:pt idx="1636">
                  <ns0:v>58.7962789182</ns0:v>
                </ns0:pt>
                <ns0:pt idx="1637">
                  <ns0:v>-93.0147670503</ns0:v>
                </ns0:pt>
                <ns0:pt idx="1638">
                  <ns0:v>-191.163721933</ns0:v>
                </ns0:pt>
                <ns0:pt idx="1639">
                  <ns0:v>-209.097044689</ns0:v>
                </ns0:pt>
                <ns0:pt idx="1640">
                  <ns0:v>-137.334594403</ns0:v>
                </ns0:pt>
                <ns0:pt idx="1641">
                  <ns0:v>-3.67487107475</ns0:v>
                </ns0:pt>
                <ns0:pt idx="1642">
                  <ns0:v>125.451581454</ns0:v>
                </ns0:pt>
                <ns0:pt idx="1643">
                  <ns0:v>184.627041965</ns0:v>
                </ns0:pt>
                <ns0:pt idx="1644">
                  <ns0:v>149.190096161</ns0:v>
                </ns0:pt>
                <ns0:pt idx="1645">
                  <ns0:v>47.3306781997</ns0:v>
                </ns0:pt>
                <ns0:pt idx="1646">
                  <ns0:v>-60.7447538054</ns0:v>
                </ns0:pt>
                <ns0:pt idx="1647">
                  <ns0:v>-119.226428887</ns0:v>
                </ns0:pt>
                <ns0:pt idx="1648">
                  <ns0:v>-103.112901449</ns0:v>
                </ns0:pt>
                <ns0:pt idx="1649">
                  <ns0:v>-34.5813114876</ns0:v>
                </ns0:pt>
                <ns0:pt idx="1650">
                  <ns0:v>33.9867815366</ns0:v>
                </ns0:pt>
                <ns0:pt idx="1651">
                  <ns0:v>64.6395731199</ns0:v>
                </ns0:pt>
                <ns0:pt idx="1652">
                  <ns0:v>52.5435797071</ns0:v>
                </ns0:pt>
                <ns0:pt idx="1653">
                  <ns0:v>16.7365978182</ns0:v>
                </ns0:pt>
                <ns0:pt idx="1654">
                  <ns0:v>-20.3517520882</ns0:v>
                </ns0:pt>
                <ns0:pt idx="1655">
                  <ns0:v>-47.9297408843</ns0:v>
                </ns0:pt>
                <ns0:pt idx="1656">
                  <ns0:v>-66.2721355977</ns0:v>
                </ns0:pt>
                <ns0:pt idx="1657">
                  <ns0:v>-73.7859489523</ns0:v>
                </ns0:pt>
                <ns0:pt idx="1658">
                  <ns0:v>-61.8664630228</ns0:v>
                </ns0:pt>
                <ns0:pt idx="1659">
                  <ns0:v>-39.10217233</ns0:v>
                </ns0:pt>
                <ns0:pt idx="1660">
                  <ns0:v>-34.6533071765</ns0:v>
                </ns0:pt>
                <ns0:pt idx="1661">
                  <ns0:v>-51.7728538377</ns0:v>
                </ns0:pt>
                <ns0:pt idx="1662">
                  <ns0:v>-56.5555367192</ns0:v>
                </ns0:pt>
                <ns0:pt idx="1663">
                  <ns0:v>-28.6973800773</ns0:v>
                </ns0:pt>
                <ns0:pt idx="1664">
                  <ns0:v>13.7966656119</ns0:v>
                </ns0:pt>
                <ns0:pt idx="1665">
                  <ns0:v>42.7332029857</ns0:v>
                </ns0:pt>
                <ns0:pt idx="1666">
                  <ns0:v>51.4040736818</ns0:v>
                </ns0:pt>
                <ns0:pt idx="1667">
                  <ns0:v>50.2822677718</ns0:v>
                </ns0:pt>
                <ns0:pt idx="1668">
                  <ns0:v>40.0377391849</ns0:v>
                </ns0:pt>
                <ns0:pt idx="1669">
                  <ns0:v>17.1373912782</ns0:v>
                </ns0:pt>
                <ns0:pt idx="1670">
                  <ns0:v>-2.60534953256</ns0:v>
                </ns0:pt>
                <ns0:pt idx="1671">
                  <ns0:v>-9.75403448795</ns0:v>
                </ns0:pt>
                <ns0:pt idx="1672">
                  <ns0:v>-19.3875577813</ns0:v>
                </ns0:pt>
                <ns0:pt idx="1673">
                  <ns0:v>-32.4619217087</ns0:v>
                </ns0:pt>
                <ns0:pt idx="1674">
                  <ns0:v>-36.2467456847</ns0:v>
                </ns0:pt>
                <ns0:pt idx="1675">
                  <ns0:v>-33.9766975741</ns0:v>
                </ns0:pt>
                <ns0:pt idx="1676">
                  <ns0:v>-19.6190360749</ns0:v>
                </ns0:pt>
                <ns0:pt idx="1677">
                  <ns0:v>21.8922702063</ns0:v>
                </ns0:pt>
                <ns0:pt idx="1678">
                  <ns0:v>65.4402350143</ns0:v>
                </ns0:pt>
                <ns0:pt idx="1679">
                  <ns0:v>70.6755718878</ns0:v>
                </ns0:pt>
                <ns0:pt idx="1680">
                  <ns0:v>41.373574674</ns0:v>
                </ns0:pt>
                <ns0:pt idx="1681">
                  <ns0:v>2.61665289601</ns0:v>
                </ns0:pt>
                <ns0:pt idx="1682">
                  <ns0:v>-36.7307022903</ns0:v>
                </ns0:pt>
                <ns0:pt idx="1683">
                  <ns0:v>-67.5693348776</ns0:v>
                </ns0:pt>
                <ns0:pt idx="1684">
                  <ns0:v>-70.6432201597</ns0:v>
                </ns0:pt>
                <ns0:pt idx="1685">
                  <ns0:v>-34.4011146448</ns0:v>
                </ns0:pt>
                <ns0:pt idx="1686">
                  <ns0:v>32.9171826404</ns0:v>
                </ns0:pt>
                <ns0:pt idx="1687">
                  <ns0:v>100.892661838</ns0:v>
                </ns0:pt>
                <ns0:pt idx="1688">
                  <ns0:v>124.145491291</ns0:v>
                </ns0:pt>
                <ns0:pt idx="1689">
                  <ns0:v>73.3829557359</ns0:v>
                </ns0:pt>
                <ns0:pt idx="1690">
                  <ns0:v>-29.7598897954</ns0:v>
                </ns0:pt>
                <ns0:pt idx="1691">
                  <ns0:v>-123.79197782</ns0:v>
                </ns0:pt>
                <ns0:pt idx="1692">
                  <ns0:v>-150.902341926</ns0:v>
                </ns0:pt>
                <ns0:pt idx="1693">
                  <ns0:v>-87.7422277038</ns0:v>
                </ns0:pt>
                <ns0:pt idx="1694">
                  <ns0:v>33.798912137</ns0:v>
                </ns0:pt>
                <ns0:pt idx="1695">
                  <ns0:v>138.230232054</ns0:v>
                </ns0:pt>
                <ns0:pt idx="1696">
                  <ns0:v>164.991497242</ns0:v>
                </ns0:pt>
                <ns0:pt idx="1697">
                  <ns0:v>112.506495516</ns0:v>
                </ns0:pt>
                <ns0:pt idx="1698">
                  <ns0:v>19.443161928</ns0:v>
                </ns0:pt>
                <ns0:pt idx="1699">
                  <ns0:v>-83.5614690703</ns0:v>
                </ns0:pt>
                <ns0:pt idx="1700">
                  <ns0:v>-164.555813874</ns0:v>
                </ns0:pt>
                <ns0:pt idx="1701">
                  <ns0:v>-164.584978507</ns0:v>
                </ns0:pt>
                <ns0:pt idx="1702">
                  <ns0:v>-63.7781291909</ns0:v>
                </ns0:pt>
                <ns0:pt idx="1703">
                  <ns0:v>60.8896723577</ns0:v>
                </ns0:pt>
                <ns0:pt idx="1704">
                  <ns0:v>114.961708857</ns0:v>
                </ns0:pt>
                <ns0:pt idx="1705">
                  <ns0:v>80.9532735526</ns0:v>
                </ns0:pt>
                <ns0:pt idx="1706">
                  <ns0:v>-1.61001108049</ns0:v>
                </ns0:pt>
                <ns0:pt idx="1707">
                  <ns0:v>-80.6342025186</ns0:v>
                </ns0:pt>
                <ns0:pt idx="1708">
                  <ns0:v>-106.696503316</ns0:v>
                </ns0:pt>
                <ns0:pt idx="1709">
                  <ns0:v>-66.5287238818</ns0:v>
                </ns0:pt>
                <ns0:pt idx="1710">
                  <ns0:v>-2.69958612809</ns0:v>
                </ns0:pt>
                <ns0:pt idx="1711">
                  <ns0:v>48.6560596085</ns0:v>
                </ns0:pt>
                <ns0:pt idx="1712">
                  <ns0:v>87.0151246952</ns0:v>
                </ns0:pt>
                <ns0:pt idx="1713">
                  <ns0:v>94.1275918305</ns0:v>
                </ns0:pt>
                <ns0:pt idx="1714">
                  <ns0:v>53.3183629048</ns0:v>
                </ns0:pt>
                <ns0:pt idx="1715">
                  <ns0:v>-7.7979520428</ns0:v>
                </ns0:pt>
                <ns0:pt idx="1716">
                  <ns0:v>-62.9129147881</ns0:v>
                </ns0:pt>
                <ns0:pt idx="1717">
                  <ns0:v>-102.997111538</ns0:v>
                </ns0:pt>
                <ns0:pt idx="1718">
                  <ns0:v>-95.0901525699</ns0:v>
                </ns0:pt>
                <ns0:pt idx="1719">
                  <ns0:v>-19.9697852121</ns0:v>
                </ns0:pt>
                <ns0:pt idx="1720">
                  <ns0:v>78.483586943</ns0:v>
                </ns0:pt>
                <ns0:pt idx="1721">
                  <ns0:v>143.523503902</ns0:v>
                </ns0:pt>
                <ns0:pt idx="1722">
                  <ns0:v>146.166433009</ns0:v>
                </ns0:pt>
                <ns0:pt idx="1723">
                  <ns0:v>78.5998103586</ns0:v>
                </ns0:pt>
                <ns0:pt idx="1724">
                  <ns0:v>-29.2043054698</ns0:v>
                </ns0:pt>
                <ns0:pt idx="1725">
                  <ns0:v>-120.103850192</ns0:v>
                </ns0:pt>
                <ns0:pt idx="1726">
                  <ns0:v>-153.217935468</ns0:v>
                </ns0:pt>
                <ns0:pt idx="1727">
                  <ns0:v>-118.861642672</ns0:v>
                </ns0:pt>
                <ns0:pt idx="1728">
                  <ns0:v>-41.3028306169</ns0:v>
                </ns0:pt>
                <ns0:pt idx="1729">
                  <ns0:v>31.5967244957</ns0:v>
                </ns0:pt>
                <ns0:pt idx="1730">
                  <ns0:v>64.9232127669</ns0:v>
                </ns0:pt>
                <ns0:pt idx="1731">
                  <ns0:v>55.3741209035</ns0:v>
                </ns0:pt>
                <ns0:pt idx="1732">
                  <ns0:v>16.1672664926</ns0:v>
                </ns0:pt>
                <ns0:pt idx="1733">
                  <ns0:v>-41.678922344</ns0:v>
                </ns0:pt>
                <ns0:pt idx="1734">
                  <ns0:v>-100.74402277</ns0:v>
                </ns0:pt>
                <ns0:pt idx="1735">
                  <ns0:v>-118.9298883</ns0:v>
                </ns0:pt>
                <ns0:pt idx="1736">
                  <ns0:v>-62.5057852777</ns0:v>
                </ns0:pt>
                <ns0:pt idx="1737">
                  <ns0:v>39.8619885896</ns0:v>
                </ns0:pt>
                <ns0:pt idx="1738">
                  <ns0:v>119.701770183</ns0:v>
                </ns0:pt>
                <ns0:pt idx="1739">
                  <ns0:v>130.574136631</ns0:v>
                </ns0:pt>
                <ns0:pt idx="1740">
                  <ns0:v>66.4196508831</ns0:v>
                </ns0:pt>
                <ns0:pt idx="1741">
                  <ns0:v>-35.5203404743</ns0:v>
                </ns0:pt>
                <ns0:pt idx="1742">
                  <ns0:v>-112.756505481</ns0:v>
                </ns0:pt>
                <ns0:pt idx="1743">
                  <ns0:v>-123.447192467</ns0:v>
                </ns0:pt>
                <ns0:pt idx="1744">
                  <ns0:v>-65.4832272245</ns0:v>
                </ns0:pt>
                <ns0:pt idx="1745">
                  <ns0:v>29.7233690051</ns0:v>
                </ns0:pt>
                <ns0:pt idx="1746">
                  <ns0:v>115.54217702</ns0:v>
                </ns0:pt>
                <ns0:pt idx="1747">
                  <ns0:v>154.646794061</ns0:v>
                </ns0:pt>
                <ns0:pt idx="1748">
                  <ns0:v>120.898961394</ns0:v>
                </ns0:pt>
                <ns0:pt idx="1749">
                  <ns0:v>3.07957402928</ns0:v>
                </ns0:pt>
                <ns0:pt idx="1750">
                  <ns0:v>-150.411444404</ns0:v>
                </ns0:pt>
                <ns0:pt idx="1751">
                  <ns0:v>-228.036769678</ns0:v>
                </ns0:pt>
                <ns0:pt idx="1752">
                  <ns0:v>-161.608413239</ns0:v>
                </ns0:pt>
                <ns0:pt idx="1753">
                  <ns0:v>-3.67290982677</ns0:v>
                </ns0:pt>
                <ns0:pt idx="1754">
                  <ns0:v>144.268628261</ns0:v>
                </ns0:pt>
                <ns0:pt idx="1755">
                  <ns0:v>211.105445345</ns0:v>
                </ns0:pt>
                <ns0:pt idx="1756">
                  <ns0:v>155.685763431</ns0:v>
                </ns0:pt>
                <ns0:pt idx="1757">
                  <ns0:v>20.8519670152</ns0:v>
                </ns0:pt>
                <ns0:pt idx="1758">
                  <ns0:v>-81.3813321735</ns0:v>
                </ns0:pt>
                <ns0:pt idx="1759">
                  <ns0:v>-107.134269872</ns0:v>
                </ns0:pt>
                <ns0:pt idx="1760">
                  <ns0:v>-87.5858580633</ns0:v>
                </ns0:pt>
                <ns0:pt idx="1761">
                  <ns0:v>-49.4150093951</ns0:v>
                </ns0:pt>
                <ns0:pt idx="1762">
                  <ns0:v>1.6573179288</ns0:v>
                </ns0:pt>
                <ns0:pt idx="1763">
                  <ns0:v>52.8999461464</ns0:v>
                </ns0:pt>
                <ns0:pt idx="1764">
                  <ns0:v>79.7204258754</ns0:v>
                </ns0:pt>
                <ns0:pt idx="1765">
                  <ns0:v>68.4714181639</ns0:v>
                </ns0:pt>
                <ns0:pt idx="1766">
                  <ns0:v>22.1146824954</ns0:v>
                </ns0:pt>
                <ns0:pt idx="1767">
                  <ns0:v>-45.5202626001</ns0:v>
                </ns0:pt>
                <ns0:pt idx="1768">
                  <ns0:v>-100.754097601</ns0:v>
                </ns0:pt>
                <ns0:pt idx="1769">
                  <ns0:v>-88.6659045936</ns0:v>
                </ns0:pt>
                <ns0:pt idx="1770">
                  <ns0:v>5.20892475615</ns0:v>
                </ns0:pt>
                <ns0:pt idx="1771">
                  <ns0:v>107.836452515</ns0:v>
                </ns0:pt>
                <ns0:pt idx="1772">
                  <ns0:v>143.060534423</ns0:v>
                </ns0:pt>
                <ns0:pt idx="1773">
                  <ns0:v>115.609513738</ns0:v>
                </ns0:pt>
                <ns0:pt idx="1774">
                  <ns0:v>54.7479337995</ns0:v>
                </ns0:pt>
                <ns0:pt idx="1775">
                  <ns0:v>-38.6919003105</ns0:v>
                </ns0:pt>
                <ns0:pt idx="1776">
                  <ns0:v>-135.031338297</ns0:v>
                </ns0:pt>
                <ns0:pt idx="1777">
                  <ns0:v>-153.759972625</ns0:v>
                </ns0:pt>
                <ns0:pt idx="1778">
                  <ns0:v>-61.6142602847</ns0:v>
                </ns0:pt>
                <ns0:pt idx="1779">
                  <ns0:v>71.177401581</ns0:v>
                </ns0:pt>
                <ns0:pt idx="1780">
                  <ns0:v>150.748223611</ns0:v>
                </ns0:pt>
                <ns0:pt idx="1781">
                  <ns0:v>142.714111205</ns0:v>
                </ns0:pt>
                <ns0:pt idx="1782">
                  <ns0:v>63.7618037219</ns0:v>
                </ns0:pt>
                <ns0:pt idx="1783">
                  <ns0:v>-49.6326579628</ns0:v>
                </ns0:pt>
                <ns0:pt idx="1784">
                  <ns0:v>-148.197501093</ns0:v>
                </ns0:pt>
                <ns0:pt idx="1785">
                  <ns0:v>-169.446996045</ns0:v>
                </ns0:pt>
                <ns0:pt idx="1786">
                  <ns0:v>-83.62963627</ns0:v>
                </ns0:pt>
                <ns0:pt idx="1787">
                  <ns0:v>54.3455169784</ns0:v>
                </ns0:pt>
                <ns0:pt idx="1788">
                  <ns0:v>150.961076764</ns0:v>
                </ns0:pt>
                <ns0:pt idx="1789">
                  <ns0:v>153.409128944</ns0:v>
                </ns0:pt>
                <ns0:pt idx="1790">
                  <ns0:v>70.1540190555</ns0:v>
                </ns0:pt>
                <ns0:pt idx="1791">
                  <ns0:v>-48.9642811971</ns0:v>
                </ns0:pt>
                <ns0:pt idx="1792">
                  <ns0:v>-143.385076646</ns0:v>
                </ns0:pt>
                <ns0:pt idx="1793">
                  <ns0:v>-161.323880798</ns0:v>
                </ns0:pt>
                <ns0:pt idx="1794">
                  <ns0:v>-87.4645684934</ns0:v>
                </ns0:pt>
                <ns0:pt idx="1795">
                  <ns0:v>34.7800023992</ns0:v>
                </ns0:pt>
                <ns0:pt idx="1796">
                  <ns0:v>135.203284577</ns0:v>
                </ns0:pt>
                <ns0:pt idx="1797">
                  <ns0:v>156.472575187</ns0:v>
                </ns0:pt>
                <ns0:pt idx="1798">
                  <ns0:v>90.0898512028</ns0:v>
                </ns0:pt>
                <ns0:pt idx="1799">
                  <ns0:v>-12.5370749137</ns0:v>
                </ns0:pt>
                <ns0:pt idx="1800">
                  <ns0:v>-100.926574615</ns0:v>
                </ns0:pt>
                <ns0:pt idx="1801">
                  <ns0:v>-145.717769198</ns0:v>
                </ns0:pt>
                <ns0:pt idx="1802">
                  <ns0:v>-103.527345216</ns0:v>
                </ns0:pt>
                <ns0:pt idx="1803">
                  <ns0:v>32.5226403561</ns0:v>
                </ns0:pt>
                <ns0:pt idx="1804">
                  <ns0:v>177.95661681</ns0:v>
                </ns0:pt>
                <ns0:pt idx="1805">
                  <ns0:v>223.864502266</ns0:v>
                </ns0:pt>
                <ns0:pt idx="1806">
                  <ns0:v>138.75724372</ns0:v>
                </ns0:pt>
                <ns0:pt idx="1807">
                  <ns0:v>-5.08461515444</ns0:v>
                </ns0:pt>
                <ns0:pt idx="1808">
                  <ns0:v>-109.78706216</ns0:v>
                </ns0:pt>
                <ns0:pt idx="1809">
                  <ns0:v>-137.774940503</ns0:v>
                </ns0:pt>
                <ns0:pt idx="1810">
                  <ns0:v>-100.358158646</ns0:v>
                </ns0:pt>
                <ns0:pt idx="1811">
                  <ns0:v>-23.075338928</ns0:v>
                </ns0:pt>
                <ns0:pt idx="1812">
                  <ns0:v>69.698399287</ns0:v>
                </ns0:pt>
                <ns0:pt idx="1813">
                  <ns0:v>142.728220265</ns0:v>
                </ns0:pt>
                <ns0:pt idx="1814">
                  <ns0:v>149.886723278</ns0:v>
                </ns0:pt>
                <ns0:pt idx="1815">
                  <ns0:v>85.5654261641</ns0:v>
                </ns0:pt>
                <ns0:pt idx="1816">
                  <ns0:v>-2.42939104819</ns0:v>
                </ns0:pt>
                <ns0:pt idx="1817">
                  <ns0:v>-63.2824754681</ns0:v>
                </ns0:pt>
                <ns0:pt idx="1818">
                  <ns0:v>-75.8742246681</ns0:v>
                </ns0:pt>
                <ns0:pt idx="1819">
                  <ns0:v>-41.8122345628</ns0:v>
                </ns0:pt>
                <ns0:pt idx="1820">
                  <ns0:v>13.6700450573</ns0:v>
                </ns0:pt>
                <ns0:pt idx="1821">
                  <ns0:v>58.0628011821</ns0:v>
                </ns0:pt>
                <ns0:pt idx="1822">
                  <ns0:v>82.966246693</ns0:v>
                </ns0:pt>
                <ns0:pt idx="1823">
                  <ns0:v>89.762460846</ns0:v>
                </ns0:pt>
                <ns0:pt idx="1824">
                  <ns0:v>60.3828603104</ns0:v>
                </ns0:pt>
                <ns0:pt idx="1825">
                  <ns0:v>-13.7077728933</ns0:v>
                </ns0:pt>
                <ns0:pt idx="1826">
                  <ns0:v>-91.4698016105</ns0:v>
                </ns0:pt>
                <ns0:pt idx="1827">
                  <ns0:v>-118.329535844</ns0:v>
                </ns0:pt>
                <ns0:pt idx="1828">
                  <ns0:v>-78.6183592199</ns0:v>
                </ns0:pt>
                <ns0:pt idx="1829">
                  <ns0:v>8.03607257997</ns0:v>
                </ns0:pt>
                <ns0:pt idx="1830">
                  <ns0:v>100.577051325</ns0:v>
                </ns0:pt>
                <ns0:pt idx="1831">
                  <ns0:v>140.822357263</ns0:v>
                </ns0:pt>
                <ns0:pt idx="1832">
                  <ns0:v>96.8071722623</ns0:v>
                </ns0:pt>
                <ns0:pt idx="1833">
                  <ns0:v>4.68493956813</ns0:v>
                </ns0:pt>
                <ns0:pt idx="1834">
                  <ns0:v>-74.6370140065</ns0:v>
                </ns0:pt>
                <ns0:pt idx="1835">
                  <ns0:v>-109.713734262</ns0:v>
                </ns0:pt>
                <ns0:pt idx="1836">
                  <ns0:v>-89.4790892524</ns0:v>
                </ns0:pt>
                <ns0:pt idx="1837">
                  <ns0:v>-19.7356382031</ns0:v>
                </ns0:pt>
                <ns0:pt idx="1838">
                  <ns0:v>65.8982103217</ns0:v>
                </ns0:pt>
                <ns0:pt idx="1839">
                  <ns0:v>121.048197808</ns0:v>
                </ns0:pt>
                <ns0:pt idx="1840">
                  <ns0:v>114.484449287</ns0:v>
                </ns0:pt>
                <ns0:pt idx="1841">
                  <ns0:v>51.2720055743</ns0:v>
                </ns0:pt>
                <ns0:pt idx="1842">
                  <ns0:v>-33.6853982627</ns0:v>
                </ns0:pt>
                <ns0:pt idx="1843">
                  <ns0:v>-99.9334289355</ns0:v>
                </ns0:pt>
                <ns0:pt idx="1844">
                  <ns0:v>-119.579433647</ns0:v>
                </ns0:pt>
                <ns0:pt idx="1845">
                  <ns0:v>-91.9618546087</ns0:v>
                </ns0:pt>
                <ns0:pt idx="1846">
                  <ns0:v>-35.916830577</ns0:v>
                </ns0:pt>
                <ns0:pt idx="1847">
                  <ns0:v>28.9239453131</ns0:v>
                </ns0:pt>
                <ns0:pt idx="1848">
                  <ns0:v>71.2899485295</ns0:v>
                </ns0:pt>
                <ns0:pt idx="1849">
                  <ns0:v>60.9365795434</ns0:v>
                </ns0:pt>
                <ns0:pt idx="1850">
                  <ns0:v>10.0508205665</ns0:v>
                </ns0:pt>
                <ns0:pt idx="1851">
                  <ns0:v>-47.0741280554</ns0:v>
                </ns0:pt>
                <ns0:pt idx="1852">
                  <ns0:v>-88.090240978</ns0:v>
                </ns0:pt>
                <ns0:pt idx="1853">
                  <ns0:v>-87.089588731</ns0:v>
                </ns0:pt>
                <ns0:pt idx="1854">
                  <ns0:v>-35.8920622336</ns0:v>
                </ns0:pt>
                <ns0:pt idx="1855">
                  <ns0:v>26.6539976554</ns0:v>
                </ns0:pt>
                <ns0:pt idx="1856">
                  <ns0:v>67.5263329981</ns0:v>
                </ns0:pt>
                <ns0:pt idx="1857">
                  <ns0:v>86.305633167</ns0:v>
                </ns0:pt>
                <ns0:pt idx="1858">
                  <ns0:v>76.475884623</ns0:v>
                </ns0:pt>
                <ns0:pt idx="1859">
                  <ns0:v>37.6785845578</ns0:v>
                </ns0:pt>
                <ns0:pt idx="1860">
                  <ns0:v>-2.43508785312</ns0:v>
                </ns0:pt>
                <ns0:pt idx="1861">
                  <ns0:v>-27.8853976297</ns0:v>
                </ns0:pt>
                <ns0:pt idx="1862">
                  <ns0:v>-47.2688551081</ns0:v>
                </ns0:pt>
                <ns0:pt idx="1863">
                  <ns0:v>-59.6068308526</ns0:v>
                </ns0:pt>
                <ns0:pt idx="1864">
                  <ns0:v>-49.3251330981</ns0:v>
                </ns0:pt>
                <ns0:pt idx="1865">
                  <ns0:v>-6.36014938584</ns0:v>
                </ns0:pt>
                <ns0:pt idx="1866">
                  <ns0:v>55.5951902401</ns0:v>
                </ns0:pt>
                <ns0:pt idx="1867">
                  <ns0:v>93.4477709599</ns0:v>
                </ns0:pt>
                <ns0:pt idx="1868">
                  <ns0:v>71.1363985522</ns0:v>
                </ns0:pt>
                <ns0:pt idx="1869">
                  <ns0:v>-1.76447265399</ns0:v>
                </ns0:pt>
                <ns0:pt idx="1870">
                  <ns0:v>-82.4532602868</ns0:v>
                </ns0:pt>
                <ns0:pt idx="1871">
                  <ns0:v>-121.56851781</ns0:v>
                </ns0:pt>
                <ns0:pt idx="1872">
                  <ns0:v>-85.1099718473</ns0:v>
                </ns0:pt>
                <ns0:pt idx="1873">
                  <ns0:v>6.75423560342</ns0:v>
                </ns0:pt>
                <ns0:pt idx="1874">
                  <ns0:v>81.2903847375</ns0:v>
                </ns0:pt>
                <ns0:pt idx="1875">
                  <ns0:v>86.1762579481</ns0:v>
                </ns0:pt>
                <ns0:pt idx="1876">
                  <ns0:v>31.1413346407</ns0:v>
                </ns0:pt>
                <ns0:pt idx="1877">
                  <ns0:v>-39.8778574547</ns0:v>
                </ns0:pt>
                <ns0:pt idx="1878">
                  <ns0:v>-84.8202174686</ns0:v>
                </ns0:pt>
                <ns0:pt idx="1879">
                  <ns0:v>-82.9044783939</ns0:v>
                </ns0:pt>
                <ns0:pt idx="1880">
                  <ns0:v>-44.2408805409</ns0:v>
                </ns0:pt>
                <ns0:pt idx="1881">
                  <ns0:v>4.64424434406</ns0:v>
                </ns0:pt>
                <ns0:pt idx="1882">
                  <ns0:v>47.3705053392</ns0:v>
                </ns0:pt>
                <ns0:pt idx="1883">
                  <ns0:v>71.4344862204</ns0:v>
                </ns0:pt>
                <ns0:pt idx="1884">
                  <ns0:v>61.2380358739</ns0:v>
                </ns0:pt>
                <ns0:pt idx="1885">
                  <ns0:v>19.1337902348</ns0:v>
                </ns0:pt>
                <ns0:pt idx="1886">
                  <ns0:v>-28.3019691713</ns0:v>
                </ns0:pt>
                <ns0:pt idx="1887">
                  <ns0:v>-54.4339563161</ns0:v>
                </ns0:pt>
                <ns0:pt idx="1888">
                  <ns0:v>-54.454776916</ns0:v>
                </ns0:pt>
                <ns0:pt idx="1889">
                  <ns0:v>-37.5305234963</ns0:v>
                </ns0:pt>
                <ns0:pt idx="1890">
                  <ns0:v>-10.2876647615</ns0:v>
                </ns0:pt>
                <ns0:pt idx="1891">
                  <ns0:v>18.7882393986</ns0:v>
                </ns0:pt>
                <ns0:pt idx="1892">
                  <ns0:v>36.2481606196</ns0:v>
                </ns0:pt>
                <ns0:pt idx="1893">
                  <ns0:v>38.9331150105</ns0:v>
                </ns0:pt>
                <ns0:pt idx="1894">
                  <ns0:v>39.8734257112</ns0:v>
                </ns0:pt>
                <ns0:pt idx="1895">
                  <ns0:v>49.6485343485</ns0:v>
                </ns0:pt>
                <ns0:pt idx="1896">
                  <ns0:v>52.0997757727</ns0:v>
                </ns0:pt>
                <ns0:pt idx="1897">
                  <ns0:v>22.4697237091</ns0:v>
                </ns0:pt>
                <ns0:pt idx="1898">
                  <ns0:v>-24.0892128119</ns0:v>
                </ns0:pt>
                <ns0:pt idx="1899">
                  <ns0:v>-49.2521946564</ns0:v>
                </ns0:pt>
                <ns0:pt idx="1900">
                  <ns0:v>-44.7009938288</ns0:v>
                </ns0:pt>
                <ns0:pt idx="1901">
                  <ns0:v>-17.1090780771</ns0:v>
                </ns0:pt>
                <ns0:pt idx="1902">
                  <ns0:v>28.4639566511</ns0:v>
                </ns0:pt>
                <ns0:pt idx="1903">
                  <ns0:v>63.1216617288</ns0:v>
                </ns0:pt>
                <ns0:pt idx="1904">
                  <ns0:v>53.4756178197</ns0:v>
                </ns0:pt>
                <ns0:pt idx="1905">
                  <ns0:v>-6.30090261454</ns0:v>
                </ns0:pt>
                <ns0:pt idx="1906">
                  <ns0:v>-94.0386206836</ns0:v>
                </ns0:pt>
                <ns0:pt idx="1907">
                  <ns0:v>-151.477035393</ns0:v>
                </ns0:pt>
                <ns0:pt idx="1908">
                  <ns0:v>-128.385781939</ns0:v>
                </ns0:pt>
                <ns0:pt idx="1909">
                  <ns0:v>-52.8835959671</ns0:v>
                </ns0:pt>
                <ns0:pt idx="1910">
                  <ns0:v>19.5527388025</ns0:v>
                </ns0:pt>
                <ns0:pt idx="1911">
                  <ns0:v>76.5352001535</ns0:v>
                </ns0:pt>
                <ns0:pt idx="1912">
                  <ns0:v>104.530707541</ns0:v>
                </ns0:pt>
                <ns0:pt idx="1913">
                  <ns0:v>79.6562359642</ns0:v>
                </ns0:pt>
                <ns0:pt idx="1914">
                  <ns0:v>19.3317065314</ns0:v>
                </ns0:pt>
                <ns0:pt idx="1915">
                  <ns0:v>-41.7499967674</ns0:v>
                </ns0:pt>
                <ns0:pt idx="1916">
                  <ns0:v>-88.5638880051</ns0:v>
                </ns0:pt>
                <ns0:pt idx="1917">
                  <ns0:v>-106.359009121</ns0:v>
                </ns0:pt>
                <ns0:pt idx="1918">
                  <ns0:v>-77.0449548786</ns0:v>
                </ns0:pt>
                <ns0:pt idx="1919">
                  <ns0:v>-2.99358101399</ns0:v>
                </ns0:pt>
                <ns0:pt idx="1920">
                  <ns0:v>83.5225777002</ns0:v>
                </ns0:pt>
                <ns0:pt idx="1921">
                  <ns0:v>132.348933368</ns0:v>
                </ns0:pt>
                <ns0:pt idx="1922">
                  <ns0:v>114.712250577</ns0:v>
                </ns0:pt>
                <ns0:pt idx="1923">
                  <ns0:v>43.7048598116</ns0:v>
                </ns0:pt>
                <ns0:pt idx="1924">
                  <ns0:v>-57.6282313898</ns0:v>
                </ns0:pt>
                <ns0:pt idx="1925">
                  <ns0:v>-155.723388129</ns0:v>
                </ns0:pt>
                <ns0:pt idx="1926">
                  <ns0:v>-177.159646424</ns0:v>
                </ns0:pt>
                <ns0:pt idx="1927">
                  <ns0:v>-80.6295000357</ns0:v>
                </ns0:pt>
                <ns0:pt idx="1928">
                  <ns0:v>66.2382695562</ns0:v>
                </ns0:pt>
                <ns0:pt idx="1929">
                  <ns0:v>166.76289792</ns0:v>
                </ns0:pt>
                <ns0:pt idx="1930">
                  <ns0:v>180.50336204</ns0:v>
                </ns0:pt>
                <ns0:pt idx="1931">
                  <ns0:v>109.048312529</ns0:v>
                </ns0:pt>
                <ns0:pt idx="1932">
                  <ns0:v>-11.3399035781</ns0:v>
                </ns0:pt>
                <ns0:pt idx="1933">
                  <ns0:v>-131.119884635</ns0:v>
                </ns0:pt>
                <ns0:pt idx="1934">
                  <ns0:v>-207.139800859</ns0:v>
                </ns0:pt>
                <ns0:pt idx="1935">
                  <ns0:v>-188.903104573</ns0:v>
                </ns0:pt>
                <ns0:pt idx="1936">
                  <ns0:v>-69.5888702216</ns0:v>
                </ns0:pt>
                <ns0:pt idx="1937">
                  <ns0:v>73.0161959178</ns0:v>
                </ns0:pt>
                <ns0:pt idx="1938">
                  <ns0:v>159.535765732</ns0:v>
                </ns0:pt>
                <ns0:pt idx="1939">
                  <ns0:v>164.687357692</ns0:v>
                </ns0:pt>
                <ns0:pt idx="1940">
                  <ns0:v>87.0678269899</ns0:v>
                </ns0:pt>
                <ns0:pt idx="1941">
                  <ns0:v>-29.1672555563</ns0:v>
                </ns0:pt>
                <ns0:pt idx="1942">
                  <ns0:v>-102.182256783</ns0:v>
                </ns0:pt>
                <ns0:pt idx="1943">
                  <ns0:v>-105.793436451</ns0:v>
                </ns0:pt>
                <ns0:pt idx="1944">
                  <ns0:v>-79.8954195826</ns0:v>
                </ns0:pt>
                <ns0:pt idx="1945">
                  <ns0:v>-40.1682843842</ns0:v>
                </ns0:pt>
                <ns0:pt idx="1946">
                  <ns0:v>25.8273544628</ns0:v>
                </ns0:pt>
                <ns0:pt idx="1947">
                  <ns0:v>91.3506129556</ns0:v>
                </ns0:pt>
                <ns0:pt idx="1948">
                  <ns0:v>113.251401779</ns0:v>
                </ns0:pt>
                <ns0:pt idx="1949">
                  <ns0:v>81.7371512254</ns0:v>
                </ns0:pt>
                <ns0:pt idx="1950">
                  <ns0:v>12.1856247553</ns0:v>
                </ns0:pt>
                <ns0:pt idx="1951">
                  <ns0:v>-67.2543077424</ns0:v>
                </ns0:pt>
                <ns0:pt idx="1952">
                  <ns0:v>-124.177243525</ns0:v>
                </ns0:pt>
                <ns0:pt idx="1953">
                  <ns0:v>-132.860024599</ns0:v>
                </ns0:pt>
                <ns0:pt idx="1954">
                  <ns0:v>-80.4309681297</ns0:v>
                </ns0:pt>
                <ns0:pt idx="1955">
                  <ns0:v>15.1623012191</ns0:v>
                </ns0:pt>
                <ns0:pt idx="1956">
                  <ns0:v>101.768738579</ns0:v>
                </ns0:pt>
                <ns0:pt idx="1957">
                  <ns0:v>130.266394745</ns0:v>
                </ns0:pt>
                <ns0:pt idx="1958">
                  <ns0:v>83.5564168826</ns0:v>
                </ns0:pt>
                <ns0:pt idx="1959">
                  <ns0:v>-20.1200514017</ns0:v>
                </ns0:pt>
                <ns0:pt idx="1960">
                  <ns0:v>-124.444153206</ns0:v>
                </ns0:pt>
                <ns0:pt idx="1961">
                  <ns0:v>-162.637862688</ns0:v>
                </ns0:pt>
                <ns0:pt idx="1962">
                  <ns0:v>-119.512009906</ns0:v>
                </ns0:pt>
                <ns0:pt idx="1963">
                  <ns0:v>-39.5857792308</ns0:v>
                </ns0:pt>
                <ns0:pt idx="1964">
                  <ns0:v>33.5750650373</ns0:v>
                </ns0:pt>
                <ns0:pt idx="1965">
                  <ns0:v>75.0154397852</ns0:v>
                </ns0:pt>
                <ns0:pt idx="1966">
                  <ns0:v>62.438241208</ns0:v>
                </ns0:pt>
                <ns0:pt idx="1967">
                  <ns0:v>5.54582590327</ns0:v>
                </ns0:pt>
                <ns0:pt idx="1968">
                  <ns0:v>-51.8023321845</ns0:v>
                </ns0:pt>
                <ns0:pt idx="1969">
                  <ns0:v>-76.1874022889</ns0:v>
                </ns0:pt>
                <ns0:pt idx="1970">
                  <ns0:v>-58.026289524</ns0:v>
                </ns0:pt>
                <ns0:pt idx="1971">
                  <ns0:v>-8.95461939079</ns0:v>
                </ns0:pt>
                <ns0:pt idx="1972">
                  <ns0:v>38.5782757769</ns0:v>
                </ns0:pt>
                <ns0:pt idx="1973">
                  <ns0:v>59.1732618286</ns0:v>
                </ns0:pt>
                <ns0:pt idx="1974">
                  <ns0:v>51.8084603458</ns0:v>
                </ns0:pt>
                <ns0:pt idx="1975">
                  <ns0:v>22.6685865187</ns0:v>
                </ns0:pt>
                <ns0:pt idx="1976">
                  <ns0:v>-20.2506632113</ns0:v>
                </ns0:pt>
                <ns0:pt idx="1977">
                  <ns0:v>-53.7788006501</ns0:v>
                </ns0:pt>
                <ns0:pt idx="1978">
                  <ns0:v>-48.4573015493</ns0:v>
                </ns0:pt>
                <ns0:pt idx="1979">
                  <ns0:v>-2.56880242049</ns0:v>
                </ns0:pt>
                <ns0:pt idx="1980">
                  <ns0:v>42.9545940938</ns0:v>
                </ns0:pt>
                <ns0:pt idx="1981">
                  <ns0:v>42.3216046662</ns0:v>
                </ns0:pt>
                <ns0:pt idx="1982">
                  <ns0:v>-5.38574326736</ns0:v>
                </ns0:pt>
                <ns0:pt idx="1983">
                  <ns0:v>-64.5111701987</ns0:v>
                </ns0:pt>
                <ns0:pt idx="1984">
                  <ns0:v>-97.9872510344</ns0:v>
                </ns0:pt>
                <ns0:pt idx="1985">
                  <ns0:v>-77.0651818934</ns0:v>
                </ns0:pt>
                <ns0:pt idx="1986">
                  <ns0:v>-7.05886398801</ns0:v>
                </ns0:pt>
                <ns0:pt idx="1987">
                  <ns0:v>52.9908285835</ns0:v>
                </ns0:pt>
                <ns0:pt idx="1988">
                  <ns0:v>57.7715878197</ns0:v>
                </ns0:pt>
                <ns0:pt idx="1989">
                  <ns0:v>29.5490274357</ns0:v>
                </ns0:pt>
                <ns0:pt idx="1990">
                  <ns0:v>1.17642432947</ns0:v>
                </ns0:pt>
                <ns0:pt idx="1991">
                  <ns0:v>-25.2296223757</ns0:v>
                </ns0:pt>
                <ns0:pt idx="1992">
                  <ns0:v>-41.9262635937</ns0:v>
                </ns0:pt>
                <ns0:pt idx="1993">
                  <ns0:v>-33.1782160976</ns0:v>
                </ns0:pt>
                <ns0:pt idx="1994">
                  <ns0:v>-11.6010052574</ns0:v>
                </ns0:pt>
                <ns0:pt idx="1995">
                  <ns0:v>-4.16881548745</ns0:v>
                </ns0:pt>
                <ns0:pt idx="1996">
                  <ns0:v>-18.352310001</ns0:v>
                </ns0:pt>
                <ns0:pt idx="1997">
                  <ns0:v>-39.4560177787</ns0:v>
                </ns0:pt>
                <ns0:pt idx="1998">
                  <ns0:v>-50.5160951581</ns0:v>
                </ns0:pt>
              </ns0:numCache>
            </ns0:numRef>
          </ns0:yVal>
          <ns0:smooth val="0"/>
        </ns0:ser>
        <ns0:ser>
          <ns0:idx val="1"/>
          <ns0:order val="1"/>
          <ns0:tx>
            <ns0:v>Neural ODE</ns0:v>
          </ns0:tx>
          <ns0:spPr>
            <ns1:ln w="13335">
              <ns1:solidFill>
                <ns1:srgbClr val="946E24"/>
              </ns1:solidFill>
              <ns1:prstDash val="solid"/>
            </ns1:ln>
          </ns0:spPr>
          <ns0:marker>
            <ns0:symbol val="none"/>
          </ns0:marker>
          <ns0:xVal>
            <ns0:numRef>
              <ns0:f>'Chart Data'!$C$2:$C$2000</ns0:f>
              <ns0:numCache>
                <ns0:formatCode>General</ns0:formatCode>
                <ns0:ptCount val="1999"/>
                <ns0:pt idx="0">
                  <ns0:v>0</ns0:v>
                </ns0:pt>
                <ns0:pt idx="1">
                  <ns0:v>0.00163840419431</ns0:v>
                </ns0:pt>
                <ns0:pt idx="2">
                  <ns0:v>0.00327680838863</ns0:v>
                </ns0:pt>
                <ns0:pt idx="3">
                  <ns0:v>0.00491521258294</ns0:v>
                </ns0:pt>
                <ns0:pt idx="4">
                  <ns0:v>0.00655361677726</ns0:v>
                </ns0:pt>
                <ns0:pt idx="5">
                  <ns0:v>0.00819202097157</ns0:v>
                </ns0:pt>
                <ns0:pt idx="6">
                  <ns0:v>0.00983042516589</ns0:v>
                </ns0:pt>
                <ns0:pt idx="7">
                  <ns0:v>0.0114688293602</ns0:v>
                </ns0:pt>
                <ns0:pt idx="8">
                  <ns0:v>0.0131072335545</ns0:v>
                </ns0:pt>
                <ns0:pt idx="9">
                  <ns0:v>0.0147456377488</ns0:v>
                </ns0:pt>
                <ns0:pt idx="10">
                  <ns0:v>0.0163840419431</ns0:v>
                </ns0:pt>
                <ns0:pt idx="11">
                  <ns0:v>0.0180224461375</ns0:v>
                </ns0:pt>
                <ns0:pt idx="12">
                  <ns0:v>0.0196608503318</ns0:v>
                </ns0:pt>
                <ns0:pt idx="13">
                  <ns0:v>0.0212992545261</ns0:v>
                </ns0:pt>
                <ns0:pt idx="14">
                  <ns0:v>0.0229376587204</ns0:v>
                </ns0:pt>
                <ns0:pt idx="15">
                  <ns0:v>0.0245760629147</ns0:v>
                </ns0:pt>
                <ns0:pt idx="16">
                  <ns0:v>0.026214467109</ns0:v>
                </ns0:pt>
                <ns0:pt idx="17">
                  <ns0:v>0.0278528713034</ns0:v>
                </ns0:pt>
                <ns0:pt idx="18">
                  <ns0:v>0.0294912754977</ns0:v>
                </ns0:pt>
                <ns0:pt idx="19">
                  <ns0:v>0.031129679692</ns0:v>
                </ns0:pt>
                <ns0:pt idx="20">
                  <ns0:v>0.0327680838863</ns0:v>
                </ns0:pt>
                <ns0:pt idx="21">
                  <ns0:v>0.0344064880806</ns0:v>
                </ns0:pt>
                <ns0:pt idx="22">
                  <ns0:v>0.0360448922749</ns0:v>
                </ns0:pt>
                <ns0:pt idx="23">
                  <ns0:v>0.0376832964692</ns0:v>
                </ns0:pt>
                <ns0:pt idx="24">
                  <ns0:v>0.0393217006636</ns0:v>
                </ns0:pt>
                <ns0:pt idx="25">
                  <ns0:v>0.0409601048579</ns0:v>
                </ns0:pt>
                <ns0:pt idx="26">
                  <ns0:v>0.0425985090522</ns0:v>
                </ns0:pt>
                <ns0:pt idx="27">
                  <ns0:v>0.0442369132465</ns0:v>
                </ns0:pt>
                <ns0:pt idx="28">
                  <ns0:v>0.0458753174408</ns0:v>
                </ns0:pt>
                <ns0:pt idx="29">
                  <ns0:v>0.0475137216351</ns0:v>
                </ns0:pt>
                <ns0:pt idx="30">
                  <ns0:v>0.0491521258294</ns0:v>
                </ns0:pt>
                <ns0:pt idx="31">
                  <ns0:v>0.0507905300238</ns0:v>
                </ns0:pt>
                <ns0:pt idx="32">
                  <ns0:v>0.0524289342181</ns0:v>
                </ns0:pt>
                <ns0:pt idx="33">
                  <ns0:v>0.0540673384124</ns0:v>
                </ns0:pt>
                <ns0:pt idx="34">
                  <ns0:v>0.0557057426067</ns0:v>
                </ns0:pt>
                <ns0:pt idx="35">
                  <ns0:v>0.057344146801</ns0:v>
                </ns0:pt>
                <ns0:pt idx="36">
                  <ns0:v>0.0589825509953</ns0:v>
                </ns0:pt>
                <ns0:pt idx="37">
                  <ns0:v>0.0606209551896</ns0:v>
                </ns0:pt>
                <ns0:pt idx="38">
                  <ns0:v>0.062259359384</ns0:v>
                </ns0:pt>
                <ns0:pt idx="39">
                  <ns0:v>0.0638977635783</ns0:v>
                </ns0:pt>
                <ns0:pt idx="40">
                  <ns0:v>0.0655361677726</ns0:v>
                </ns0:pt>
                <ns0:pt idx="41">
                  <ns0:v>0.0671745719669</ns0:v>
                </ns0:pt>
                <ns0:pt idx="42">
                  <ns0:v>0.0688129761612</ns0:v>
                </ns0:pt>
                <ns0:pt idx="43">
                  <ns0:v>0.0704513803555</ns0:v>
                </ns0:pt>
                <ns0:pt idx="44">
                  <ns0:v>0.0720897845498</ns0:v>
                </ns0:pt>
                <ns0:pt idx="45">
                  <ns0:v>0.0737281887442</ns0:v>
                </ns0:pt>
                <ns0:pt idx="46">
                  <ns0:v>0.0753665929385</ns0:v>
                </ns0:pt>
                <ns0:pt idx="47">
                  <ns0:v>0.0770049971328</ns0:v>
                </ns0:pt>
                <ns0:pt idx="48">
                  <ns0:v>0.0786434013271</ns0:v>
                </ns0:pt>
                <ns0:pt idx="49">
                  <ns0:v>0.0802818055214</ns0:v>
                </ns0:pt>
                <ns0:pt idx="50">
                  <ns0:v>0.0819202097157</ns0:v>
                </ns0:pt>
                <ns0:pt idx="51">
                  <ns0:v>0.0835586139101</ns0:v>
                </ns0:pt>
                <ns0:pt idx="52">
                  <ns0:v>0.0851970181044</ns0:v>
                </ns0:pt>
                <ns0:pt idx="53">
                  <ns0:v>0.0868354222987</ns0:v>
                </ns0:pt>
                <ns0:pt idx="54">
                  <ns0:v>0.088473826493</ns0:v>
                </ns0:pt>
                <ns0:pt idx="55">
                  <ns0:v>0.0901122306873</ns0:v>
                </ns0:pt>
                <ns0:pt idx="56">
                  <ns0:v>0.0917506348816</ns0:v>
                </ns0:pt>
                <ns0:pt idx="57">
                  <ns0:v>0.0933890390759</ns0:v>
                </ns0:pt>
                <ns0:pt idx="58">
                  <ns0:v>0.0950274432703</ns0:v>
                </ns0:pt>
                <ns0:pt idx="59">
                  <ns0:v>0.0966658474646</ns0:v>
                </ns0:pt>
                <ns0:pt idx="60">
                  <ns0:v>0.0983042516589</ns0:v>
                </ns0:pt>
                <ns0:pt idx="61">
                  <ns0:v>0.0999426558532</ns0:v>
                </ns0:pt>
                <ns0:pt idx="62">
                  <ns0:v>0.101581060048</ns0:v>
                </ns0:pt>
                <ns0:pt idx="63">
                  <ns0:v>0.103219464242</ns0:v>
                </ns0:pt>
                <ns0:pt idx="64">
                  <ns0:v>0.104857868436</ns0:v>
                </ns0:pt>
                <ns0:pt idx="65">
                  <ns0:v>0.10649627263</ns0:v>
                </ns0:pt>
                <ns0:pt idx="66">
                  <ns0:v>0.108134676825</ns0:v>
                </ns0:pt>
                <ns0:pt idx="67">
                  <ns0:v>0.109773081019</ns0:v>
                </ns0:pt>
                <ns0:pt idx="68">
                  <ns0:v>0.111411485213</ns0:v>
                </ns0:pt>
                <ns0:pt idx="69">
                  <ns0:v>0.113049889408</ns0:v>
                </ns0:pt>
                <ns0:pt idx="70">
                  <ns0:v>0.114688293602</ns0:v>
                </ns0:pt>
                <ns0:pt idx="71">
                  <ns0:v>0.116326697796</ns0:v>
                </ns0:pt>
                <ns0:pt idx="72">
                  <ns0:v>0.117965101991</ns0:v>
                </ns0:pt>
                <ns0:pt idx="73">
                  <ns0:v>0.119603506185</ns0:v>
                </ns0:pt>
                <ns0:pt idx="74">
                  <ns0:v>0.121241910379</ns0:v>
                </ns0:pt>
                <ns0:pt idx="75">
                  <ns0:v>0.122880314574</ns0:v>
                </ns0:pt>
                <ns0:pt idx="76">
                  <ns0:v>0.124518718768</ns0:v>
                </ns0:pt>
                <ns0:pt idx="77">
                  <ns0:v>0.126157122962</ns0:v>
                </ns0:pt>
                <ns0:pt idx="78">
                  <ns0:v>0.127795527157</ns0:v>
                </ns0:pt>
                <ns0:pt idx="79">
                  <ns0:v>0.129433931351</ns0:v>
                </ns0:pt>
                <ns0:pt idx="80">
                  <ns0:v>0.131072335545</ns0:v>
                </ns0:pt>
                <ns0:pt idx="81">
                  <ns0:v>0.132710739739</ns0:v>
                </ns0:pt>
                <ns0:pt idx="82">
                  <ns0:v>0.134349143934</ns0:v>
                </ns0:pt>
                <ns0:pt idx="83">
                  <ns0:v>0.135987548128</ns0:v>
                </ns0:pt>
                <ns0:pt idx="84">
                  <ns0:v>0.137625952322</ns0:v>
                </ns0:pt>
                <ns0:pt idx="85">
                  <ns0:v>0.139264356517</ns0:v>
                </ns0:pt>
                <ns0:pt idx="86">
                  <ns0:v>0.140902760711</ns0:v>
                </ns0:pt>
                <ns0:pt idx="87">
                  <ns0:v>0.142541164905</ns0:v>
                </ns0:pt>
                <ns0:pt idx="88">
                  <ns0:v>0.1441795691</ns0:v>
                </ns0:pt>
                <ns0:pt idx="89">
                  <ns0:v>0.145817973294</ns0:v>
                </ns0:pt>
                <ns0:pt idx="90">
                  <ns0:v>0.147456377488</ns0:v>
                </ns0:pt>
                <ns0:pt idx="91">
                  <ns0:v>0.149094781683</ns0:v>
                </ns0:pt>
                <ns0:pt idx="92">
                  <ns0:v>0.150733185877</ns0:v>
                </ns0:pt>
                <ns0:pt idx="93">
                  <ns0:v>0.152371590071</ns0:v>
                </ns0:pt>
                <ns0:pt idx="94">
                  <ns0:v>0.154009994266</ns0:v>
                </ns0:pt>
                <ns0:pt idx="95">
                  <ns0:v>0.15564839846</ns0:v>
                </ns0:pt>
                <ns0:pt idx="96">
                  <ns0:v>0.157286802654</ns0:v>
                </ns0:pt>
                <ns0:pt idx="97">
                  <ns0:v>0.158925206849</ns0:v>
                </ns0:pt>
                <ns0:pt idx="98">
                  <ns0:v>0.160563611043</ns0:v>
                </ns0:pt>
                <ns0:pt idx="99">
                  <ns0:v>0.162202015237</ns0:v>
                </ns0:pt>
                <ns0:pt idx="100">
                  <ns0:v>0.163840419431</ns0:v>
                </ns0:pt>
                <ns0:pt idx="101">
                  <ns0:v>0.165478823626</ns0:v>
                </ns0:pt>
                <ns0:pt idx="102">
                  <ns0:v>0.16711722782</ns0:v>
                </ns0:pt>
                <ns0:pt idx="103">
                  <ns0:v>0.168755632014</ns0:v>
                </ns0:pt>
                <ns0:pt idx="104">
                  <ns0:v>0.170394036209</ns0:v>
                </ns0:pt>
                <ns0:pt idx="105">
                  <ns0:v>0.172032440403</ns0:v>
                </ns0:pt>
                <ns0:pt idx="106">
                  <ns0:v>0.173670844597</ns0:v>
                </ns0:pt>
                <ns0:pt idx="107">
                  <ns0:v>0.175309248792</ns0:v>
                </ns0:pt>
                <ns0:pt idx="108">
                  <ns0:v>0.176947652986</ns0:v>
                </ns0:pt>
                <ns0:pt idx="109">
                  <ns0:v>0.17858605718</ns0:v>
                </ns0:pt>
                <ns0:pt idx="110">
                  <ns0:v>0.180224461375</ns0:v>
                </ns0:pt>
                <ns0:pt idx="111">
                  <ns0:v>0.181862865569</ns0:v>
                </ns0:pt>
                <ns0:pt idx="112">
                  <ns0:v>0.183501269763</ns0:v>
                </ns0:pt>
                <ns0:pt idx="113">
                  <ns0:v>0.185139673958</ns0:v>
                </ns0:pt>
                <ns0:pt idx="114">
                  <ns0:v>0.186778078152</ns0:v>
                </ns0:pt>
                <ns0:pt idx="115">
                  <ns0:v>0.188416482346</ns0:v>
                </ns0:pt>
                <ns0:pt idx="116">
                  <ns0:v>0.190054886541</ns0:v>
                </ns0:pt>
                <ns0:pt idx="117">
                  <ns0:v>0.191693290735</ns0:v>
                </ns0:pt>
                <ns0:pt idx="118">
                  <ns0:v>0.193331694929</ns0:v>
                </ns0:pt>
                <ns0:pt idx="119">
                  <ns0:v>0.194970099123</ns0:v>
                </ns0:pt>
                <ns0:pt idx="120">
                  <ns0:v>0.196608503318</ns0:v>
                </ns0:pt>
                <ns0:pt idx="121">
                  <ns0:v>0.198246907512</ns0:v>
                </ns0:pt>
                <ns0:pt idx="122">
                  <ns0:v>0.199885311706</ns0:v>
                </ns0:pt>
                <ns0:pt idx="123">
                  <ns0:v>0.201523715901</ns0:v>
                </ns0:pt>
                <ns0:pt idx="124">
                  <ns0:v>0.203162120095</ns0:v>
                </ns0:pt>
                <ns0:pt idx="125">
                  <ns0:v>0.204800524289</ns0:v>
                </ns0:pt>
                <ns0:pt idx="126">
                  <ns0:v>0.206438928484</ns0:v>
                </ns0:pt>
                <ns0:pt idx="127">
                  <ns0:v>0.208077332678</ns0:v>
                </ns0:pt>
                <ns0:pt idx="128">
                  <ns0:v>0.209715736872</ns0:v>
                </ns0:pt>
                <ns0:pt idx="129">
                  <ns0:v>0.211354141067</ns0:v>
                </ns0:pt>
                <ns0:pt idx="130">
                  <ns0:v>0.212992545261</ns0:v>
                </ns0:pt>
                <ns0:pt idx="131">
                  <ns0:v>0.214630949455</ns0:v>
                </ns0:pt>
                <ns0:pt idx="132">
                  <ns0:v>0.21626935365</ns0:v>
                </ns0:pt>
                <ns0:pt idx="133">
                  <ns0:v>0.217907757844</ns0:v>
                </ns0:pt>
                <ns0:pt idx="134">
                  <ns0:v>0.219546162038</ns0:v>
                </ns0:pt>
                <ns0:pt idx="135">
                  <ns0:v>0.221184566232</ns0:v>
                </ns0:pt>
                <ns0:pt idx="136">
                  <ns0:v>0.222822970427</ns0:v>
                </ns0:pt>
                <ns0:pt idx="137">
                  <ns0:v>0.224461374621</ns0:v>
                </ns0:pt>
                <ns0:pt idx="138">
                  <ns0:v>0.226099778815</ns0:v>
                </ns0:pt>
                <ns0:pt idx="139">
                  <ns0:v>0.22773818301</ns0:v>
                </ns0:pt>
                <ns0:pt idx="140">
                  <ns0:v>0.229376587204</ns0:v>
                </ns0:pt>
                <ns0:pt idx="141">
                  <ns0:v>0.231014991398</ns0:v>
                </ns0:pt>
                <ns0:pt idx="142">
                  <ns0:v>0.232653395593</ns0:v>
                </ns0:pt>
                <ns0:pt idx="143">
                  <ns0:v>0.234291799787</ns0:v>
                </ns0:pt>
                <ns0:pt idx="144">
                  <ns0:v>0.235930203981</ns0:v>
                </ns0:pt>
                <ns0:pt idx="145">
                  <ns0:v>0.237568608176</ns0:v>
                </ns0:pt>
                <ns0:pt idx="146">
                  <ns0:v>0.23920701237</ns0:v>
                </ns0:pt>
                <ns0:pt idx="147">
                  <ns0:v>0.240845416564</ns0:v>
                </ns0:pt>
                <ns0:pt idx="148">
                  <ns0:v>0.242483820759</ns0:v>
                </ns0:pt>
                <ns0:pt idx="149">
                  <ns0:v>0.244122224953</ns0:v>
                </ns0:pt>
                <ns0:pt idx="150">
                  <ns0:v>0.245760629147</ns0:v>
                </ns0:pt>
                <ns0:pt idx="151">
                  <ns0:v>0.247399033342</ns0:v>
                </ns0:pt>
                <ns0:pt idx="152">
                  <ns0:v>0.249037437536</ns0:v>
                </ns0:pt>
                <ns0:pt idx="153">
                  <ns0:v>0.25067584173</ns0:v>
                </ns0:pt>
                <ns0:pt idx="154">
                  <ns0:v>0.252314245924</ns0:v>
                </ns0:pt>
                <ns0:pt idx="155">
                  <ns0:v>0.253952650119</ns0:v>
                </ns0:pt>
                <ns0:pt idx="156">
                  <ns0:v>0.255591054313</ns0:v>
                </ns0:pt>
                <ns0:pt idx="157">
                  <ns0:v>0.257229458507</ns0:v>
                </ns0:pt>
                <ns0:pt idx="158">
                  <ns0:v>0.258867862702</ns0:v>
                </ns0:pt>
                <ns0:pt idx="159">
                  <ns0:v>0.260506266896</ns0:v>
                </ns0:pt>
                <ns0:pt idx="160">
                  <ns0:v>0.26214467109</ns0:v>
                </ns0:pt>
                <ns0:pt idx="161">
                  <ns0:v>0.263783075285</ns0:v>
                </ns0:pt>
                <ns0:pt idx="162">
                  <ns0:v>0.265421479479</ns0:v>
                </ns0:pt>
                <ns0:pt idx="163">
                  <ns0:v>0.267059883673</ns0:v>
                </ns0:pt>
                <ns0:pt idx="164">
                  <ns0:v>0.268698287868</ns0:v>
                </ns0:pt>
                <ns0:pt idx="165">
                  <ns0:v>0.270336692062</ns0:v>
                </ns0:pt>
                <ns0:pt idx="166">
                  <ns0:v>0.271975096256</ns0:v>
                </ns0:pt>
                <ns0:pt idx="167">
                  <ns0:v>0.273613500451</ns0:v>
                </ns0:pt>
                <ns0:pt idx="168">
                  <ns0:v>0.275251904645</ns0:v>
                </ns0:pt>
                <ns0:pt idx="169">
                  <ns0:v>0.276890308839</ns0:v>
                </ns0:pt>
                <ns0:pt idx="170">
                  <ns0:v>0.278528713034</ns0:v>
                </ns0:pt>
                <ns0:pt idx="171">
                  <ns0:v>0.280167117228</ns0:v>
                </ns0:pt>
                <ns0:pt idx="172">
                  <ns0:v>0.281805521422</ns0:v>
                </ns0:pt>
                <ns0:pt idx="173">
                  <ns0:v>0.283443925616</ns0:v>
                </ns0:pt>
                <ns0:pt idx="174">
                  <ns0:v>0.285082329811</ns0:v>
                </ns0:pt>
                <ns0:pt idx="175">
                  <ns0:v>0.286720734005</ns0:v>
                </ns0:pt>
                <ns0:pt idx="176">
                  <ns0:v>0.288359138199</ns0:v>
                </ns0:pt>
                <ns0:pt idx="177">
                  <ns0:v>0.289997542394</ns0:v>
                </ns0:pt>
                <ns0:pt idx="178">
                  <ns0:v>0.291635946588</ns0:v>
                </ns0:pt>
                <ns0:pt idx="179">
                  <ns0:v>0.293274350782</ns0:v>
                </ns0:pt>
                <ns0:pt idx="180">
                  <ns0:v>0.294912754977</ns0:v>
                </ns0:pt>
                <ns0:pt idx="181">
                  <ns0:v>0.296551159171</ns0:v>
                </ns0:pt>
                <ns0:pt idx="182">
                  <ns0:v>0.298189563365</ns0:v>
                </ns0:pt>
                <ns0:pt idx="183">
                  <ns0:v>0.29982796756</ns0:v>
                </ns0:pt>
                <ns0:pt idx="184">
                  <ns0:v>0.301466371754</ns0:v>
                </ns0:pt>
                <ns0:pt idx="185">
                  <ns0:v>0.303104775948</ns0:v>
                </ns0:pt>
                <ns0:pt idx="186">
                  <ns0:v>0.304743180143</ns0:v>
                </ns0:pt>
                <ns0:pt idx="187">
                  <ns0:v>0.306381584337</ns0:v>
                </ns0:pt>
                <ns0:pt idx="188">
                  <ns0:v>0.308019988531</ns0:v>
                </ns0:pt>
                <ns0:pt idx="189">
                  <ns0:v>0.309658392725</ns0:v>
                </ns0:pt>
                <ns0:pt idx="190">
                  <ns0:v>0.31129679692</ns0:v>
                </ns0:pt>
                <ns0:pt idx="191">
                  <ns0:v>0.312935201114</ns0:v>
                </ns0:pt>
                <ns0:pt idx="192">
                  <ns0:v>0.314573605308</ns0:v>
                </ns0:pt>
                <ns0:pt idx="193">
                  <ns0:v>0.316212009503</ns0:v>
                </ns0:pt>
                <ns0:pt idx="194">
                  <ns0:v>0.317850413697</ns0:v>
                </ns0:pt>
                <ns0:pt idx="195">
                  <ns0:v>0.319488817891</ns0:v>
                </ns0:pt>
                <ns0:pt idx="196">
                  <ns0:v>0.321127222086</ns0:v>
                </ns0:pt>
                <ns0:pt idx="197">
                  <ns0:v>0.32276562628</ns0:v>
                </ns0:pt>
                <ns0:pt idx="198">
                  <ns0:v>0.324404030474</ns0:v>
                </ns0:pt>
                <ns0:pt idx="199">
                  <ns0:v>0.326042434669</ns0:v>
                </ns0:pt>
                <ns0:pt idx="200">
                  <ns0:v>0.327680838863</ns0:v>
                </ns0:pt>
                <ns0:pt idx="201">
                  <ns0:v>0.329319243057</ns0:v>
                </ns0:pt>
                <ns0:pt idx="202">
                  <ns0:v>0.330957647252</ns0:v>
                </ns0:pt>
                <ns0:pt idx="203">
                  <ns0:v>0.332596051446</ns0:v>
                </ns0:pt>
                <ns0:pt idx="204">
                  <ns0:v>0.33423445564</ns0:v>
                </ns0:pt>
                <ns0:pt idx="205">
                  <ns0:v>0.335872859835</ns0:v>
                </ns0:pt>
                <ns0:pt idx="206">
                  <ns0:v>0.337511264029</ns0:v>
                </ns0:pt>
                <ns0:pt idx="207">
                  <ns0:v>0.339149668223</ns0:v>
                </ns0:pt>
                <ns0:pt idx="208">
                  <ns0:v>0.340788072417</ns0:v>
                </ns0:pt>
                <ns0:pt idx="209">
                  <ns0:v>0.342426476612</ns0:v>
                </ns0:pt>
                <ns0:pt idx="210">
                  <ns0:v>0.344064880806</ns0:v>
                </ns0:pt>
                <ns0:pt idx="211">
                  <ns0:v>0.345703285</ns0:v>
                </ns0:pt>
                <ns0:pt idx="212">
                  <ns0:v>0.347341689195</ns0:v>
                </ns0:pt>
                <ns0:pt idx="213">
                  <ns0:v>0.348980093389</ns0:v>
                </ns0:pt>
                <ns0:pt idx="214">
                  <ns0:v>0.350618497583</ns0:v>
                </ns0:pt>
                <ns0:pt idx="215">
                  <ns0:v>0.352256901778</ns0:v>
                </ns0:pt>
                <ns0:pt idx="216">
                  <ns0:v>0.353895305972</ns0:v>
                </ns0:pt>
                <ns0:pt idx="217">
                  <ns0:v>0.355533710166</ns0:v>
                </ns0:pt>
                <ns0:pt idx="218">
                  <ns0:v>0.357172114361</ns0:v>
                </ns0:pt>
                <ns0:pt idx="219">
                  <ns0:v>0.358810518555</ns0:v>
                </ns0:pt>
                <ns0:pt idx="220">
                  <ns0:v>0.360448922749</ns0:v>
                </ns0:pt>
                <ns0:pt idx="221">
                  <ns0:v>0.362087326944</ns0:v>
                </ns0:pt>
                <ns0:pt idx="222">
                  <ns0:v>0.363725731138</ns0:v>
                </ns0:pt>
                <ns0:pt idx="223">
                  <ns0:v>0.365364135332</ns0:v>
                </ns0:pt>
                <ns0:pt idx="224">
                  <ns0:v>0.367002539527</ns0:v>
                </ns0:pt>
                <ns0:pt idx="225">
                  <ns0:v>0.368640943721</ns0:v>
                </ns0:pt>
                <ns0:pt idx="226">
                  <ns0:v>0.370279347915</ns0:v>
                </ns0:pt>
                <ns0:pt idx="227">
                  <ns0:v>0.371917752109</ns0:v>
                </ns0:pt>
                <ns0:pt idx="228">
                  <ns0:v>0.373556156304</ns0:v>
                </ns0:pt>
                <ns0:pt idx="229">
                  <ns0:v>0.375194560498</ns0:v>
                </ns0:pt>
                <ns0:pt idx="230">
                  <ns0:v>0.376832964692</ns0:v>
                </ns0:pt>
                <ns0:pt idx="231">
                  <ns0:v>0.378471368887</ns0:v>
                </ns0:pt>
                <ns0:pt idx="232">
                  <ns0:v>0.380109773081</ns0:v>
                </ns0:pt>
                <ns0:pt idx="233">
                  <ns0:v>0.381748177275</ns0:v>
                </ns0:pt>
                <ns0:pt idx="234">
                  <ns0:v>0.38338658147</ns0:v>
                </ns0:pt>
                <ns0:pt idx="235">
                  <ns0:v>0.385024985664</ns0:v>
                </ns0:pt>
                <ns0:pt idx="236">
                  <ns0:v>0.386663389858</ns0:v>
                </ns0:pt>
                <ns0:pt idx="237">
                  <ns0:v>0.388301794053</ns0:v>
                </ns0:pt>
                <ns0:pt idx="238">
                  <ns0:v>0.389940198247</ns0:v>
                </ns0:pt>
                <ns0:pt idx="239">
                  <ns0:v>0.391578602441</ns0:v>
                </ns0:pt>
                <ns0:pt idx="240">
                  <ns0:v>0.393217006636</ns0:v>
                </ns0:pt>
                <ns0:pt idx="241">
                  <ns0:v>0.39485541083</ns0:v>
                </ns0:pt>
                <ns0:pt idx="242">
                  <ns0:v>0.396493815024</ns0:v>
                </ns0:pt>
                <ns0:pt idx="243">
                  <ns0:v>0.398132219218</ns0:v>
                </ns0:pt>
                <ns0:pt idx="244">
                  <ns0:v>0.399770623413</ns0:v>
                </ns0:pt>
                <ns0:pt idx="245">
                  <ns0:v>0.401409027607</ns0:v>
                </ns0:pt>
                <ns0:pt idx="246">
                  <ns0:v>0.403047431801</ns0:v>
                </ns0:pt>
                <ns0:pt idx="247">
                  <ns0:v>0.404685835996</ns0:v>
                </ns0:pt>
                <ns0:pt idx="248">
                  <ns0:v>0.40632424019</ns0:v>
                </ns0:pt>
                <ns0:pt idx="249">
                  <ns0:v>0.407962644384</ns0:v>
                </ns0:pt>
                <ns0:pt idx="250">
                  <ns0:v>0.409601048579</ns0:v>
                </ns0:pt>
                <ns0:pt idx="251">
                  <ns0:v>0.411239452773</ns0:v>
                </ns0:pt>
                <ns0:pt idx="252">
                  <ns0:v>0.412877856967</ns0:v>
                </ns0:pt>
                <ns0:pt idx="253">
                  <ns0:v>0.414516261162</ns0:v>
                </ns0:pt>
                <ns0:pt idx="254">
                  <ns0:v>0.416154665356</ns0:v>
                </ns0:pt>
                <ns0:pt idx="255">
                  <ns0:v>0.41779306955</ns0:v>
                </ns0:pt>
                <ns0:pt idx="256">
                  <ns0:v>0.419431473745</ns0:v>
                </ns0:pt>
                <ns0:pt idx="257">
                  <ns0:v>0.421069877939</ns0:v>
                </ns0:pt>
                <ns0:pt idx="258">
                  <ns0:v>0.422708282133</ns0:v>
                </ns0:pt>
                <ns0:pt idx="259">
                  <ns0:v>0.424346686328</ns0:v>
                </ns0:pt>
                <ns0:pt idx="260">
                  <ns0:v>0.425985090522</ns0:v>
                </ns0:pt>
                <ns0:pt idx="261">
                  <ns0:v>0.427623494716</ns0:v>
                </ns0:pt>
                <ns0:pt idx="262">
                  <ns0:v>0.42926189891</ns0:v>
                </ns0:pt>
                <ns0:pt idx="263">
                  <ns0:v>0.430900303105</ns0:v>
                </ns0:pt>
                <ns0:pt idx="264">
                  <ns0:v>0.432538707299</ns0:v>
                </ns0:pt>
                <ns0:pt idx="265">
                  <ns0:v>0.434177111493</ns0:v>
                </ns0:pt>
                <ns0:pt idx="266">
                  <ns0:v>0.435815515688</ns0:v>
                </ns0:pt>
                <ns0:pt idx="267">
                  <ns0:v>0.437453919882</ns0:v>
                </ns0:pt>
                <ns0:pt idx="268">
                  <ns0:v>0.439092324076</ns0:v>
                </ns0:pt>
                <ns0:pt idx="269">
                  <ns0:v>0.440730728271</ns0:v>
                </ns0:pt>
                <ns0:pt idx="270">
                  <ns0:v>0.442369132465</ns0:v>
                </ns0:pt>
                <ns0:pt idx="271">
                  <ns0:v>0.444007536659</ns0:v>
                </ns0:pt>
                <ns0:pt idx="272">
                  <ns0:v>0.445645940854</ns0:v>
                </ns0:pt>
                <ns0:pt idx="273">
                  <ns0:v>0.447284345048</ns0:v>
                </ns0:pt>
                <ns0:pt idx="274">
                  <ns0:v>0.448922749242</ns0:v>
                </ns0:pt>
                <ns0:pt idx="275">
                  <ns0:v>0.450561153437</ns0:v>
                </ns0:pt>
                <ns0:pt idx="276">
                  <ns0:v>0.452199557631</ns0:v>
                </ns0:pt>
                <ns0:pt idx="277">
                  <ns0:v>0.453837961825</ns0:v>
                </ns0:pt>
                <ns0:pt idx="278">
                  <ns0:v>0.455476366019</ns0:v>
                </ns0:pt>
                <ns0:pt idx="279">
                  <ns0:v>0.457114770214</ns0:v>
                </ns0:pt>
                <ns0:pt idx="280">
                  <ns0:v>0.458753174408</ns0:v>
                </ns0:pt>
                <ns0:pt idx="281">
                  <ns0:v>0.460391578602</ns0:v>
                </ns0:pt>
                <ns0:pt idx="282">
                  <ns0:v>0.462029982797</ns0:v>
                </ns0:pt>
                <ns0:pt idx="283">
                  <ns0:v>0.463668386991</ns0:v>
                </ns0:pt>
                <ns0:pt idx="284">
                  <ns0:v>0.465306791185</ns0:v>
                </ns0:pt>
                <ns0:pt idx="285">
                  <ns0:v>0.46694519538</ns0:v>
                </ns0:pt>
                <ns0:pt idx="286">
                  <ns0:v>0.468583599574</ns0:v>
                </ns0:pt>
                <ns0:pt idx="287">
                  <ns0:v>0.470222003768</ns0:v>
                </ns0:pt>
                <ns0:pt idx="288">
                  <ns0:v>0.471860407963</ns0:v>
                </ns0:pt>
                <ns0:pt idx="289">
                  <ns0:v>0.473498812157</ns0:v>
                </ns0:pt>
                <ns0:pt idx="290">
                  <ns0:v>0.475137216351</ns0:v>
                </ns0:pt>
                <ns0:pt idx="291">
                  <ns0:v>0.476775620546</ns0:v>
                </ns0:pt>
                <ns0:pt idx="292">
                  <ns0:v>0.47841402474</ns0:v>
                </ns0:pt>
                <ns0:pt idx="293">
                  <ns0:v>0.480052428934</ns0:v>
                </ns0:pt>
                <ns0:pt idx="294">
                  <ns0:v>0.481690833129</ns0:v>
                </ns0:pt>
                <ns0:pt idx="295">
                  <ns0:v>0.483329237323</ns0:v>
                </ns0:pt>
                <ns0:pt idx="296">
                  <ns0:v>0.484967641517</ns0:v>
                </ns0:pt>
                <ns0:pt idx="297">
                  <ns0:v>0.486606045711</ns0:v>
                </ns0:pt>
                <ns0:pt idx="298">
                  <ns0:v>0.488244449906</ns0:v>
                </ns0:pt>
                <ns0:pt idx="299">
                  <ns0:v>0.4898828541</ns0:v>
                </ns0:pt>
                <ns0:pt idx="300">
                  <ns0:v>0.491521258294</ns0:v>
                </ns0:pt>
                <ns0:pt idx="301">
                  <ns0:v>0.493159662489</ns0:v>
                </ns0:pt>
                <ns0:pt idx="302">
                  <ns0:v>0.494798066683</ns0:v>
                </ns0:pt>
                <ns0:pt idx="303">
                  <ns0:v>0.496436470877</ns0:v>
                </ns0:pt>
                <ns0:pt idx="304">
                  <ns0:v>0.498074875072</ns0:v>
                </ns0:pt>
                <ns0:pt idx="305">
                  <ns0:v>0.499713279266</ns0:v>
                </ns0:pt>
                <ns0:pt idx="306">
                  <ns0:v>0.50135168346</ns0:v>
                </ns0:pt>
                <ns0:pt idx="307">
                  <ns0:v>0.502990087655</ns0:v>
                </ns0:pt>
                <ns0:pt idx="308">
                  <ns0:v>0.504628491849</ns0:v>
                </ns0:pt>
                <ns0:pt idx="309">
                  <ns0:v>0.506266896043</ns0:v>
                </ns0:pt>
                <ns0:pt idx="310">
                  <ns0:v>0.507905300238</ns0:v>
                </ns0:pt>
                <ns0:pt idx="311">
                  <ns0:v>0.509543704432</ns0:v>
                </ns0:pt>
                <ns0:pt idx="312">
                  <ns0:v>0.511182108626</ns0:v>
                </ns0:pt>
                <ns0:pt idx="313">
                  <ns0:v>0.512820512821</ns0:v>
                </ns0:pt>
                <ns0:pt idx="314">
                  <ns0:v>0.514458917015</ns0:v>
                </ns0:pt>
                <ns0:pt idx="315">
                  <ns0:v>0.516097321209</ns0:v>
                </ns0:pt>
                <ns0:pt idx="316">
                  <ns0:v>0.517735725403</ns0:v>
                </ns0:pt>
                <ns0:pt idx="317">
                  <ns0:v>0.519374129598</ns0:v>
                </ns0:pt>
                <ns0:pt idx="318">
                  <ns0:v>0.521012533792</ns0:v>
                </ns0:pt>
                <ns0:pt idx="319">
                  <ns0:v>0.522650937986</ns0:v>
                </ns0:pt>
                <ns0:pt idx="320">
                  <ns0:v>0.524289342181</ns0:v>
                </ns0:pt>
                <ns0:pt idx="321">
                  <ns0:v>0.525927746375</ns0:v>
                </ns0:pt>
                <ns0:pt idx="322">
                  <ns0:v>0.527566150569</ns0:v>
                </ns0:pt>
                <ns0:pt idx="323">
                  <ns0:v>0.529204554764</ns0:v>
                </ns0:pt>
                <ns0:pt idx="324">
                  <ns0:v>0.530842958958</ns0:v>
                </ns0:pt>
                <ns0:pt idx="325">
                  <ns0:v>0.532481363152</ns0:v>
                </ns0:pt>
                <ns0:pt idx="326">
                  <ns0:v>0.534119767347</ns0:v>
                </ns0:pt>
                <ns0:pt idx="327">
                  <ns0:v>0.535758171541</ns0:v>
                </ns0:pt>
                <ns0:pt idx="328">
                  <ns0:v>0.537396575735</ns0:v>
                </ns0:pt>
                <ns0:pt idx="329">
                  <ns0:v>0.53903497993</ns0:v>
                </ns0:pt>
                <ns0:pt idx="330">
                  <ns0:v>0.540673384124</ns0:v>
                </ns0:pt>
                <ns0:pt idx="331">
                  <ns0:v>0.542311788318</ns0:v>
                </ns0:pt>
                <ns0:pt idx="332">
                  <ns0:v>0.543950192512</ns0:v>
                </ns0:pt>
                <ns0:pt idx="333">
                  <ns0:v>0.545588596707</ns0:v>
                </ns0:pt>
                <ns0:pt idx="334">
                  <ns0:v>0.547227000901</ns0:v>
                </ns0:pt>
                <ns0:pt idx="335">
                  <ns0:v>0.548865405095</ns0:v>
                </ns0:pt>
                <ns0:pt idx="336">
                  <ns0:v>0.55050380929</ns0:v>
                </ns0:pt>
                <ns0:pt idx="337">
                  <ns0:v>0.552142213484</ns0:v>
                </ns0:pt>
                <ns0:pt idx="338">
                  <ns0:v>0.553780617678</ns0:v>
                </ns0:pt>
                <ns0:pt idx="339">
                  <ns0:v>0.555419021873</ns0:v>
                </ns0:pt>
                <ns0:pt idx="340">
                  <ns0:v>0.557057426067</ns0:v>
                </ns0:pt>
                <ns0:pt idx="341">
                  <ns0:v>0.558695830261</ns0:v>
                </ns0:pt>
                <ns0:pt idx="342">
                  <ns0:v>0.560334234456</ns0:v>
                </ns0:pt>
                <ns0:pt idx="343">
                  <ns0:v>0.56197263865</ns0:v>
                </ns0:pt>
                <ns0:pt idx="344">
                  <ns0:v>0.563611042844</ns0:v>
                </ns0:pt>
                <ns0:pt idx="345">
                  <ns0:v>0.565249447039</ns0:v>
                </ns0:pt>
                <ns0:pt idx="346">
                  <ns0:v>0.566887851233</ns0:v>
                </ns0:pt>
                <ns0:pt idx="347">
                  <ns0:v>0.568526255427</ns0:v>
                </ns0:pt>
                <ns0:pt idx="348">
                  <ns0:v>0.570164659622</ns0:v>
                </ns0:pt>
                <ns0:pt idx="349">
                  <ns0:v>0.571803063816</ns0:v>
                </ns0:pt>
                <ns0:pt idx="350">
                  <ns0:v>0.57344146801</ns0:v>
                </ns0:pt>
                <ns0:pt idx="351">
                  <ns0:v>0.575079872204</ns0:v>
                </ns0:pt>
                <ns0:pt idx="352">
                  <ns0:v>0.576718276399</ns0:v>
                </ns0:pt>
                <ns0:pt idx="353">
                  <ns0:v>0.578356680593</ns0:v>
                </ns0:pt>
                <ns0:pt idx="354">
                  <ns0:v>0.579995084787</ns0:v>
                </ns0:pt>
                <ns0:pt idx="355">
                  <ns0:v>0.581633488982</ns0:v>
                </ns0:pt>
                <ns0:pt idx="356">
                  <ns0:v>0.583271893176</ns0:v>
                </ns0:pt>
                <ns0:pt idx="357">
                  <ns0:v>0.58491029737</ns0:v>
                </ns0:pt>
                <ns0:pt idx="358">
                  <ns0:v>0.586548701565</ns0:v>
                </ns0:pt>
                <ns0:pt idx="359">
                  <ns0:v>0.588187105759</ns0:v>
                </ns0:pt>
                <ns0:pt idx="360">
                  <ns0:v>0.589825509953</ns0:v>
                </ns0:pt>
                <ns0:pt idx="361">
                  <ns0:v>0.591463914148</ns0:v>
                </ns0:pt>
                <ns0:pt idx="362">
                  <ns0:v>0.593102318342</ns0:v>
                </ns0:pt>
                <ns0:pt idx="363">
                  <ns0:v>0.594740722536</ns0:v>
                </ns0:pt>
                <ns0:pt idx="364">
                  <ns0:v>0.596379126731</ns0:v>
                </ns0:pt>
                <ns0:pt idx="365">
                  <ns0:v>0.598017530925</ns0:v>
                </ns0:pt>
                <ns0:pt idx="366">
                  <ns0:v>0.599655935119</ns0:v>
                </ns0:pt>
                <ns0:pt idx="367">
                  <ns0:v>0.601294339314</ns0:v>
                </ns0:pt>
                <ns0:pt idx="368">
                  <ns0:v>0.602932743508</ns0:v>
                </ns0:pt>
                <ns0:pt idx="369">
                  <ns0:v>0.604571147702</ns0:v>
                </ns0:pt>
                <ns0:pt idx="370">
                  <ns0:v>0.606209551896</ns0:v>
                </ns0:pt>
                <ns0:pt idx="371">
                  <ns0:v>0.607847956091</ns0:v>
                </ns0:pt>
                <ns0:pt idx="372">
                  <ns0:v>0.609486360285</ns0:v>
                </ns0:pt>
                <ns0:pt idx="373">
                  <ns0:v>0.611124764479</ns0:v>
                </ns0:pt>
                <ns0:pt idx="374">
                  <ns0:v>0.612763168674</ns0:v>
                </ns0:pt>
                <ns0:pt idx="375">
                  <ns0:v>0.614401572868</ns0:v>
                </ns0:pt>
                <ns0:pt idx="376">
                  <ns0:v>0.616039977062</ns0:v>
                </ns0:pt>
                <ns0:pt idx="377">
                  <ns0:v>0.617678381257</ns0:v>
                </ns0:pt>
                <ns0:pt idx="378">
                  <ns0:v>0.619316785451</ns0:v>
                </ns0:pt>
                <ns0:pt idx="379">
                  <ns0:v>0.620955189645</ns0:v>
                </ns0:pt>
                <ns0:pt idx="380">
                  <ns0:v>0.62259359384</ns0:v>
                </ns0:pt>
                <ns0:pt idx="381">
                  <ns0:v>0.624231998034</ns0:v>
                </ns0:pt>
                <ns0:pt idx="382">
                  <ns0:v>0.625870402228</ns0:v>
                </ns0:pt>
                <ns0:pt idx="383">
                  <ns0:v>0.627508806423</ns0:v>
                </ns0:pt>
                <ns0:pt idx="384">
                  <ns0:v>0.629147210617</ns0:v>
                </ns0:pt>
                <ns0:pt idx="385">
                  <ns0:v>0.630785614811</ns0:v>
                </ns0:pt>
                <ns0:pt idx="386">
                  <ns0:v>0.632424019005</ns0:v>
                </ns0:pt>
                <ns0:pt idx="387">
                  <ns0:v>0.6340624232</ns0:v>
                </ns0:pt>
                <ns0:pt idx="388">
                  <ns0:v>0.635700827394</ns0:v>
                </ns0:pt>
                <ns0:pt idx="389">
                  <ns0:v>0.637339231588</ns0:v>
                </ns0:pt>
                <ns0:pt idx="390">
                  <ns0:v>0.638977635783</ns0:v>
                </ns0:pt>
                <ns0:pt idx="391">
                  <ns0:v>0.640616039977</ns0:v>
                </ns0:pt>
                <ns0:pt idx="392">
                  <ns0:v>0.642254444171</ns0:v>
                </ns0:pt>
                <ns0:pt idx="393">
                  <ns0:v>0.643892848366</ns0:v>
                </ns0:pt>
                <ns0:pt idx="394">
                  <ns0:v>0.64553125256</ns0:v>
                </ns0:pt>
                <ns0:pt idx="395">
                  <ns0:v>0.647169656754</ns0:v>
                </ns0:pt>
                <ns0:pt idx="396">
                  <ns0:v>0.648808060949</ns0:v>
                </ns0:pt>
                <ns0:pt idx="397">
                  <ns0:v>0.650446465143</ns0:v>
                </ns0:pt>
                <ns0:pt idx="398">
                  <ns0:v>0.652084869337</ns0:v>
                </ns0:pt>
                <ns0:pt idx="399">
                  <ns0:v>0.653723273532</ns0:v>
                </ns0:pt>
                <ns0:pt idx="400">
                  <ns0:v>0.655361677726</ns0:v>
                </ns0:pt>
                <ns0:pt idx="401">
                  <ns0:v>0.65700008192</ns0:v>
                </ns0:pt>
                <ns0:pt idx="402">
                  <ns0:v>0.658638486115</ns0:v>
                </ns0:pt>
                <ns0:pt idx="403">
                  <ns0:v>0.660276890309</ns0:v>
                </ns0:pt>
                <ns0:pt idx="404">
                  <ns0:v>0.661915294503</ns0:v>
                </ns0:pt>
                <ns0:pt idx="405">
                  <ns0:v>0.663553698697</ns0:v>
                </ns0:pt>
                <ns0:pt idx="406">
                  <ns0:v>0.665192102892</ns0:v>
                </ns0:pt>
                <ns0:pt idx="407">
                  <ns0:v>0.666830507086</ns0:v>
                </ns0:pt>
                <ns0:pt idx="408">
                  <ns0:v>0.66846891128</ns0:v>
                </ns0:pt>
                <ns0:pt idx="409">
                  <ns0:v>0.670107315475</ns0:v>
                </ns0:pt>
                <ns0:pt idx="410">
                  <ns0:v>0.671745719669</ns0:v>
                </ns0:pt>
                <ns0:pt idx="411">
                  <ns0:v>0.673384123863</ns0:v>
                </ns0:pt>
                <ns0:pt idx="412">
                  <ns0:v>0.675022528058</ns0:v>
                </ns0:pt>
                <ns0:pt idx="413">
                  <ns0:v>0.676660932252</ns0:v>
                </ns0:pt>
                <ns0:pt idx="414">
                  <ns0:v>0.678299336446</ns0:v>
                </ns0:pt>
                <ns0:pt idx="415">
                  <ns0:v>0.679937740641</ns0:v>
                </ns0:pt>
                <ns0:pt idx="416">
                  <ns0:v>0.681576144835</ns0:v>
                </ns0:pt>
                <ns0:pt idx="417">
                  <ns0:v>0.683214549029</ns0:v>
                </ns0:pt>
                <ns0:pt idx="418">
                  <ns0:v>0.684852953224</ns0:v>
                </ns0:pt>
                <ns0:pt idx="419">
                  <ns0:v>0.686491357418</ns0:v>
                </ns0:pt>
                <ns0:pt idx="420">
                  <ns0:v>0.688129761612</ns0:v>
                </ns0:pt>
                <ns0:pt idx="421">
                  <ns0:v>0.689768165807</ns0:v>
                </ns0:pt>
                <ns0:pt idx="422">
                  <ns0:v>0.691406570001</ns0:v>
                </ns0:pt>
                <ns0:pt idx="423">
                  <ns0:v>0.693044974195</ns0:v>
                </ns0:pt>
                <ns0:pt idx="424">
                  <ns0:v>0.694683378389</ns0:v>
                </ns0:pt>
                <ns0:pt idx="425">
                  <ns0:v>0.696321782584</ns0:v>
                </ns0:pt>
                <ns0:pt idx="426">
                  <ns0:v>0.697960186778</ns0:v>
                </ns0:pt>
                <ns0:pt idx="427">
                  <ns0:v>0.699598590972</ns0:v>
                </ns0:pt>
                <ns0:pt idx="428">
                  <ns0:v>0.701236995167</ns0:v>
                </ns0:pt>
                <ns0:pt idx="429">
                  <ns0:v>0.702875399361</ns0:v>
                </ns0:pt>
                <ns0:pt idx="430">
                  <ns0:v>0.704513803555</ns0:v>
                </ns0:pt>
                <ns0:pt idx="431">
                  <ns0:v>0.70615220775</ns0:v>
                </ns0:pt>
                <ns0:pt idx="432">
                  <ns0:v>0.707790611944</ns0:v>
                </ns0:pt>
                <ns0:pt idx="433">
                  <ns0:v>0.709429016138</ns0:v>
                </ns0:pt>
                <ns0:pt idx="434">
                  <ns0:v>0.711067420333</ns0:v>
                </ns0:pt>
                <ns0:pt idx="435">
                  <ns0:v>0.712705824527</ns0:v>
                </ns0:pt>
                <ns0:pt idx="436">
                  <ns0:v>0.714344228721</ns0:v>
                </ns0:pt>
                <ns0:pt idx="437">
                  <ns0:v>0.715982632916</ns0:v>
                </ns0:pt>
                <ns0:pt idx="438">
                  <ns0:v>0.71762103711</ns0:v>
                </ns0:pt>
                <ns0:pt idx="439">
                  <ns0:v>0.719259441304</ns0:v>
                </ns0:pt>
                <ns0:pt idx="440">
                  <ns0:v>0.720897845498</ns0:v>
                </ns0:pt>
                <ns0:pt idx="441">
                  <ns0:v>0.722536249693</ns0:v>
                </ns0:pt>
                <ns0:pt idx="442">
                  <ns0:v>0.724174653887</ns0:v>
                </ns0:pt>
                <ns0:pt idx="443">
                  <ns0:v>0.725813058081</ns0:v>
                </ns0:pt>
                <ns0:pt idx="444">
                  <ns0:v>0.727451462276</ns0:v>
                </ns0:pt>
                <ns0:pt idx="445">
                  <ns0:v>0.72908986647</ns0:v>
                </ns0:pt>
                <ns0:pt idx="446">
                  <ns0:v>0.730728270664</ns0:v>
                </ns0:pt>
                <ns0:pt idx="447">
                  <ns0:v>0.732366674859</ns0:v>
                </ns0:pt>
                <ns0:pt idx="448">
                  <ns0:v>0.734005079053</ns0:v>
                </ns0:pt>
                <ns0:pt idx="449">
                  <ns0:v>0.735643483247</ns0:v>
                </ns0:pt>
                <ns0:pt idx="450">
                  <ns0:v>0.737281887442</ns0:v>
                </ns0:pt>
                <ns0:pt idx="451">
                  <ns0:v>0.738920291636</ns0:v>
                </ns0:pt>
                <ns0:pt idx="452">
                  <ns0:v>0.74055869583</ns0:v>
                </ns0:pt>
                <ns0:pt idx="453">
                  <ns0:v>0.742197100025</ns0:v>
                </ns0:pt>
                <ns0:pt idx="454">
                  <ns0:v>0.743835504219</ns0:v>
                </ns0:pt>
                <ns0:pt idx="455">
                  <ns0:v>0.745473908413</ns0:v>
                </ns0:pt>
                <ns0:pt idx="456">
                  <ns0:v>0.747112312608</ns0:v>
                </ns0:pt>
                <ns0:pt idx="457">
                  <ns0:v>0.748750716802</ns0:v>
                </ns0:pt>
                <ns0:pt idx="458">
                  <ns0:v>0.750389120996</ns0:v>
                </ns0:pt>
                <ns0:pt idx="459">
                  <ns0:v>0.75202752519</ns0:v>
                </ns0:pt>
                <ns0:pt idx="460">
                  <ns0:v>0.753665929385</ns0:v>
                </ns0:pt>
                <ns0:pt idx="461">
                  <ns0:v>0.755304333579</ns0:v>
                </ns0:pt>
                <ns0:pt idx="462">
                  <ns0:v>0.756942737773</ns0:v>
                </ns0:pt>
                <ns0:pt idx="463">
                  <ns0:v>0.758581141968</ns0:v>
                </ns0:pt>
                <ns0:pt idx="464">
                  <ns0:v>0.760219546162</ns0:v>
                </ns0:pt>
                <ns0:pt idx="465">
                  <ns0:v>0.761857950356</ns0:v>
                </ns0:pt>
                <ns0:pt idx="466">
                  <ns0:v>0.763496354551</ns0:v>
                </ns0:pt>
                <ns0:pt idx="467">
                  <ns0:v>0.765134758745</ns0:v>
                </ns0:pt>
                <ns0:pt idx="468">
                  <ns0:v>0.766773162939</ns0:v>
                </ns0:pt>
                <ns0:pt idx="469">
                  <ns0:v>0.768411567134</ns0:v>
                </ns0:pt>
                <ns0:pt idx="470">
                  <ns0:v>0.770049971328</ns0:v>
                </ns0:pt>
                <ns0:pt idx="471">
                  <ns0:v>0.771688375522</ns0:v>
                </ns0:pt>
                <ns0:pt idx="472">
                  <ns0:v>0.773326779717</ns0:v>
                </ns0:pt>
                <ns0:pt idx="473">
                  <ns0:v>0.774965183911</ns0:v>
                </ns0:pt>
                <ns0:pt idx="474">
                  <ns0:v>0.776603588105</ns0:v>
                </ns0:pt>
                <ns0:pt idx="475">
                  <ns0:v>0.7782419923</ns0:v>
                </ns0:pt>
                <ns0:pt idx="476">
                  <ns0:v>0.779880396494</ns0:v>
                </ns0:pt>
                <ns0:pt idx="477">
                  <ns0:v>0.781518800688</ns0:v>
                </ns0:pt>
                <ns0:pt idx="478">
                  <ns0:v>0.783157204882</ns0:v>
                </ns0:pt>
                <ns0:pt idx="479">
                  <ns0:v>0.784795609077</ns0:v>
                </ns0:pt>
                <ns0:pt idx="480">
                  <ns0:v>0.786434013271</ns0:v>
                </ns0:pt>
                <ns0:pt idx="481">
                  <ns0:v>0.788072417465</ns0:v>
                </ns0:pt>
                <ns0:pt idx="482">
                  <ns0:v>0.78971082166</ns0:v>
                </ns0:pt>
                <ns0:pt idx="483">
                  <ns0:v>0.791349225854</ns0:v>
                </ns0:pt>
                <ns0:pt idx="484">
                  <ns0:v>0.792987630048</ns0:v>
                </ns0:pt>
                <ns0:pt idx="485">
                  <ns0:v>0.794626034243</ns0:v>
                </ns0:pt>
                <ns0:pt idx="486">
                  <ns0:v>0.796264438437</ns0:v>
                </ns0:pt>
                <ns0:pt idx="487">
                  <ns0:v>0.797902842631</ns0:v>
                </ns0:pt>
                <ns0:pt idx="488">
                  <ns0:v>0.799541246826</ns0:v>
                </ns0:pt>
                <ns0:pt idx="489">
                  <ns0:v>0.80117965102</ns0:v>
                </ns0:pt>
                <ns0:pt idx="490">
                  <ns0:v>0.802818055214</ns0:v>
                </ns0:pt>
                <ns0:pt idx="491">
                  <ns0:v>0.804456459409</ns0:v>
                </ns0:pt>
                <ns0:pt idx="492">
                  <ns0:v>0.806094863603</ns0:v>
                </ns0:pt>
                <ns0:pt idx="493">
                  <ns0:v>0.807733267797</ns0:v>
                </ns0:pt>
                <ns0:pt idx="494">
                  <ns0:v>0.809371671991</ns0:v>
                </ns0:pt>
                <ns0:pt idx="495">
                  <ns0:v>0.811010076186</ns0:v>
                </ns0:pt>
                <ns0:pt idx="496">
                  <ns0:v>0.81264848038</ns0:v>
                </ns0:pt>
                <ns0:pt idx="497">
                  <ns0:v>0.814286884574</ns0:v>
                </ns0:pt>
                <ns0:pt idx="498">
                  <ns0:v>0.815925288769</ns0:v>
                </ns0:pt>
                <ns0:pt idx="499">
                  <ns0:v>0.817563692963</ns0:v>
                </ns0:pt>
                <ns0:pt idx="500">
                  <ns0:v>0.819202097157</ns0:v>
                </ns0:pt>
                <ns0:pt idx="501">
                  <ns0:v>0.820840501352</ns0:v>
                </ns0:pt>
                <ns0:pt idx="502">
                  <ns0:v>0.822478905546</ns0:v>
                </ns0:pt>
                <ns0:pt idx="503">
                  <ns0:v>0.82411730974</ns0:v>
                </ns0:pt>
                <ns0:pt idx="504">
                  <ns0:v>0.825755713935</ns0:v>
                </ns0:pt>
                <ns0:pt idx="505">
                  <ns0:v>0.827394118129</ns0:v>
                </ns0:pt>
                <ns0:pt idx="506">
                  <ns0:v>0.829032522323</ns0:v>
                </ns0:pt>
                <ns0:pt idx="507">
                  <ns0:v>0.830670926518</ns0:v>
                </ns0:pt>
                <ns0:pt idx="508">
                  <ns0:v>0.832309330712</ns0:v>
                </ns0:pt>
                <ns0:pt idx="509">
                  <ns0:v>0.833947734906</ns0:v>
                </ns0:pt>
                <ns0:pt idx="510">
                  <ns0:v>0.835586139101</ns0:v>
                </ns0:pt>
                <ns0:pt idx="511">
                  <ns0:v>0.837224543295</ns0:v>
                </ns0:pt>
                <ns0:pt idx="512">
                  <ns0:v>0.838862947489</ns0:v>
                </ns0:pt>
                <ns0:pt idx="513">
                  <ns0:v>0.840501351683</ns0:v>
                </ns0:pt>
                <ns0:pt idx="514">
                  <ns0:v>0.842139755878</ns0:v>
                </ns0:pt>
                <ns0:pt idx="515">
                  <ns0:v>0.843778160072</ns0:v>
                </ns0:pt>
                <ns0:pt idx="516">
                  <ns0:v>0.845416564266</ns0:v>
                </ns0:pt>
                <ns0:pt idx="517">
                  <ns0:v>0.847054968461</ns0:v>
                </ns0:pt>
                <ns0:pt idx="518">
                  <ns0:v>0.848693372655</ns0:v>
                </ns0:pt>
                <ns0:pt idx="519">
                  <ns0:v>0.850331776849</ns0:v>
                </ns0:pt>
                <ns0:pt idx="520">
                  <ns0:v>0.851970181044</ns0:v>
                </ns0:pt>
                <ns0:pt idx="521">
                  <ns0:v>0.853608585238</ns0:v>
                </ns0:pt>
                <ns0:pt idx="522">
                  <ns0:v>0.855246989432</ns0:v>
                </ns0:pt>
                <ns0:pt idx="523">
                  <ns0:v>0.856885393627</ns0:v>
                </ns0:pt>
                <ns0:pt idx="524">
                  <ns0:v>0.858523797821</ns0:v>
                </ns0:pt>
                <ns0:pt idx="525">
                  <ns0:v>0.860162202015</ns0:v>
                </ns0:pt>
                <ns0:pt idx="526">
                  <ns0:v>0.86180060621</ns0:v>
                </ns0:pt>
                <ns0:pt idx="527">
                  <ns0:v>0.863439010404</ns0:v>
                </ns0:pt>
                <ns0:pt idx="528">
                  <ns0:v>0.865077414598</ns0:v>
                </ns0:pt>
                <ns0:pt idx="529">
                  <ns0:v>0.866715818792</ns0:v>
                </ns0:pt>
                <ns0:pt idx="530">
                  <ns0:v>0.868354222987</ns0:v>
                </ns0:pt>
                <ns0:pt idx="531">
                  <ns0:v>0.869992627181</ns0:v>
                </ns0:pt>
                <ns0:pt idx="532">
                  <ns0:v>0.871631031375</ns0:v>
                </ns0:pt>
                <ns0:pt idx="533">
                  <ns0:v>0.87326943557</ns0:v>
                </ns0:pt>
                <ns0:pt idx="534">
                  <ns0:v>0.874907839764</ns0:v>
                </ns0:pt>
                <ns0:pt idx="535">
                  <ns0:v>0.876546243958</ns0:v>
                </ns0:pt>
                <ns0:pt idx="536">
                  <ns0:v>0.878184648153</ns0:v>
                </ns0:pt>
                <ns0:pt idx="537">
                  <ns0:v>0.879823052347</ns0:v>
                </ns0:pt>
                <ns0:pt idx="538">
                  <ns0:v>0.881461456541</ns0:v>
                </ns0:pt>
                <ns0:pt idx="539">
                  <ns0:v>0.883099860736</ns0:v>
                </ns0:pt>
                <ns0:pt idx="540">
                  <ns0:v>0.88473826493</ns0:v>
                </ns0:pt>
                <ns0:pt idx="541">
                  <ns0:v>0.886376669124</ns0:v>
                </ns0:pt>
                <ns0:pt idx="542">
                  <ns0:v>0.888015073319</ns0:v>
                </ns0:pt>
                <ns0:pt idx="543">
                  <ns0:v>0.889653477513</ns0:v>
                </ns0:pt>
                <ns0:pt idx="544">
                  <ns0:v>0.891291881707</ns0:v>
                </ns0:pt>
                <ns0:pt idx="545">
                  <ns0:v>0.892930285902</ns0:v>
                </ns0:pt>
                <ns0:pt idx="546">
                  <ns0:v>0.894568690096</ns0:v>
                </ns0:pt>
                <ns0:pt idx="547">
                  <ns0:v>0.89620709429</ns0:v>
                </ns0:pt>
                <ns0:pt idx="548">
                  <ns0:v>0.897845498484</ns0:v>
                </ns0:pt>
                <ns0:pt idx="549">
                  <ns0:v>0.899483902679</ns0:v>
                </ns0:pt>
                <ns0:pt idx="550">
                  <ns0:v>0.901122306873</ns0:v>
                </ns0:pt>
                <ns0:pt idx="551">
                  <ns0:v>0.902760711067</ns0:v>
                </ns0:pt>
                <ns0:pt idx="552">
                  <ns0:v>0.904399115262</ns0:v>
                </ns0:pt>
                <ns0:pt idx="553">
                  <ns0:v>0.906037519456</ns0:v>
                </ns0:pt>
                <ns0:pt idx="554">
                  <ns0:v>0.90767592365</ns0:v>
                </ns0:pt>
                <ns0:pt idx="555">
                  <ns0:v>0.909314327845</ns0:v>
                </ns0:pt>
                <ns0:pt idx="556">
                  <ns0:v>0.910952732039</ns0:v>
                </ns0:pt>
                <ns0:pt idx="557">
                  <ns0:v>0.912591136233</ns0:v>
                </ns0:pt>
                <ns0:pt idx="558">
                  <ns0:v>0.914229540428</ns0:v>
                </ns0:pt>
                <ns0:pt idx="559">
                  <ns0:v>0.915867944622</ns0:v>
                </ns0:pt>
                <ns0:pt idx="560">
                  <ns0:v>0.917506348816</ns0:v>
                </ns0:pt>
                <ns0:pt idx="561">
                  <ns0:v>0.919144753011</ns0:v>
                </ns0:pt>
                <ns0:pt idx="562">
                  <ns0:v>0.920783157205</ns0:v>
                </ns0:pt>
                <ns0:pt idx="563">
                  <ns0:v>0.922421561399</ns0:v>
                </ns0:pt>
                <ns0:pt idx="564">
                  <ns0:v>0.924059965594</ns0:v>
                </ns0:pt>
                <ns0:pt idx="565">
                  <ns0:v>0.925698369788</ns0:v>
                </ns0:pt>
                <ns0:pt idx="566">
                  <ns0:v>0.927336773982</ns0:v>
                </ns0:pt>
                <ns0:pt idx="567">
                  <ns0:v>0.928975178176</ns0:v>
                </ns0:pt>
                <ns0:pt idx="568">
                  <ns0:v>0.930613582371</ns0:v>
                </ns0:pt>
                <ns0:pt idx="569">
                  <ns0:v>0.932251986565</ns0:v>
                </ns0:pt>
                <ns0:pt idx="570">
                  <ns0:v>0.933890390759</ns0:v>
                </ns0:pt>
                <ns0:pt idx="571">
                  <ns0:v>0.935528794954</ns0:v>
                </ns0:pt>
                <ns0:pt idx="572">
                  <ns0:v>0.937167199148</ns0:v>
                </ns0:pt>
                <ns0:pt idx="573">
                  <ns0:v>0.938805603342</ns0:v>
                </ns0:pt>
                <ns0:pt idx="574">
                  <ns0:v>0.940444007537</ns0:v>
                </ns0:pt>
                <ns0:pt idx="575">
                  <ns0:v>0.942082411731</ns0:v>
                </ns0:pt>
                <ns0:pt idx="576">
                  <ns0:v>0.943720815925</ns0:v>
                </ns0:pt>
                <ns0:pt idx="577">
                  <ns0:v>0.94535922012</ns0:v>
                </ns0:pt>
                <ns0:pt idx="578">
                  <ns0:v>0.946997624314</ns0:v>
                </ns0:pt>
                <ns0:pt idx="579">
                  <ns0:v>0.948636028508</ns0:v>
                </ns0:pt>
                <ns0:pt idx="580">
                  <ns0:v>0.950274432703</ns0:v>
                </ns0:pt>
                <ns0:pt idx="581">
                  <ns0:v>0.951912836897</ns0:v>
                </ns0:pt>
                <ns0:pt idx="582">
                  <ns0:v>0.953551241091</ns0:v>
                </ns0:pt>
                <ns0:pt idx="583">
                  <ns0:v>0.955189645285</ns0:v>
                </ns0:pt>
                <ns0:pt idx="584">
                  <ns0:v>0.95682804948</ns0:v>
                </ns0:pt>
                <ns0:pt idx="585">
                  <ns0:v>0.958466453674</ns0:v>
                </ns0:pt>
                <ns0:pt idx="586">
                  <ns0:v>0.960104857868</ns0:v>
                </ns0:pt>
                <ns0:pt idx="587">
                  <ns0:v>0.961743262063</ns0:v>
                </ns0:pt>
                <ns0:pt idx="588">
                  <ns0:v>0.963381666257</ns0:v>
                </ns0:pt>
                <ns0:pt idx="589">
                  <ns0:v>0.965020070451</ns0:v>
                </ns0:pt>
                <ns0:pt idx="590">
                  <ns0:v>0.966658474646</ns0:v>
                </ns0:pt>
                <ns0:pt idx="591">
                  <ns0:v>0.96829687884</ns0:v>
                </ns0:pt>
                <ns0:pt idx="592">
                  <ns0:v>0.969935283034</ns0:v>
                </ns0:pt>
                <ns0:pt idx="593">
                  <ns0:v>0.971573687229</ns0:v>
                </ns0:pt>
                <ns0:pt idx="594">
                  <ns0:v>0.973212091423</ns0:v>
                </ns0:pt>
                <ns0:pt idx="595">
                  <ns0:v>0.974850495617</ns0:v>
                </ns0:pt>
                <ns0:pt idx="596">
                  <ns0:v>0.976488899812</ns0:v>
                </ns0:pt>
                <ns0:pt idx="597">
                  <ns0:v>0.978127304006</ns0:v>
                </ns0:pt>
                <ns0:pt idx="598">
                  <ns0:v>0.9797657082</ns0:v>
                </ns0:pt>
                <ns0:pt idx="599">
                  <ns0:v>0.981404112395</ns0:v>
                </ns0:pt>
                <ns0:pt idx="600">
                  <ns0:v>0.983042516589</ns0:v>
                </ns0:pt>
                <ns0:pt idx="601">
                  <ns0:v>0.984680920783</ns0:v>
                </ns0:pt>
                <ns0:pt idx="602">
                  <ns0:v>0.986319324977</ns0:v>
                </ns0:pt>
                <ns0:pt idx="603">
                  <ns0:v>0.987957729172</ns0:v>
                </ns0:pt>
                <ns0:pt idx="604">
                  <ns0:v>0.989596133366</ns0:v>
                </ns0:pt>
                <ns0:pt idx="605">
                  <ns0:v>0.99123453756</ns0:v>
                </ns0:pt>
                <ns0:pt idx="606">
                  <ns0:v>0.992872941755</ns0:v>
                </ns0:pt>
                <ns0:pt idx="607">
                  <ns0:v>0.994511345949</ns0:v>
                </ns0:pt>
                <ns0:pt idx="608">
                  <ns0:v>0.996149750143</ns0:v>
                </ns0:pt>
                <ns0:pt idx="609">
                  <ns0:v>0.997788154338</ns0:v>
                </ns0:pt>
                <ns0:pt idx="610">
                  <ns0:v>0.999426558532</ns0:v>
                </ns0:pt>
                <ns0:pt idx="611">
                  <ns0:v>1.00106496273</ns0:v>
                </ns0:pt>
                <ns0:pt idx="612">
                  <ns0:v>1.00270336692</ns0:v>
                </ns0:pt>
                <ns0:pt idx="613">
                  <ns0:v>1.00434177111</ns0:v>
                </ns0:pt>
                <ns0:pt idx="614">
                  <ns0:v>1.00598017531</ns0:v>
                </ns0:pt>
                <ns0:pt idx="615">
                  <ns0:v>1.0076185795</ns0:v>
                </ns0:pt>
                <ns0:pt idx="616">
                  <ns0:v>1.0092569837</ns0:v>
                </ns0:pt>
                <ns0:pt idx="617">
                  <ns0:v>1.01089538789</ns0:v>
                </ns0:pt>
                <ns0:pt idx="618">
                  <ns0:v>1.01253379209</ns0:v>
                </ns0:pt>
                <ns0:pt idx="619">
                  <ns0:v>1.01417219628</ns0:v>
                </ns0:pt>
                <ns0:pt idx="620">
                  <ns0:v>1.01581060048</ns0:v>
                </ns0:pt>
                <ns0:pt idx="621">
                  <ns0:v>1.01744900467</ns0:v>
                </ns0:pt>
                <ns0:pt idx="622">
                  <ns0:v>1.01908740886</ns0:v>
                </ns0:pt>
                <ns0:pt idx="623">
                  <ns0:v>1.02072581306</ns0:v>
                </ns0:pt>
                <ns0:pt idx="624">
                  <ns0:v>1.02236421725</ns0:v>
                </ns0:pt>
                <ns0:pt idx="625">
                  <ns0:v>1.02400262145</ns0:v>
                </ns0:pt>
                <ns0:pt idx="626">
                  <ns0:v>1.02564102564</ns0:v>
                </ns0:pt>
                <ns0:pt idx="627">
                  <ns0:v>1.02727942984</ns0:v>
                </ns0:pt>
                <ns0:pt idx="628">
                  <ns0:v>1.02891783403</ns0:v>
                </ns0:pt>
                <ns0:pt idx="629">
                  <ns0:v>1.03055623822</ns0:v>
                </ns0:pt>
                <ns0:pt idx="630">
                  <ns0:v>1.03219464242</ns0:v>
                </ns0:pt>
                <ns0:pt idx="631">
                  <ns0:v>1.03383304661</ns0:v>
                </ns0:pt>
                <ns0:pt idx="632">
                  <ns0:v>1.03547145081</ns0:v>
                </ns0:pt>
                <ns0:pt idx="633">
                  <ns0:v>1.037109855</ns0:v>
                </ns0:pt>
                <ns0:pt idx="634">
                  <ns0:v>1.0387482592</ns0:v>
                </ns0:pt>
                <ns0:pt idx="635">
                  <ns0:v>1.04038666339</ns0:v>
                </ns0:pt>
                <ns0:pt idx="636">
                  <ns0:v>1.04202506758</ns0:v>
                </ns0:pt>
                <ns0:pt idx="637">
                  <ns0:v>1.04366347178</ns0:v>
                </ns0:pt>
                <ns0:pt idx="638">
                  <ns0:v>1.04530187597</ns0:v>
                </ns0:pt>
                <ns0:pt idx="639">
                  <ns0:v>1.04694028017</ns0:v>
                </ns0:pt>
                <ns0:pt idx="640">
                  <ns0:v>1.04857868436</ns0:v>
                </ns0:pt>
                <ns0:pt idx="641">
                  <ns0:v>1.05021708856</ns0:v>
                </ns0:pt>
                <ns0:pt idx="642">
                  <ns0:v>1.05185549275</ns0:v>
                </ns0:pt>
                <ns0:pt idx="643">
                  <ns0:v>1.05349389694</ns0:v>
                </ns0:pt>
                <ns0:pt idx="644">
                  <ns0:v>1.05513230114</ns0:v>
                </ns0:pt>
                <ns0:pt idx="645">
                  <ns0:v>1.05677070533</ns0:v>
                </ns0:pt>
                <ns0:pt idx="646">
                  <ns0:v>1.05840910953</ns0:v>
                </ns0:pt>
                <ns0:pt idx="647">
                  <ns0:v>1.06004751372</ns0:v>
                </ns0:pt>
                <ns0:pt idx="648">
                  <ns0:v>1.06168591792</ns0:v>
                </ns0:pt>
                <ns0:pt idx="649">
                  <ns0:v>1.06332432211</ns0:v>
                </ns0:pt>
                <ns0:pt idx="650">
                  <ns0:v>1.0649627263</ns0:v>
                </ns0:pt>
                <ns0:pt idx="651">
                  <ns0:v>1.0666011305</ns0:v>
                </ns0:pt>
                <ns0:pt idx="652">
                  <ns0:v>1.06823953469</ns0:v>
                </ns0:pt>
                <ns0:pt idx="653">
                  <ns0:v>1.06987793889</ns0:v>
                </ns0:pt>
                <ns0:pt idx="654">
                  <ns0:v>1.07151634308</ns0:v>
                </ns0:pt>
                <ns0:pt idx="655">
                  <ns0:v>1.07315474728</ns0:v>
                </ns0:pt>
                <ns0:pt idx="656">
                  <ns0:v>1.07479315147</ns0:v>
                </ns0:pt>
                <ns0:pt idx="657">
                  <ns0:v>1.07643155566</ns0:v>
                </ns0:pt>
                <ns0:pt idx="658">
                  <ns0:v>1.07806995986</ns0:v>
                </ns0:pt>
                <ns0:pt idx="659">
                  <ns0:v>1.07970836405</ns0:v>
                </ns0:pt>
                <ns0:pt idx="660">
                  <ns0:v>1.08134676825</ns0:v>
                </ns0:pt>
                <ns0:pt idx="661">
                  <ns0:v>1.08298517244</ns0:v>
                </ns0:pt>
                <ns0:pt idx="662">
                  <ns0:v>1.08462357664</ns0:v>
                </ns0:pt>
                <ns0:pt idx="663">
                  <ns0:v>1.08626198083</ns0:v>
                </ns0:pt>
                <ns0:pt idx="664">
                  <ns0:v>1.08790038502</ns0:v>
                </ns0:pt>
                <ns0:pt idx="665">
                  <ns0:v>1.08953878922</ns0:v>
                </ns0:pt>
                <ns0:pt idx="666">
                  <ns0:v>1.09117719341</ns0:v>
                </ns0:pt>
                <ns0:pt idx="667">
                  <ns0:v>1.09281559761</ns0:v>
                </ns0:pt>
                <ns0:pt idx="668">
                  <ns0:v>1.0944540018</ns0:v>
                </ns0:pt>
                <ns0:pt idx="669">
                  <ns0:v>1.096092406</ns0:v>
                </ns0:pt>
                <ns0:pt idx="670">
                  <ns0:v>1.09773081019</ns0:v>
                </ns0:pt>
                <ns0:pt idx="671">
                  <ns0:v>1.09936921439</ns0:v>
                </ns0:pt>
                <ns0:pt idx="672">
                  <ns0:v>1.10100761858</ns0:v>
                </ns0:pt>
                <ns0:pt idx="673">
                  <ns0:v>1.10264602277</ns0:v>
                </ns0:pt>
                <ns0:pt idx="674">
                  <ns0:v>1.10428442697</ns0:v>
                </ns0:pt>
                <ns0:pt idx="675">
                  <ns0:v>1.10592283116</ns0:v>
                </ns0:pt>
                <ns0:pt idx="676">
                  <ns0:v>1.10756123536</ns0:v>
                </ns0:pt>
                <ns0:pt idx="677">
                  <ns0:v>1.10919963955</ns0:v>
                </ns0:pt>
                <ns0:pt idx="678">
                  <ns0:v>1.11083804375</ns0:v>
                </ns0:pt>
                <ns0:pt idx="679">
                  <ns0:v>1.11247644794</ns0:v>
                </ns0:pt>
                <ns0:pt idx="680">
                  <ns0:v>1.11411485213</ns0:v>
                </ns0:pt>
                <ns0:pt idx="681">
                  <ns0:v>1.11575325633</ns0:v>
                </ns0:pt>
                <ns0:pt idx="682">
                  <ns0:v>1.11739166052</ns0:v>
                </ns0:pt>
                <ns0:pt idx="683">
                  <ns0:v>1.11903006472</ns0:v>
                </ns0:pt>
                <ns0:pt idx="684">
                  <ns0:v>1.12066846891</ns0:v>
                </ns0:pt>
                <ns0:pt idx="685">
                  <ns0:v>1.12230687311</ns0:v>
                </ns0:pt>
                <ns0:pt idx="686">
                  <ns0:v>1.1239452773</ns0:v>
                </ns0:pt>
                <ns0:pt idx="687">
                  <ns0:v>1.12558368149</ns0:v>
                </ns0:pt>
                <ns0:pt idx="688">
                  <ns0:v>1.12722208569</ns0:v>
                </ns0:pt>
                <ns0:pt idx="689">
                  <ns0:v>1.12886048988</ns0:v>
                </ns0:pt>
                <ns0:pt idx="690">
                  <ns0:v>1.13049889408</ns0:v>
                </ns0:pt>
                <ns0:pt idx="691">
                  <ns0:v>1.13213729827</ns0:v>
                </ns0:pt>
                <ns0:pt idx="692">
                  <ns0:v>1.13377570247</ns0:v>
                </ns0:pt>
                <ns0:pt idx="693">
                  <ns0:v>1.13541410666</ns0:v>
                </ns0:pt>
                <ns0:pt idx="694">
                  <ns0:v>1.13705251085</ns0:v>
                </ns0:pt>
                <ns0:pt idx="695">
                  <ns0:v>1.13869091505</ns0:v>
                </ns0:pt>
                <ns0:pt idx="696">
                  <ns0:v>1.14032931924</ns0:v>
                </ns0:pt>
                <ns0:pt idx="697">
                  <ns0:v>1.14196772344</ns0:v>
                </ns0:pt>
                <ns0:pt idx="698">
                  <ns0:v>1.14360612763</ns0:v>
                </ns0:pt>
                <ns0:pt idx="699">
                  <ns0:v>1.14524453183</ns0:v>
                </ns0:pt>
                <ns0:pt idx="700">
                  <ns0:v>1.14688293602</ns0:v>
                </ns0:pt>
                <ns0:pt idx="701">
                  <ns0:v>1.14852134021</ns0:v>
                </ns0:pt>
                <ns0:pt idx="702">
                  <ns0:v>1.15015974441</ns0:v>
                </ns0:pt>
                <ns0:pt idx="703">
                  <ns0:v>1.1517981486</ns0:v>
                </ns0:pt>
                <ns0:pt idx="704">
                  <ns0:v>1.1534365528</ns0:v>
                </ns0:pt>
                <ns0:pt idx="705">
                  <ns0:v>1.15507495699</ns0:v>
                </ns0:pt>
                <ns0:pt idx="706">
                  <ns0:v>1.15671336119</ns0:v>
                </ns0:pt>
                <ns0:pt idx="707">
                  <ns0:v>1.15835176538</ns0:v>
                </ns0:pt>
                <ns0:pt idx="708">
                  <ns0:v>1.15999016957</ns0:v>
                </ns0:pt>
                <ns0:pt idx="709">
                  <ns0:v>1.16162857377</ns0:v>
                </ns0:pt>
                <ns0:pt idx="710">
                  <ns0:v>1.16326697796</ns0:v>
                </ns0:pt>
                <ns0:pt idx="711">
                  <ns0:v>1.16490538216</ns0:v>
                </ns0:pt>
                <ns0:pt idx="712">
                  <ns0:v>1.16654378635</ns0:v>
                </ns0:pt>
                <ns0:pt idx="713">
                  <ns0:v>1.16818219055</ns0:v>
                </ns0:pt>
                <ns0:pt idx="714">
                  <ns0:v>1.16982059474</ns0:v>
                </ns0:pt>
                <ns0:pt idx="715">
                  <ns0:v>1.17145899894</ns0:v>
                </ns0:pt>
                <ns0:pt idx="716">
                  <ns0:v>1.17309740313</ns0:v>
                </ns0:pt>
                <ns0:pt idx="717">
                  <ns0:v>1.17473580732</ns0:v>
                </ns0:pt>
                <ns0:pt idx="718">
                  <ns0:v>1.17637421152</ns0:v>
                </ns0:pt>
                <ns0:pt idx="719">
                  <ns0:v>1.17801261571</ns0:v>
                </ns0:pt>
                <ns0:pt idx="720">
                  <ns0:v>1.17965101991</ns0:v>
                </ns0:pt>
                <ns0:pt idx="721">
                  <ns0:v>1.1812894241</ns0:v>
                </ns0:pt>
                <ns0:pt idx="722">
                  <ns0:v>1.1829278283</ns0:v>
                </ns0:pt>
                <ns0:pt idx="723">
                  <ns0:v>1.18456623249</ns0:v>
                </ns0:pt>
                <ns0:pt idx="724">
                  <ns0:v>1.18620463668</ns0:v>
                </ns0:pt>
                <ns0:pt idx="725">
                  <ns0:v>1.18784304088</ns0:v>
                </ns0:pt>
                <ns0:pt idx="726">
                  <ns0:v>1.18948144507</ns0:v>
                </ns0:pt>
                <ns0:pt idx="727">
                  <ns0:v>1.19111984927</ns0:v>
                </ns0:pt>
                <ns0:pt idx="728">
                  <ns0:v>1.19275825346</ns0:v>
                </ns0:pt>
                <ns0:pt idx="729">
                  <ns0:v>1.19439665766</ns0:v>
                </ns0:pt>
                <ns0:pt idx="730">
                  <ns0:v>1.19603506185</ns0:v>
                </ns0:pt>
                <ns0:pt idx="731">
                  <ns0:v>1.19767346604</ns0:v>
                </ns0:pt>
                <ns0:pt idx="732">
                  <ns0:v>1.19931187024</ns0:v>
                </ns0:pt>
                <ns0:pt idx="733">
                  <ns0:v>1.20095027443</ns0:v>
                </ns0:pt>
                <ns0:pt idx="734">
                  <ns0:v>1.20258867863</ns0:v>
                </ns0:pt>
                <ns0:pt idx="735">
                  <ns0:v>1.20422708282</ns0:v>
                </ns0:pt>
                <ns0:pt idx="736">
                  <ns0:v>1.20586548702</ns0:v>
                </ns0:pt>
                <ns0:pt idx="737">
                  <ns0:v>1.20750389121</ns0:v>
                </ns0:pt>
                <ns0:pt idx="738">
                  <ns0:v>1.2091422954</ns0:v>
                </ns0:pt>
                <ns0:pt idx="739">
                  <ns0:v>1.2107806996</ns0:v>
                </ns0:pt>
                <ns0:pt idx="740">
                  <ns0:v>1.21241910379</ns0:v>
                </ns0:pt>
                <ns0:pt idx="741">
                  <ns0:v>1.21405750799</ns0:v>
                </ns0:pt>
                <ns0:pt idx="742">
                  <ns0:v>1.21569591218</ns0:v>
                </ns0:pt>
                <ns0:pt idx="743">
                  <ns0:v>1.21733431638</ns0:v>
                </ns0:pt>
                <ns0:pt idx="744">
                  <ns0:v>1.21897272057</ns0:v>
                </ns0:pt>
                <ns0:pt idx="745">
                  <ns0:v>1.22061112476</ns0:v>
                </ns0:pt>
                <ns0:pt idx="746">
                  <ns0:v>1.22224952896</ns0:v>
                </ns0:pt>
                <ns0:pt idx="747">
                  <ns0:v>1.22388793315</ns0:v>
                </ns0:pt>
                <ns0:pt idx="748">
                  <ns0:v>1.22552633735</ns0:v>
                </ns0:pt>
                <ns0:pt idx="749">
                  <ns0:v>1.22716474154</ns0:v>
                </ns0:pt>
                <ns0:pt idx="750">
                  <ns0:v>1.22880314574</ns0:v>
                </ns0:pt>
                <ns0:pt idx="751">
                  <ns0:v>1.23044154993</ns0:v>
                </ns0:pt>
                <ns0:pt idx="752">
                  <ns0:v>1.23207995412</ns0:v>
                </ns0:pt>
                <ns0:pt idx="753">
                  <ns0:v>1.23371835832</ns0:v>
                </ns0:pt>
                <ns0:pt idx="754">
                  <ns0:v>1.23535676251</ns0:v>
                </ns0:pt>
                <ns0:pt idx="755">
                  <ns0:v>1.23699516671</ns0:v>
                </ns0:pt>
                <ns0:pt idx="756">
                  <ns0:v>1.2386335709</ns0:v>
                </ns0:pt>
                <ns0:pt idx="757">
                  <ns0:v>1.2402719751</ns0:v>
                </ns0:pt>
                <ns0:pt idx="758">
                  <ns0:v>1.24191037929</ns0:v>
                </ns0:pt>
                <ns0:pt idx="759">
                  <ns0:v>1.24354878348</ns0:v>
                </ns0:pt>
                <ns0:pt idx="760">
                  <ns0:v>1.24518718768</ns0:v>
                </ns0:pt>
                <ns0:pt idx="761">
                  <ns0:v>1.24682559187</ns0:v>
                </ns0:pt>
                <ns0:pt idx="762">
                  <ns0:v>1.24846399607</ns0:v>
                </ns0:pt>
                <ns0:pt idx="763">
                  <ns0:v>1.25010240026</ns0:v>
                </ns0:pt>
                <ns0:pt idx="764">
                  <ns0:v>1.25174080446</ns0:v>
                </ns0:pt>
                <ns0:pt idx="765">
                  <ns0:v>1.25337920865</ns0:v>
                </ns0:pt>
                <ns0:pt idx="766">
                  <ns0:v>1.25501761285</ns0:v>
                </ns0:pt>
                <ns0:pt idx="767">
                  <ns0:v>1.25665601704</ns0:v>
                </ns0:pt>
                <ns0:pt idx="768">
                  <ns0:v>1.25829442123</ns0:v>
                </ns0:pt>
                <ns0:pt idx="769">
                  <ns0:v>1.25993282543</ns0:v>
                </ns0:pt>
                <ns0:pt idx="770">
                  <ns0:v>1.26157122962</ns0:v>
                </ns0:pt>
                <ns0:pt idx="771">
                  <ns0:v>1.26320963382</ns0:v>
                </ns0:pt>
                <ns0:pt idx="772">
                  <ns0:v>1.26484803801</ns0:v>
                </ns0:pt>
                <ns0:pt idx="773">
                  <ns0:v>1.26648644221</ns0:v>
                </ns0:pt>
                <ns0:pt idx="774">
                  <ns0:v>1.2681248464</ns0:v>
                </ns0:pt>
                <ns0:pt idx="775">
                  <ns0:v>1.26976325059</ns0:v>
                </ns0:pt>
                <ns0:pt idx="776">
                  <ns0:v>1.27140165479</ns0:v>
                </ns0:pt>
                <ns0:pt idx="777">
                  <ns0:v>1.27304005898</ns0:v>
                </ns0:pt>
                <ns0:pt idx="778">
                  <ns0:v>1.27467846318</ns0:v>
                </ns0:pt>
                <ns0:pt idx="779">
                  <ns0:v>1.27631686737</ns0:v>
                </ns0:pt>
                <ns0:pt idx="780">
                  <ns0:v>1.27795527157</ns0:v>
                </ns0:pt>
                <ns0:pt idx="781">
                  <ns0:v>1.27959367576</ns0:v>
                </ns0:pt>
                <ns0:pt idx="782">
                  <ns0:v>1.28123207995</ns0:v>
                </ns0:pt>
                <ns0:pt idx="783">
                  <ns0:v>1.28287048415</ns0:v>
                </ns0:pt>
                <ns0:pt idx="784">
                  <ns0:v>1.28450888834</ns0:v>
                </ns0:pt>
                <ns0:pt idx="785">
                  <ns0:v>1.28614729254</ns0:v>
                </ns0:pt>
                <ns0:pt idx="786">
                  <ns0:v>1.28778569673</ns0:v>
                </ns0:pt>
                <ns0:pt idx="787">
                  <ns0:v>1.28942410093</ns0:v>
                </ns0:pt>
                <ns0:pt idx="788">
                  <ns0:v>1.29106250512</ns0:v>
                </ns0:pt>
                <ns0:pt idx="789">
                  <ns0:v>1.29270090931</ns0:v>
                </ns0:pt>
                <ns0:pt idx="790">
                  <ns0:v>1.29433931351</ns0:v>
                </ns0:pt>
                <ns0:pt idx="791">
                  <ns0:v>1.2959777177</ns0:v>
                </ns0:pt>
                <ns0:pt idx="792">
                  <ns0:v>1.2976161219</ns0:v>
                </ns0:pt>
                <ns0:pt idx="793">
                  <ns0:v>1.29925452609</ns0:v>
                </ns0:pt>
                <ns0:pt idx="794">
                  <ns0:v>1.30089293029</ns0:v>
                </ns0:pt>
                <ns0:pt idx="795">
                  <ns0:v>1.30253133448</ns0:v>
                </ns0:pt>
                <ns0:pt idx="796">
                  <ns0:v>1.30416973867</ns0:v>
                </ns0:pt>
                <ns0:pt idx="797">
                  <ns0:v>1.30580814287</ns0:v>
                </ns0:pt>
                <ns0:pt idx="798">
                  <ns0:v>1.30744654706</ns0:v>
                </ns0:pt>
                <ns0:pt idx="799">
                  <ns0:v>1.30908495126</ns0:v>
                </ns0:pt>
                <ns0:pt idx="800">
                  <ns0:v>1.31072335545</ns0:v>
                </ns0:pt>
                <ns0:pt idx="801">
                  <ns0:v>1.31236175965</ns0:v>
                </ns0:pt>
                <ns0:pt idx="802">
                  <ns0:v>1.31400016384</ns0:v>
                </ns0:pt>
                <ns0:pt idx="803">
                  <ns0:v>1.31563856803</ns0:v>
                </ns0:pt>
                <ns0:pt idx="804">
                  <ns0:v>1.31727697223</ns0:v>
                </ns0:pt>
                <ns0:pt idx="805">
                  <ns0:v>1.31891537642</ns0:v>
                </ns0:pt>
                <ns0:pt idx="806">
                  <ns0:v>1.32055378062</ns0:v>
                </ns0:pt>
                <ns0:pt idx="807">
                  <ns0:v>1.32219218481</ns0:v>
                </ns0:pt>
                <ns0:pt idx="808">
                  <ns0:v>1.32383058901</ns0:v>
                </ns0:pt>
                <ns0:pt idx="809">
                  <ns0:v>1.3254689932</ns0:v>
                </ns0:pt>
                <ns0:pt idx="810">
                  <ns0:v>1.32710739739</ns0:v>
                </ns0:pt>
                <ns0:pt idx="811">
                  <ns0:v>1.32874580159</ns0:v>
                </ns0:pt>
                <ns0:pt idx="812">
                  <ns0:v>1.33038420578</ns0:v>
                </ns0:pt>
                <ns0:pt idx="813">
                  <ns0:v>1.33202260998</ns0:v>
                </ns0:pt>
                <ns0:pt idx="814">
                  <ns0:v>1.33366101417</ns0:v>
                </ns0:pt>
                <ns0:pt idx="815">
                  <ns0:v>1.33529941837</ns0:v>
                </ns0:pt>
                <ns0:pt idx="816">
                  <ns0:v>1.33693782256</ns0:v>
                </ns0:pt>
                <ns0:pt idx="817">
                  <ns0:v>1.33857622676</ns0:v>
                </ns0:pt>
                <ns0:pt idx="818">
                  <ns0:v>1.34021463095</ns0:v>
                </ns0:pt>
                <ns0:pt idx="819">
                  <ns0:v>1.34185303514</ns0:v>
                </ns0:pt>
                <ns0:pt idx="820">
                  <ns0:v>1.34349143934</ns0:v>
                </ns0:pt>
                <ns0:pt idx="821">
                  <ns0:v>1.34512984353</ns0:v>
                </ns0:pt>
                <ns0:pt idx="822">
                  <ns0:v>1.34676824773</ns0:v>
                </ns0:pt>
                <ns0:pt idx="823">
                  <ns0:v>1.34840665192</ns0:v>
                </ns0:pt>
                <ns0:pt idx="824">
                  <ns0:v>1.35004505612</ns0:v>
                </ns0:pt>
                <ns0:pt idx="825">
                  <ns0:v>1.35168346031</ns0:v>
                </ns0:pt>
                <ns0:pt idx="826">
                  <ns0:v>1.3533218645</ns0:v>
                </ns0:pt>
                <ns0:pt idx="827">
                  <ns0:v>1.3549602687</ns0:v>
                </ns0:pt>
                <ns0:pt idx="828">
                  <ns0:v>1.35659867289</ns0:v>
                </ns0:pt>
                <ns0:pt idx="829">
                  <ns0:v>1.35823707709</ns0:v>
                </ns0:pt>
                <ns0:pt idx="830">
                  <ns0:v>1.35987548128</ns0:v>
                </ns0:pt>
                <ns0:pt idx="831">
                  <ns0:v>1.36151388548</ns0:v>
                </ns0:pt>
                <ns0:pt idx="832">
                  <ns0:v>1.36315228967</ns0:v>
                </ns0:pt>
                <ns0:pt idx="833">
                  <ns0:v>1.36479069386</ns0:v>
                </ns0:pt>
                <ns0:pt idx="834">
                  <ns0:v>1.36642909806</ns0:v>
                </ns0:pt>
                <ns0:pt idx="835">
                  <ns0:v>1.36806750225</ns0:v>
                </ns0:pt>
                <ns0:pt idx="836">
                  <ns0:v>1.36970590645</ns0:v>
                </ns0:pt>
                <ns0:pt idx="837">
                  <ns0:v>1.37134431064</ns0:v>
                </ns0:pt>
                <ns0:pt idx="838">
                  <ns0:v>1.37298271484</ns0:v>
                </ns0:pt>
                <ns0:pt idx="839">
                  <ns0:v>1.37462111903</ns0:v>
                </ns0:pt>
                <ns0:pt idx="840">
                  <ns0:v>1.37625952322</ns0:v>
                </ns0:pt>
                <ns0:pt idx="841">
                  <ns0:v>1.37789792742</ns0:v>
                </ns0:pt>
                <ns0:pt idx="842">
                  <ns0:v>1.37953633161</ns0:v>
                </ns0:pt>
                <ns0:pt idx="843">
                  <ns0:v>1.38117473581</ns0:v>
                </ns0:pt>
                <ns0:pt idx="844">
                  <ns0:v>1.38281314</ns0:v>
                </ns0:pt>
                <ns0:pt idx="845">
                  <ns0:v>1.3844515442</ns0:v>
                </ns0:pt>
                <ns0:pt idx="846">
                  <ns0:v>1.38608994839</ns0:v>
                </ns0:pt>
                <ns0:pt idx="847">
                  <ns0:v>1.38772835258</ns0:v>
                </ns0:pt>
                <ns0:pt idx="848">
                  <ns0:v>1.38936675678</ns0:v>
                </ns0:pt>
                <ns0:pt idx="849">
                  <ns0:v>1.39100516097</ns0:v>
                </ns0:pt>
                <ns0:pt idx="850">
                  <ns0:v>1.39264356517</ns0:v>
                </ns0:pt>
                <ns0:pt idx="851">
                  <ns0:v>1.39428196936</ns0:v>
                </ns0:pt>
                <ns0:pt idx="852">
                  <ns0:v>1.39592037356</ns0:v>
                </ns0:pt>
                <ns0:pt idx="853">
                  <ns0:v>1.39755877775</ns0:v>
                </ns0:pt>
                <ns0:pt idx="854">
                  <ns0:v>1.39919718194</ns0:v>
                </ns0:pt>
                <ns0:pt idx="855">
                  <ns0:v>1.40083558614</ns0:v>
                </ns0:pt>
                <ns0:pt idx="856">
                  <ns0:v>1.40247399033</ns0:v>
                </ns0:pt>
                <ns0:pt idx="857">
                  <ns0:v>1.40411239453</ns0:v>
                </ns0:pt>
                <ns0:pt idx="858">
                  <ns0:v>1.40575079872</ns0:v>
                </ns0:pt>
                <ns0:pt idx="859">
                  <ns0:v>1.40738920292</ns0:v>
                </ns0:pt>
                <ns0:pt idx="860">
                  <ns0:v>1.40902760711</ns0:v>
                </ns0:pt>
                <ns0:pt idx="861">
                  <ns0:v>1.4106660113</ns0:v>
                </ns0:pt>
                <ns0:pt idx="862">
                  <ns0:v>1.4123044155</ns0:v>
                </ns0:pt>
                <ns0:pt idx="863">
                  <ns0:v>1.41394281969</ns0:v>
                </ns0:pt>
                <ns0:pt idx="864">
                  <ns0:v>1.41558122389</ns0:v>
                </ns0:pt>
                <ns0:pt idx="865">
                  <ns0:v>1.41721962808</ns0:v>
                </ns0:pt>
                <ns0:pt idx="866">
                  <ns0:v>1.41885803228</ns0:v>
                </ns0:pt>
                <ns0:pt idx="867">
                  <ns0:v>1.42049643647</ns0:v>
                </ns0:pt>
                <ns0:pt idx="868">
                  <ns0:v>1.42213484067</ns0:v>
                </ns0:pt>
                <ns0:pt idx="869">
                  <ns0:v>1.42377324486</ns0:v>
                </ns0:pt>
                <ns0:pt idx="870">
                  <ns0:v>1.42541164905</ns0:v>
                </ns0:pt>
                <ns0:pt idx="871">
                  <ns0:v>1.42705005325</ns0:v>
                </ns0:pt>
                <ns0:pt idx="872">
                  <ns0:v>1.42868845744</ns0:v>
                </ns0:pt>
                <ns0:pt idx="873">
                  <ns0:v>1.43032686164</ns0:v>
                </ns0:pt>
                <ns0:pt idx="874">
                  <ns0:v>1.43196526583</ns0:v>
                </ns0:pt>
                <ns0:pt idx="875">
                  <ns0:v>1.43360367003</ns0:v>
                </ns0:pt>
                <ns0:pt idx="876">
                  <ns0:v>1.43524207422</ns0:v>
                </ns0:pt>
                <ns0:pt idx="877">
                  <ns0:v>1.43688047841</ns0:v>
                </ns0:pt>
                <ns0:pt idx="878">
                  <ns0:v>1.43851888261</ns0:v>
                </ns0:pt>
                <ns0:pt idx="879">
                  <ns0:v>1.4401572868</ns0:v>
                </ns0:pt>
                <ns0:pt idx="880">
                  <ns0:v>1.441795691</ns0:v>
                </ns0:pt>
                <ns0:pt idx="881">
                  <ns0:v>1.44343409519</ns0:v>
                </ns0:pt>
                <ns0:pt idx="882">
                  <ns0:v>1.44507249939</ns0:v>
                </ns0:pt>
                <ns0:pt idx="883">
                  <ns0:v>1.44671090358</ns0:v>
                </ns0:pt>
                <ns0:pt idx="884">
                  <ns0:v>1.44834930777</ns0:v>
                </ns0:pt>
                <ns0:pt idx="885">
                  <ns0:v>1.44998771197</ns0:v>
                </ns0:pt>
                <ns0:pt idx="886">
                  <ns0:v>1.45162611616</ns0:v>
                </ns0:pt>
                <ns0:pt idx="887">
                  <ns0:v>1.45326452036</ns0:v>
                </ns0:pt>
                <ns0:pt idx="888">
                  <ns0:v>1.45490292455</ns0:v>
                </ns0:pt>
                <ns0:pt idx="889">
                  <ns0:v>1.45654132875</ns0:v>
                </ns0:pt>
                <ns0:pt idx="890">
                  <ns0:v>1.45817973294</ns0:v>
                </ns0:pt>
                <ns0:pt idx="891">
                  <ns0:v>1.45981813713</ns0:v>
                </ns0:pt>
                <ns0:pt idx="892">
                  <ns0:v>1.46145654133</ns0:v>
                </ns0:pt>
                <ns0:pt idx="893">
                  <ns0:v>1.46309494552</ns0:v>
                </ns0:pt>
                <ns0:pt idx="894">
                  <ns0:v>1.46473334972</ns0:v>
                </ns0:pt>
                <ns0:pt idx="895">
                  <ns0:v>1.46637175391</ns0:v>
                </ns0:pt>
                <ns0:pt idx="896">
                  <ns0:v>1.46801015811</ns0:v>
                </ns0:pt>
                <ns0:pt idx="897">
                  <ns0:v>1.4696485623</ns0:v>
                </ns0:pt>
                <ns0:pt idx="898">
                  <ns0:v>1.47128696649</ns0:v>
                </ns0:pt>
                <ns0:pt idx="899">
                  <ns0:v>1.47292537069</ns0:v>
                </ns0:pt>
                <ns0:pt idx="900">
                  <ns0:v>1.47456377488</ns0:v>
                </ns0:pt>
                <ns0:pt idx="901">
                  <ns0:v>1.47620217908</ns0:v>
                </ns0:pt>
                <ns0:pt idx="902">
                  <ns0:v>1.47784058327</ns0:v>
                </ns0:pt>
                <ns0:pt idx="903">
                  <ns0:v>1.47947898747</ns0:v>
                </ns0:pt>
                <ns0:pt idx="904">
                  <ns0:v>1.48111739166</ns0:v>
                </ns0:pt>
                <ns0:pt idx="905">
                  <ns0:v>1.48275579585</ns0:v>
                </ns0:pt>
                <ns0:pt idx="906">
                  <ns0:v>1.48439420005</ns0:v>
                </ns0:pt>
                <ns0:pt idx="907">
                  <ns0:v>1.48603260424</ns0:v>
                </ns0:pt>
                <ns0:pt idx="908">
                  <ns0:v>1.48767100844</ns0:v>
                </ns0:pt>
                <ns0:pt idx="909">
                  <ns0:v>1.48930941263</ns0:v>
                </ns0:pt>
                <ns0:pt idx="910">
                  <ns0:v>1.49094781683</ns0:v>
                </ns0:pt>
                <ns0:pt idx="911">
                  <ns0:v>1.49258622102</ns0:v>
                </ns0:pt>
                <ns0:pt idx="912">
                  <ns0:v>1.49422462522</ns0:v>
                </ns0:pt>
                <ns0:pt idx="913">
                  <ns0:v>1.49586302941</ns0:v>
                </ns0:pt>
                <ns0:pt idx="914">
                  <ns0:v>1.4975014336</ns0:v>
                </ns0:pt>
                <ns0:pt idx="915">
                  <ns0:v>1.4991398378</ns0:v>
                </ns0:pt>
                <ns0:pt idx="916">
                  <ns0:v>1.50077824199</ns0:v>
                </ns0:pt>
                <ns0:pt idx="917">
                  <ns0:v>1.50241664619</ns0:v>
                </ns0:pt>
                <ns0:pt idx="918">
                  <ns0:v>1.50405505038</ns0:v>
                </ns0:pt>
                <ns0:pt idx="919">
                  <ns0:v>1.50569345458</ns0:v>
                </ns0:pt>
                <ns0:pt idx="920">
                  <ns0:v>1.50733185877</ns0:v>
                </ns0:pt>
                <ns0:pt idx="921">
                  <ns0:v>1.50897026296</ns0:v>
                </ns0:pt>
                <ns0:pt idx="922">
                  <ns0:v>1.51060866716</ns0:v>
                </ns0:pt>
                <ns0:pt idx="923">
                  <ns0:v>1.51224707135</ns0:v>
                </ns0:pt>
                <ns0:pt idx="924">
                  <ns0:v>1.51388547555</ns0:v>
                </ns0:pt>
                <ns0:pt idx="925">
                  <ns0:v>1.51552387974</ns0:v>
                </ns0:pt>
                <ns0:pt idx="926">
                  <ns0:v>1.51716228394</ns0:v>
                </ns0:pt>
                <ns0:pt idx="927">
                  <ns0:v>1.51880068813</ns0:v>
                </ns0:pt>
                <ns0:pt idx="928">
                  <ns0:v>1.52043909232</ns0:v>
                </ns0:pt>
                <ns0:pt idx="929">
                  <ns0:v>1.52207749652</ns0:v>
                </ns0:pt>
                <ns0:pt idx="930">
                  <ns0:v>1.52371590071</ns0:v>
                </ns0:pt>
                <ns0:pt idx="931">
                  <ns0:v>1.52535430491</ns0:v>
                </ns0:pt>
                <ns0:pt idx="932">
                  <ns0:v>1.5269927091</ns0:v>
                </ns0:pt>
                <ns0:pt idx="933">
                  <ns0:v>1.5286311133</ns0:v>
                </ns0:pt>
                <ns0:pt idx="934">
                  <ns0:v>1.53026951749</ns0:v>
                </ns0:pt>
                <ns0:pt idx="935">
                  <ns0:v>1.53190792168</ns0:v>
                </ns0:pt>
                <ns0:pt idx="936">
                  <ns0:v>1.53354632588</ns0:v>
                </ns0:pt>
                <ns0:pt idx="937">
                  <ns0:v>1.53518473007</ns0:v>
                </ns0:pt>
                <ns0:pt idx="938">
                  <ns0:v>1.53682313427</ns0:v>
                </ns0:pt>
                <ns0:pt idx="939">
                  <ns0:v>1.53846153846</ns0:v>
                </ns0:pt>
                <ns0:pt idx="940">
                  <ns0:v>1.54009994266</ns0:v>
                </ns0:pt>
                <ns0:pt idx="941">
                  <ns0:v>1.54173834685</ns0:v>
                </ns0:pt>
                <ns0:pt idx="942">
                  <ns0:v>1.54337675104</ns0:v>
                </ns0:pt>
                <ns0:pt idx="943">
                  <ns0:v>1.54501515524</ns0:v>
                </ns0:pt>
                <ns0:pt idx="944">
                  <ns0:v>1.54665355943</ns0:v>
                </ns0:pt>
                <ns0:pt idx="945">
                  <ns0:v>1.54829196363</ns0:v>
                </ns0:pt>
                <ns0:pt idx="946">
                  <ns0:v>1.54993036782</ns0:v>
                </ns0:pt>
                <ns0:pt idx="947">
                  <ns0:v>1.55156877202</ns0:v>
                </ns0:pt>
                <ns0:pt idx="948">
                  <ns0:v>1.55320717621</ns0:v>
                </ns0:pt>
                <ns0:pt idx="949">
                  <ns0:v>1.5548455804</ns0:v>
                </ns0:pt>
                <ns0:pt idx="950">
                  <ns0:v>1.5564839846</ns0:v>
                </ns0:pt>
                <ns0:pt idx="951">
                  <ns0:v>1.55812238879</ns0:v>
                </ns0:pt>
                <ns0:pt idx="952">
                  <ns0:v>1.55976079299</ns0:v>
                </ns0:pt>
                <ns0:pt idx="953">
                  <ns0:v>1.56139919718</ns0:v>
                </ns0:pt>
                <ns0:pt idx="954">
                  <ns0:v>1.56303760138</ns0:v>
                </ns0:pt>
                <ns0:pt idx="955">
                  <ns0:v>1.56467600557</ns0:v>
                </ns0:pt>
                <ns0:pt idx="956">
                  <ns0:v>1.56631440976</ns0:v>
                </ns0:pt>
                <ns0:pt idx="957">
                  <ns0:v>1.56795281396</ns0:v>
                </ns0:pt>
                <ns0:pt idx="958">
                  <ns0:v>1.56959121815</ns0:v>
                </ns0:pt>
                <ns0:pt idx="959">
                  <ns0:v>1.57122962235</ns0:v>
                </ns0:pt>
                <ns0:pt idx="960">
                  <ns0:v>1.57286802654</ns0:v>
                </ns0:pt>
                <ns0:pt idx="961">
                  <ns0:v>1.57450643074</ns0:v>
                </ns0:pt>
                <ns0:pt idx="962">
                  <ns0:v>1.57614483493</ns0:v>
                </ns0:pt>
                <ns0:pt idx="963">
                  <ns0:v>1.57778323913</ns0:v>
                </ns0:pt>
                <ns0:pt idx="964">
                  <ns0:v>1.57942164332</ns0:v>
                </ns0:pt>
                <ns0:pt idx="965">
                  <ns0:v>1.58106004751</ns0:v>
                </ns0:pt>
                <ns0:pt idx="966">
                  <ns0:v>1.58269845171</ns0:v>
                </ns0:pt>
                <ns0:pt idx="967">
                  <ns0:v>1.5843368559</ns0:v>
                </ns0:pt>
                <ns0:pt idx="968">
                  <ns0:v>1.5859752601</ns0:v>
                </ns0:pt>
                <ns0:pt idx="969">
                  <ns0:v>1.58761366429</ns0:v>
                </ns0:pt>
                <ns0:pt idx="970">
                  <ns0:v>1.58925206849</ns0:v>
                </ns0:pt>
                <ns0:pt idx="971">
                  <ns0:v>1.59089047268</ns0:v>
                </ns0:pt>
                <ns0:pt idx="972">
                  <ns0:v>1.59252887687</ns0:v>
                </ns0:pt>
                <ns0:pt idx="973">
                  <ns0:v>1.59416728107</ns0:v>
                </ns0:pt>
                <ns0:pt idx="974">
                  <ns0:v>1.59580568526</ns0:v>
                </ns0:pt>
                <ns0:pt idx="975">
                  <ns0:v>1.59744408946</ns0:v>
                </ns0:pt>
                <ns0:pt idx="976">
                  <ns0:v>1.59908249365</ns0:v>
                </ns0:pt>
                <ns0:pt idx="977">
                  <ns0:v>1.60072089785</ns0:v>
                </ns0:pt>
                <ns0:pt idx="978">
                  <ns0:v>1.60235930204</ns0:v>
                </ns0:pt>
                <ns0:pt idx="979">
                  <ns0:v>1.60399770623</ns0:v>
                </ns0:pt>
                <ns0:pt idx="980">
                  <ns0:v>1.60563611043</ns0:v>
                </ns0:pt>
                <ns0:pt idx="981">
                  <ns0:v>1.60727451462</ns0:v>
                </ns0:pt>
                <ns0:pt idx="982">
                  <ns0:v>1.60891291882</ns0:v>
                </ns0:pt>
                <ns0:pt idx="983">
                  <ns0:v>1.61055132301</ns0:v>
                </ns0:pt>
                <ns0:pt idx="984">
                  <ns0:v>1.61218972721</ns0:v>
                </ns0:pt>
                <ns0:pt idx="985">
                  <ns0:v>1.6138281314</ns0:v>
                </ns0:pt>
                <ns0:pt idx="986">
                  <ns0:v>1.61546653559</ns0:v>
                </ns0:pt>
                <ns0:pt idx="987">
                  <ns0:v>1.61710493979</ns0:v>
                </ns0:pt>
                <ns0:pt idx="988">
                  <ns0:v>1.61874334398</ns0:v>
                </ns0:pt>
                <ns0:pt idx="989">
                  <ns0:v>1.62038174818</ns0:v>
                </ns0:pt>
                <ns0:pt idx="990">
                  <ns0:v>1.62202015237</ns0:v>
                </ns0:pt>
                <ns0:pt idx="991">
                  <ns0:v>1.62365855657</ns0:v>
                </ns0:pt>
                <ns0:pt idx="992">
                  <ns0:v>1.62529696076</ns0:v>
                </ns0:pt>
                <ns0:pt idx="993">
                  <ns0:v>1.62693536495</ns0:v>
                </ns0:pt>
                <ns0:pt idx="994">
                  <ns0:v>1.62857376915</ns0:v>
                </ns0:pt>
                <ns0:pt idx="995">
                  <ns0:v>1.63021217334</ns0:v>
                </ns0:pt>
                <ns0:pt idx="996">
                  <ns0:v>1.63185057754</ns0:v>
                </ns0:pt>
                <ns0:pt idx="997">
                  <ns0:v>1.63348898173</ns0:v>
                </ns0:pt>
                <ns0:pt idx="998">
                  <ns0:v>1.63512738593</ns0:v>
                </ns0:pt>
                <ns0:pt idx="999">
                  <ns0:v>1.63676579012</ns0:v>
                </ns0:pt>
                <ns0:pt idx="1000">
                  <ns0:v>1.63840419431</ns0:v>
                </ns0:pt>
                <ns0:pt idx="1001">
                  <ns0:v>1.64004259851</ns0:v>
                </ns0:pt>
                <ns0:pt idx="1002">
                  <ns0:v>1.6416810027</ns0:v>
                </ns0:pt>
                <ns0:pt idx="1003">
                  <ns0:v>1.6433194069</ns0:v>
                </ns0:pt>
                <ns0:pt idx="1004">
                  <ns0:v>1.64495781109</ns0:v>
                </ns0:pt>
                <ns0:pt idx="1005">
                  <ns0:v>1.64659621529</ns0:v>
                </ns0:pt>
                <ns0:pt idx="1006">
                  <ns0:v>1.64823461948</ns0:v>
                </ns0:pt>
                <ns0:pt idx="1007">
                  <ns0:v>1.64987302367</ns0:v>
                </ns0:pt>
                <ns0:pt idx="1008">
                  <ns0:v>1.65151142787</ns0:v>
                </ns0:pt>
                <ns0:pt idx="1009">
                  <ns0:v>1.65314983206</ns0:v>
                </ns0:pt>
                <ns0:pt idx="1010">
                  <ns0:v>1.65478823626</ns0:v>
                </ns0:pt>
                <ns0:pt idx="1011">
                  <ns0:v>1.65642664045</ns0:v>
                </ns0:pt>
                <ns0:pt idx="1012">
                  <ns0:v>1.65806504465</ns0:v>
                </ns0:pt>
                <ns0:pt idx="1013">
                  <ns0:v>1.65970344884</ns0:v>
                </ns0:pt>
                <ns0:pt idx="1014">
                  <ns0:v>1.66134185304</ns0:v>
                </ns0:pt>
                <ns0:pt idx="1015">
                  <ns0:v>1.66298025723</ns0:v>
                </ns0:pt>
                <ns0:pt idx="1016">
                  <ns0:v>1.66461866142</ns0:v>
                </ns0:pt>
                <ns0:pt idx="1017">
                  <ns0:v>1.66625706562</ns0:v>
                </ns0:pt>
                <ns0:pt idx="1018">
                  <ns0:v>1.66789546981</ns0:v>
                </ns0:pt>
                <ns0:pt idx="1019">
                  <ns0:v>1.66953387401</ns0:v>
                </ns0:pt>
                <ns0:pt idx="1020">
                  <ns0:v>1.6711722782</ns0:v>
                </ns0:pt>
                <ns0:pt idx="1021">
                  <ns0:v>1.6728106824</ns0:v>
                </ns0:pt>
                <ns0:pt idx="1022">
                  <ns0:v>1.67444908659</ns0:v>
                </ns0:pt>
                <ns0:pt idx="1023">
                  <ns0:v>1.67608749078</ns0:v>
                </ns0:pt>
                <ns0:pt idx="1024">
                  <ns0:v>1.67772589498</ns0:v>
                </ns0:pt>
                <ns0:pt idx="1025">
                  <ns0:v>1.67936429917</ns0:v>
                </ns0:pt>
                <ns0:pt idx="1026">
                  <ns0:v>1.68100270337</ns0:v>
                </ns0:pt>
                <ns0:pt idx="1027">
                  <ns0:v>1.68264110756</ns0:v>
                </ns0:pt>
                <ns0:pt idx="1028">
                  <ns0:v>1.68427951176</ns0:v>
                </ns0:pt>
                <ns0:pt idx="1029">
                  <ns0:v>1.68591791595</ns0:v>
                </ns0:pt>
                <ns0:pt idx="1030">
                  <ns0:v>1.68755632014</ns0:v>
                </ns0:pt>
                <ns0:pt idx="1031">
                  <ns0:v>1.68919472434</ns0:v>
                </ns0:pt>
                <ns0:pt idx="1032">
                  <ns0:v>1.69083312853</ns0:v>
                </ns0:pt>
                <ns0:pt idx="1033">
                  <ns0:v>1.69247153273</ns0:v>
                </ns0:pt>
                <ns0:pt idx="1034">
                  <ns0:v>1.69410993692</ns0:v>
                </ns0:pt>
                <ns0:pt idx="1035">
                  <ns0:v>1.69574834112</ns0:v>
                </ns0:pt>
                <ns0:pt idx="1036">
                  <ns0:v>1.69738674531</ns0:v>
                </ns0:pt>
                <ns0:pt idx="1037">
                  <ns0:v>1.6990251495</ns0:v>
                </ns0:pt>
                <ns0:pt idx="1038">
                  <ns0:v>1.7006635537</ns0:v>
                </ns0:pt>
                <ns0:pt idx="1039">
                  <ns0:v>1.70230195789</ns0:v>
                </ns0:pt>
                <ns0:pt idx="1040">
                  <ns0:v>1.70394036209</ns0:v>
                </ns0:pt>
                <ns0:pt idx="1041">
                  <ns0:v>1.70557876628</ns0:v>
                </ns0:pt>
                <ns0:pt idx="1042">
                  <ns0:v>1.70721717048</ns0:v>
                </ns0:pt>
                <ns0:pt idx="1043">
                  <ns0:v>1.70885557467</ns0:v>
                </ns0:pt>
                <ns0:pt idx="1044">
                  <ns0:v>1.71049397886</ns0:v>
                </ns0:pt>
                <ns0:pt idx="1045">
                  <ns0:v>1.71213238306</ns0:v>
                </ns0:pt>
                <ns0:pt idx="1046">
                  <ns0:v>1.71377078725</ns0:v>
                </ns0:pt>
                <ns0:pt idx="1047">
                  <ns0:v>1.71540919145</ns0:v>
                </ns0:pt>
                <ns0:pt idx="1048">
                  <ns0:v>1.71704759564</ns0:v>
                </ns0:pt>
                <ns0:pt idx="1049">
                  <ns0:v>1.71868599984</ns0:v>
                </ns0:pt>
                <ns0:pt idx="1050">
                  <ns0:v>1.72032440403</ns0:v>
                </ns0:pt>
                <ns0:pt idx="1051">
                  <ns0:v>1.72196280822</ns0:v>
                </ns0:pt>
                <ns0:pt idx="1052">
                  <ns0:v>1.72360121242</ns0:v>
                </ns0:pt>
                <ns0:pt idx="1053">
                  <ns0:v>1.72523961661</ns0:v>
                </ns0:pt>
                <ns0:pt idx="1054">
                  <ns0:v>1.72687802081</ns0:v>
                </ns0:pt>
                <ns0:pt idx="1055">
                  <ns0:v>1.728516425</ns0:v>
                </ns0:pt>
                <ns0:pt idx="1056">
                  <ns0:v>1.7301548292</ns0:v>
                </ns0:pt>
                <ns0:pt idx="1057">
                  <ns0:v>1.73179323339</ns0:v>
                </ns0:pt>
                <ns0:pt idx="1058">
                  <ns0:v>1.73343163758</ns0:v>
                </ns0:pt>
                <ns0:pt idx="1059">
                  <ns0:v>1.73507004178</ns0:v>
                </ns0:pt>
                <ns0:pt idx="1060">
                  <ns0:v>1.73670844597</ns0:v>
                </ns0:pt>
                <ns0:pt idx="1061">
                  <ns0:v>1.73834685017</ns0:v>
                </ns0:pt>
                <ns0:pt idx="1062">
                  <ns0:v>1.73998525436</ns0:v>
                </ns0:pt>
                <ns0:pt idx="1063">
                  <ns0:v>1.74162365856</ns0:v>
                </ns0:pt>
                <ns0:pt idx="1064">
                  <ns0:v>1.74326206275</ns0:v>
                </ns0:pt>
                <ns0:pt idx="1065">
                  <ns0:v>1.74490046695</ns0:v>
                </ns0:pt>
                <ns0:pt idx="1066">
                  <ns0:v>1.74653887114</ns0:v>
                </ns0:pt>
                <ns0:pt idx="1067">
                  <ns0:v>1.74817727533</ns0:v>
                </ns0:pt>
                <ns0:pt idx="1068">
                  <ns0:v>1.74981567953</ns0:v>
                </ns0:pt>
                <ns0:pt idx="1069">
                  <ns0:v>1.75145408372</ns0:v>
                </ns0:pt>
                <ns0:pt idx="1070">
                  <ns0:v>1.75309248792</ns0:v>
                </ns0:pt>
                <ns0:pt idx="1071">
                  <ns0:v>1.75473089211</ns0:v>
                </ns0:pt>
                <ns0:pt idx="1072">
                  <ns0:v>1.75636929631</ns0:v>
                </ns0:pt>
                <ns0:pt idx="1073">
                  <ns0:v>1.7580077005</ns0:v>
                </ns0:pt>
                <ns0:pt idx="1074">
                  <ns0:v>1.75964610469</ns0:v>
                </ns0:pt>
                <ns0:pt idx="1075">
                  <ns0:v>1.76128450889</ns0:v>
                </ns0:pt>
                <ns0:pt idx="1076">
                  <ns0:v>1.76292291308</ns0:v>
                </ns0:pt>
                <ns0:pt idx="1077">
                  <ns0:v>1.76456131728</ns0:v>
                </ns0:pt>
                <ns0:pt idx="1078">
                  <ns0:v>1.76619972147</ns0:v>
                </ns0:pt>
                <ns0:pt idx="1079">
                  <ns0:v>1.76783812567</ns0:v>
                </ns0:pt>
                <ns0:pt idx="1080">
                  <ns0:v>1.76947652986</ns0:v>
                </ns0:pt>
                <ns0:pt idx="1081">
                  <ns0:v>1.77111493405</ns0:v>
                </ns0:pt>
                <ns0:pt idx="1082">
                  <ns0:v>1.77275333825</ns0:v>
                </ns0:pt>
                <ns0:pt idx="1083">
                  <ns0:v>1.77439174244</ns0:v>
                </ns0:pt>
                <ns0:pt idx="1084">
                  <ns0:v>1.77603014664</ns0:v>
                </ns0:pt>
                <ns0:pt idx="1085">
                  <ns0:v>1.77766855083</ns0:v>
                </ns0:pt>
                <ns0:pt idx="1086">
                  <ns0:v>1.77930695503</ns0:v>
                </ns0:pt>
                <ns0:pt idx="1087">
                  <ns0:v>1.78094535922</ns0:v>
                </ns0:pt>
                <ns0:pt idx="1088">
                  <ns0:v>1.78258376341</ns0:v>
                </ns0:pt>
                <ns0:pt idx="1089">
                  <ns0:v>1.78422216761</ns0:v>
                </ns0:pt>
                <ns0:pt idx="1090">
                  <ns0:v>1.7858605718</ns0:v>
                </ns0:pt>
                <ns0:pt idx="1091">
                  <ns0:v>1.787498976</ns0:v>
                </ns0:pt>
                <ns0:pt idx="1092">
                  <ns0:v>1.78913738019</ns0:v>
                </ns0:pt>
                <ns0:pt idx="1093">
                  <ns0:v>1.79077578439</ns0:v>
                </ns0:pt>
                <ns0:pt idx="1094">
                  <ns0:v>1.79241418858</ns0:v>
                </ns0:pt>
                <ns0:pt idx="1095">
                  <ns0:v>1.79405259277</ns0:v>
                </ns0:pt>
                <ns0:pt idx="1096">
                  <ns0:v>1.79569099697</ns0:v>
                </ns0:pt>
                <ns0:pt idx="1097">
                  <ns0:v>1.79732940116</ns0:v>
                </ns0:pt>
                <ns0:pt idx="1098">
                  <ns0:v>1.79896780536</ns0:v>
                </ns0:pt>
                <ns0:pt idx="1099">
                  <ns0:v>1.80060620955</ns0:v>
                </ns0:pt>
                <ns0:pt idx="1100">
                  <ns0:v>1.80224461375</ns0:v>
                </ns0:pt>
                <ns0:pt idx="1101">
                  <ns0:v>1.80388301794</ns0:v>
                </ns0:pt>
                <ns0:pt idx="1102">
                  <ns0:v>1.80552142213</ns0:v>
                </ns0:pt>
                <ns0:pt idx="1103">
                  <ns0:v>1.80715982633</ns0:v>
                </ns0:pt>
                <ns0:pt idx="1104">
                  <ns0:v>1.80879823052</ns0:v>
                </ns0:pt>
                <ns0:pt idx="1105">
                  <ns0:v>1.81043663472</ns0:v>
                </ns0:pt>
                <ns0:pt idx="1106">
                  <ns0:v>1.81207503891</ns0:v>
                </ns0:pt>
                <ns0:pt idx="1107">
                  <ns0:v>1.81371344311</ns0:v>
                </ns0:pt>
                <ns0:pt idx="1108">
                  <ns0:v>1.8153518473</ns0:v>
                </ns0:pt>
                <ns0:pt idx="1109">
                  <ns0:v>1.8169902515</ns0:v>
                </ns0:pt>
                <ns0:pt idx="1110">
                  <ns0:v>1.81862865569</ns0:v>
                </ns0:pt>
                <ns0:pt idx="1111">
                  <ns0:v>1.82026705988</ns0:v>
                </ns0:pt>
                <ns0:pt idx="1112">
                  <ns0:v>1.82190546408</ns0:v>
                </ns0:pt>
                <ns0:pt idx="1113">
                  <ns0:v>1.82354386827</ns0:v>
                </ns0:pt>
                <ns0:pt idx="1114">
                  <ns0:v>1.82518227247</ns0:v>
                </ns0:pt>
                <ns0:pt idx="1115">
                  <ns0:v>1.82682067666</ns0:v>
                </ns0:pt>
                <ns0:pt idx="1116">
                  <ns0:v>1.82845908086</ns0:v>
                </ns0:pt>
                <ns0:pt idx="1117">
                  <ns0:v>1.83009748505</ns0:v>
                </ns0:pt>
                <ns0:pt idx="1118">
                  <ns0:v>1.83173588924</ns0:v>
                </ns0:pt>
                <ns0:pt idx="1119">
                  <ns0:v>1.83337429344</ns0:v>
                </ns0:pt>
                <ns0:pt idx="1120">
                  <ns0:v>1.83501269763</ns0:v>
                </ns0:pt>
                <ns0:pt idx="1121">
                  <ns0:v>1.83665110183</ns0:v>
                </ns0:pt>
                <ns0:pt idx="1122">
                  <ns0:v>1.83828950602</ns0:v>
                </ns0:pt>
                <ns0:pt idx="1123">
                  <ns0:v>1.83992791022</ns0:v>
                </ns0:pt>
                <ns0:pt idx="1124">
                  <ns0:v>1.84156631441</ns0:v>
                </ns0:pt>
                <ns0:pt idx="1125">
                  <ns0:v>1.8432047186</ns0:v>
                </ns0:pt>
                <ns0:pt idx="1126">
                  <ns0:v>1.8448431228</ns0:v>
                </ns0:pt>
                <ns0:pt idx="1127">
                  <ns0:v>1.84648152699</ns0:v>
                </ns0:pt>
                <ns0:pt idx="1128">
                  <ns0:v>1.84811993119</ns0:v>
                </ns0:pt>
                <ns0:pt idx="1129">
                  <ns0:v>1.84975833538</ns0:v>
                </ns0:pt>
                <ns0:pt idx="1130">
                  <ns0:v>1.85139673958</ns0:v>
                </ns0:pt>
                <ns0:pt idx="1131">
                  <ns0:v>1.85303514377</ns0:v>
                </ns0:pt>
                <ns0:pt idx="1132">
                  <ns0:v>1.85467354796</ns0:v>
                </ns0:pt>
                <ns0:pt idx="1133">
                  <ns0:v>1.85631195216</ns0:v>
                </ns0:pt>
                <ns0:pt idx="1134">
                  <ns0:v>1.85795035635</ns0:v>
                </ns0:pt>
                <ns0:pt idx="1135">
                  <ns0:v>1.85958876055</ns0:v>
                </ns0:pt>
                <ns0:pt idx="1136">
                  <ns0:v>1.86122716474</ns0:v>
                </ns0:pt>
                <ns0:pt idx="1137">
                  <ns0:v>1.86286556894</ns0:v>
                </ns0:pt>
                <ns0:pt idx="1138">
                  <ns0:v>1.86450397313</ns0:v>
                </ns0:pt>
                <ns0:pt idx="1139">
                  <ns0:v>1.86614237732</ns0:v>
                </ns0:pt>
                <ns0:pt idx="1140">
                  <ns0:v>1.86778078152</ns0:v>
                </ns0:pt>
                <ns0:pt idx="1141">
                  <ns0:v>1.86941918571</ns0:v>
                </ns0:pt>
                <ns0:pt idx="1142">
                  <ns0:v>1.87105758991</ns0:v>
                </ns0:pt>
                <ns0:pt idx="1143">
                  <ns0:v>1.8726959941</ns0:v>
                </ns0:pt>
                <ns0:pt idx="1144">
                  <ns0:v>1.8743343983</ns0:v>
                </ns0:pt>
                <ns0:pt idx="1145">
                  <ns0:v>1.87597280249</ns0:v>
                </ns0:pt>
                <ns0:pt idx="1146">
                  <ns0:v>1.87761120668</ns0:v>
                </ns0:pt>
                <ns0:pt idx="1147">
                  <ns0:v>1.87924961088</ns0:v>
                </ns0:pt>
                <ns0:pt idx="1148">
                  <ns0:v>1.88088801507</ns0:v>
                </ns0:pt>
                <ns0:pt idx="1149">
                  <ns0:v>1.88252641927</ns0:v>
                </ns0:pt>
                <ns0:pt idx="1150">
                  <ns0:v>1.88416482346</ns0:v>
                </ns0:pt>
                <ns0:pt idx="1151">
                  <ns0:v>1.88580322766</ns0:v>
                </ns0:pt>
                <ns0:pt idx="1152">
                  <ns0:v>1.88744163185</ns0:v>
                </ns0:pt>
                <ns0:pt idx="1153">
                  <ns0:v>1.88908003604</ns0:v>
                </ns0:pt>
                <ns0:pt idx="1154">
                  <ns0:v>1.89071844024</ns0:v>
                </ns0:pt>
                <ns0:pt idx="1155">
                  <ns0:v>1.89235684443</ns0:v>
                </ns0:pt>
                <ns0:pt idx="1156">
                  <ns0:v>1.89399524863</ns0:v>
                </ns0:pt>
                <ns0:pt idx="1157">
                  <ns0:v>1.89563365282</ns0:v>
                </ns0:pt>
                <ns0:pt idx="1158">
                  <ns0:v>1.89727205702</ns0:v>
                </ns0:pt>
                <ns0:pt idx="1159">
                  <ns0:v>1.89891046121</ns0:v>
                </ns0:pt>
                <ns0:pt idx="1160">
                  <ns0:v>1.90054886541</ns0:v>
                </ns0:pt>
                <ns0:pt idx="1161">
                  <ns0:v>1.9021872696</ns0:v>
                </ns0:pt>
                <ns0:pt idx="1162">
                  <ns0:v>1.90382567379</ns0:v>
                </ns0:pt>
                <ns0:pt idx="1163">
                  <ns0:v>1.90546407799</ns0:v>
                </ns0:pt>
                <ns0:pt idx="1164">
                  <ns0:v>1.90710248218</ns0:v>
                </ns0:pt>
                <ns0:pt idx="1165">
                  <ns0:v>1.90874088638</ns0:v>
                </ns0:pt>
                <ns0:pt idx="1166">
                  <ns0:v>1.91037929057</ns0:v>
                </ns0:pt>
                <ns0:pt idx="1167">
                  <ns0:v>1.91201769477</ns0:v>
                </ns0:pt>
                <ns0:pt idx="1168">
                  <ns0:v>1.91365609896</ns0:v>
                </ns0:pt>
                <ns0:pt idx="1169">
                  <ns0:v>1.91529450315</ns0:v>
                </ns0:pt>
                <ns0:pt idx="1170">
                  <ns0:v>1.91693290735</ns0:v>
                </ns0:pt>
                <ns0:pt idx="1171">
                  <ns0:v>1.91857131154</ns0:v>
                </ns0:pt>
                <ns0:pt idx="1172">
                  <ns0:v>1.92020971574</ns0:v>
                </ns0:pt>
                <ns0:pt idx="1173">
                  <ns0:v>1.92184811993</ns0:v>
                </ns0:pt>
                <ns0:pt idx="1174">
                  <ns0:v>1.92348652413</ns0:v>
                </ns0:pt>
                <ns0:pt idx="1175">
                  <ns0:v>1.92512492832</ns0:v>
                </ns0:pt>
                <ns0:pt idx="1176">
                  <ns0:v>1.92676333251</ns0:v>
                </ns0:pt>
                <ns0:pt idx="1177">
                  <ns0:v>1.92840173671</ns0:v>
                </ns0:pt>
                <ns0:pt idx="1178">
                  <ns0:v>1.9300401409</ns0:v>
                </ns0:pt>
                <ns0:pt idx="1179">
                  <ns0:v>1.9316785451</ns0:v>
                </ns0:pt>
                <ns0:pt idx="1180">
                  <ns0:v>1.93331694929</ns0:v>
                </ns0:pt>
                <ns0:pt idx="1181">
                  <ns0:v>1.93495535349</ns0:v>
                </ns0:pt>
                <ns0:pt idx="1182">
                  <ns0:v>1.93659375768</ns0:v>
                </ns0:pt>
                <ns0:pt idx="1183">
                  <ns0:v>1.93823216187</ns0:v>
                </ns0:pt>
                <ns0:pt idx="1184">
                  <ns0:v>1.93987056607</ns0:v>
                </ns0:pt>
                <ns0:pt idx="1185">
                  <ns0:v>1.94150897026</ns0:v>
                </ns0:pt>
                <ns0:pt idx="1186">
                  <ns0:v>1.94314737446</ns0:v>
                </ns0:pt>
                <ns0:pt idx="1187">
                  <ns0:v>1.94478577865</ns0:v>
                </ns0:pt>
                <ns0:pt idx="1188">
                  <ns0:v>1.94642418285</ns0:v>
                </ns0:pt>
                <ns0:pt idx="1189">
                  <ns0:v>1.94806258704</ns0:v>
                </ns0:pt>
                <ns0:pt idx="1190">
                  <ns0:v>1.94970099123</ns0:v>
                </ns0:pt>
                <ns0:pt idx="1191">
                  <ns0:v>1.95133939543</ns0:v>
                </ns0:pt>
                <ns0:pt idx="1192">
                  <ns0:v>1.95297779962</ns0:v>
                </ns0:pt>
                <ns0:pt idx="1193">
                  <ns0:v>1.95461620382</ns0:v>
                </ns0:pt>
                <ns0:pt idx="1194">
                  <ns0:v>1.95625460801</ns0:v>
                </ns0:pt>
                <ns0:pt idx="1195">
                  <ns0:v>1.95789301221</ns0:v>
                </ns0:pt>
                <ns0:pt idx="1196">
                  <ns0:v>1.9595314164</ns0:v>
                </ns0:pt>
                <ns0:pt idx="1197">
                  <ns0:v>1.96116982059</ns0:v>
                </ns0:pt>
                <ns0:pt idx="1198">
                  <ns0:v>1.96280822479</ns0:v>
                </ns0:pt>
                <ns0:pt idx="1199">
                  <ns0:v>1.96444662898</ns0:v>
                </ns0:pt>
                <ns0:pt idx="1200">
                  <ns0:v>1.96608503318</ns0:v>
                </ns0:pt>
                <ns0:pt idx="1201">
                  <ns0:v>1.96772343737</ns0:v>
                </ns0:pt>
                <ns0:pt idx="1202">
                  <ns0:v>1.96936184157</ns0:v>
                </ns0:pt>
                <ns0:pt idx="1203">
                  <ns0:v>1.97100024576</ns0:v>
                </ns0:pt>
                <ns0:pt idx="1204">
                  <ns0:v>1.97263864995</ns0:v>
                </ns0:pt>
                <ns0:pt idx="1205">
                  <ns0:v>1.97427705415</ns0:v>
                </ns0:pt>
                <ns0:pt idx="1206">
                  <ns0:v>1.97591545834</ns0:v>
                </ns0:pt>
                <ns0:pt idx="1207">
                  <ns0:v>1.97755386254</ns0:v>
                </ns0:pt>
                <ns0:pt idx="1208">
                  <ns0:v>1.97919226673</ns0:v>
                </ns0:pt>
                <ns0:pt idx="1209">
                  <ns0:v>1.98083067093</ns0:v>
                </ns0:pt>
                <ns0:pt idx="1210">
                  <ns0:v>1.98246907512</ns0:v>
                </ns0:pt>
                <ns0:pt idx="1211">
                  <ns0:v>1.98410747932</ns0:v>
                </ns0:pt>
                <ns0:pt idx="1212">
                  <ns0:v>1.98574588351</ns0:v>
                </ns0:pt>
                <ns0:pt idx="1213">
                  <ns0:v>1.9873842877</ns0:v>
                </ns0:pt>
                <ns0:pt idx="1214">
                  <ns0:v>1.9890226919</ns0:v>
                </ns0:pt>
                <ns0:pt idx="1215">
                  <ns0:v>1.99066109609</ns0:v>
                </ns0:pt>
                <ns0:pt idx="1216">
                  <ns0:v>1.99229950029</ns0:v>
                </ns0:pt>
                <ns0:pt idx="1217">
                  <ns0:v>1.99393790448</ns0:v>
                </ns0:pt>
                <ns0:pt idx="1218">
                  <ns0:v>1.99557630868</ns0:v>
                </ns0:pt>
                <ns0:pt idx="1219">
                  <ns0:v>1.99721471287</ns0:v>
                </ns0:pt>
                <ns0:pt idx="1220">
                  <ns0:v>1.99885311706</ns0:v>
                </ns0:pt>
                <ns0:pt idx="1221">
                  <ns0:v>2.00049152126</ns0:v>
                </ns0:pt>
                <ns0:pt idx="1222">
                  <ns0:v>2.00212992545</ns0:v>
                </ns0:pt>
                <ns0:pt idx="1223">
                  <ns0:v>2.00376832965</ns0:v>
                </ns0:pt>
                <ns0:pt idx="1224">
                  <ns0:v>2.00540673384</ns0:v>
                </ns0:pt>
                <ns0:pt idx="1225">
                  <ns0:v>2.00704513804</ns0:v>
                </ns0:pt>
                <ns0:pt idx="1226">
                  <ns0:v>2.00868354223</ns0:v>
                </ns0:pt>
                <ns0:pt idx="1227">
                  <ns0:v>2.01032194642</ns0:v>
                </ns0:pt>
                <ns0:pt idx="1228">
                  <ns0:v>2.01196035062</ns0:v>
                </ns0:pt>
                <ns0:pt idx="1229">
                  <ns0:v>2.01359875481</ns0:v>
                </ns0:pt>
                <ns0:pt idx="1230">
                  <ns0:v>2.01523715901</ns0:v>
                </ns0:pt>
                <ns0:pt idx="1231">
                  <ns0:v>2.0168755632</ns0:v>
                </ns0:pt>
                <ns0:pt idx="1232">
                  <ns0:v>2.0185139674</ns0:v>
                </ns0:pt>
                <ns0:pt idx="1233">
                  <ns0:v>2.02015237159</ns0:v>
                </ns0:pt>
                <ns0:pt idx="1234">
                  <ns0:v>2.02179077578</ns0:v>
                </ns0:pt>
                <ns0:pt idx="1235">
                  <ns0:v>2.02342917998</ns0:v>
                </ns0:pt>
                <ns0:pt idx="1236">
                  <ns0:v>2.02506758417</ns0:v>
                </ns0:pt>
                <ns0:pt idx="1237">
                  <ns0:v>2.02670598837</ns0:v>
                </ns0:pt>
                <ns0:pt idx="1238">
                  <ns0:v>2.02834439256</ns0:v>
                </ns0:pt>
                <ns0:pt idx="1239">
                  <ns0:v>2.02998279676</ns0:v>
                </ns0:pt>
                <ns0:pt idx="1240">
                  <ns0:v>2.03162120095</ns0:v>
                </ns0:pt>
                <ns0:pt idx="1241">
                  <ns0:v>2.03325960514</ns0:v>
                </ns0:pt>
                <ns0:pt idx="1242">
                  <ns0:v>2.03489800934</ns0:v>
                </ns0:pt>
                <ns0:pt idx="1243">
                  <ns0:v>2.03653641353</ns0:v>
                </ns0:pt>
                <ns0:pt idx="1244">
                  <ns0:v>2.03817481773</ns0:v>
                </ns0:pt>
                <ns0:pt idx="1245">
                  <ns0:v>2.03981322192</ns0:v>
                </ns0:pt>
                <ns0:pt idx="1246">
                  <ns0:v>2.04145162612</ns0:v>
                </ns0:pt>
                <ns0:pt idx="1247">
                  <ns0:v>2.04309003031</ns0:v>
                </ns0:pt>
                <ns0:pt idx="1248">
                  <ns0:v>2.0447284345</ns0:v>
                </ns0:pt>
                <ns0:pt idx="1249">
                  <ns0:v>2.0463668387</ns0:v>
                </ns0:pt>
                <ns0:pt idx="1250">
                  <ns0:v>2.04800524289</ns0:v>
                </ns0:pt>
                <ns0:pt idx="1251">
                  <ns0:v>2.04964364709</ns0:v>
                </ns0:pt>
                <ns0:pt idx="1252">
                  <ns0:v>2.05128205128</ns0:v>
                </ns0:pt>
                <ns0:pt idx="1253">
                  <ns0:v>2.05292045548</ns0:v>
                </ns0:pt>
                <ns0:pt idx="1254">
                  <ns0:v>2.05455885967</ns0:v>
                </ns0:pt>
                <ns0:pt idx="1255">
                  <ns0:v>2.05619726386</ns0:v>
                </ns0:pt>
                <ns0:pt idx="1256">
                  <ns0:v>2.05783566806</ns0:v>
                </ns0:pt>
                <ns0:pt idx="1257">
                  <ns0:v>2.05947407225</ns0:v>
                </ns0:pt>
                <ns0:pt idx="1258">
                  <ns0:v>2.06111247645</ns0:v>
                </ns0:pt>
                <ns0:pt idx="1259">
                  <ns0:v>2.06275088064</ns0:v>
                </ns0:pt>
                <ns0:pt idx="1260">
                  <ns0:v>2.06438928484</ns0:v>
                </ns0:pt>
                <ns0:pt idx="1261">
                  <ns0:v>2.06602768903</ns0:v>
                </ns0:pt>
                <ns0:pt idx="1262">
                  <ns0:v>2.06766609323</ns0:v>
                </ns0:pt>
                <ns0:pt idx="1263">
                  <ns0:v>2.06930449742</ns0:v>
                </ns0:pt>
                <ns0:pt idx="1264">
                  <ns0:v>2.07094290161</ns0:v>
                </ns0:pt>
                <ns0:pt idx="1265">
                  <ns0:v>2.07258130581</ns0:v>
                </ns0:pt>
                <ns0:pt idx="1266">
                  <ns0:v>2.07421971</ns0:v>
                </ns0:pt>
                <ns0:pt idx="1267">
                  <ns0:v>2.0758581142</ns0:v>
                </ns0:pt>
                <ns0:pt idx="1268">
                  <ns0:v>2.07749651839</ns0:v>
                </ns0:pt>
                <ns0:pt idx="1269">
                  <ns0:v>2.07913492259</ns0:v>
                </ns0:pt>
                <ns0:pt idx="1270">
                  <ns0:v>2.08077332678</ns0:v>
                </ns0:pt>
                <ns0:pt idx="1271">
                  <ns0:v>2.08241173097</ns0:v>
                </ns0:pt>
                <ns0:pt idx="1272">
                  <ns0:v>2.08405013517</ns0:v>
                </ns0:pt>
                <ns0:pt idx="1273">
                  <ns0:v>2.08568853936</ns0:v>
                </ns0:pt>
                <ns0:pt idx="1274">
                  <ns0:v>2.08732694356</ns0:v>
                </ns0:pt>
                <ns0:pt idx="1275">
                  <ns0:v>2.08896534775</ns0:v>
                </ns0:pt>
                <ns0:pt idx="1276">
                  <ns0:v>2.09060375195</ns0:v>
                </ns0:pt>
                <ns0:pt idx="1277">
                  <ns0:v>2.09224215614</ns0:v>
                </ns0:pt>
                <ns0:pt idx="1278">
                  <ns0:v>2.09388056033</ns0:v>
                </ns0:pt>
                <ns0:pt idx="1279">
                  <ns0:v>2.09551896453</ns0:v>
                </ns0:pt>
                <ns0:pt idx="1280">
                  <ns0:v>2.09715736872</ns0:v>
                </ns0:pt>
                <ns0:pt idx="1281">
                  <ns0:v>2.09879577292</ns0:v>
                </ns0:pt>
                <ns0:pt idx="1282">
                  <ns0:v>2.10043417711</ns0:v>
                </ns0:pt>
                <ns0:pt idx="1283">
                  <ns0:v>2.10207258131</ns0:v>
                </ns0:pt>
                <ns0:pt idx="1284">
                  <ns0:v>2.1037109855</ns0:v>
                </ns0:pt>
                <ns0:pt idx="1285">
                  <ns0:v>2.10534938969</ns0:v>
                </ns0:pt>
                <ns0:pt idx="1286">
                  <ns0:v>2.10698779389</ns0:v>
                </ns0:pt>
                <ns0:pt idx="1287">
                  <ns0:v>2.10862619808</ns0:v>
                </ns0:pt>
                <ns0:pt idx="1288">
                  <ns0:v>2.11026460228</ns0:v>
                </ns0:pt>
                <ns0:pt idx="1289">
                  <ns0:v>2.11190300647</ns0:v>
                </ns0:pt>
                <ns0:pt idx="1290">
                  <ns0:v>2.11354141067</ns0:v>
                </ns0:pt>
                <ns0:pt idx="1291">
                  <ns0:v>2.11517981486</ns0:v>
                </ns0:pt>
                <ns0:pt idx="1292">
                  <ns0:v>2.11681821905</ns0:v>
                </ns0:pt>
                <ns0:pt idx="1293">
                  <ns0:v>2.11845662325</ns0:v>
                </ns0:pt>
                <ns0:pt idx="1294">
                  <ns0:v>2.12009502744</ns0:v>
                </ns0:pt>
                <ns0:pt idx="1295">
                  <ns0:v>2.12173343164</ns0:v>
                </ns0:pt>
                <ns0:pt idx="1296">
                  <ns0:v>2.12337183583</ns0:v>
                </ns0:pt>
                <ns0:pt idx="1297">
                  <ns0:v>2.12501024003</ns0:v>
                </ns0:pt>
                <ns0:pt idx="1298">
                  <ns0:v>2.12664864422</ns0:v>
                </ns0:pt>
                <ns0:pt idx="1299">
                  <ns0:v>2.12828704841</ns0:v>
                </ns0:pt>
                <ns0:pt idx="1300">
                  <ns0:v>2.12992545261</ns0:v>
                </ns0:pt>
                <ns0:pt idx="1301">
                  <ns0:v>2.1315638568</ns0:v>
                </ns0:pt>
                <ns0:pt idx="1302">
                  <ns0:v>2.133202261</ns0:v>
                </ns0:pt>
                <ns0:pt idx="1303">
                  <ns0:v>2.13484066519</ns0:v>
                </ns0:pt>
                <ns0:pt idx="1304">
                  <ns0:v>2.13647906939</ns0:v>
                </ns0:pt>
                <ns0:pt idx="1305">
                  <ns0:v>2.13811747358</ns0:v>
                </ns0:pt>
                <ns0:pt idx="1306">
                  <ns0:v>2.13975587778</ns0:v>
                </ns0:pt>
                <ns0:pt idx="1307">
                  <ns0:v>2.14139428197</ns0:v>
                </ns0:pt>
                <ns0:pt idx="1308">
                  <ns0:v>2.14303268616</ns0:v>
                </ns0:pt>
                <ns0:pt idx="1309">
                  <ns0:v>2.14467109036</ns0:v>
                </ns0:pt>
                <ns0:pt idx="1310">
                  <ns0:v>2.14630949455</ns0:v>
                </ns0:pt>
                <ns0:pt idx="1311">
                  <ns0:v>2.14794789875</ns0:v>
                </ns0:pt>
                <ns0:pt idx="1312">
                  <ns0:v>2.14958630294</ns0:v>
                </ns0:pt>
                <ns0:pt idx="1313">
                  <ns0:v>2.15122470714</ns0:v>
                </ns0:pt>
                <ns0:pt idx="1314">
                  <ns0:v>2.15286311133</ns0:v>
                </ns0:pt>
                <ns0:pt idx="1315">
                  <ns0:v>2.15450151552</ns0:v>
                </ns0:pt>
                <ns0:pt idx="1316">
                  <ns0:v>2.15613991972</ns0:v>
                </ns0:pt>
                <ns0:pt idx="1317">
                  <ns0:v>2.15777832391</ns0:v>
                </ns0:pt>
                <ns0:pt idx="1318">
                  <ns0:v>2.15941672811</ns0:v>
                </ns0:pt>
                <ns0:pt idx="1319">
                  <ns0:v>2.1610551323</ns0:v>
                </ns0:pt>
                <ns0:pt idx="1320">
                  <ns0:v>2.1626935365</ns0:v>
                </ns0:pt>
                <ns0:pt idx="1321">
                  <ns0:v>2.16433194069</ns0:v>
                </ns0:pt>
                <ns0:pt idx="1322">
                  <ns0:v>2.16597034488</ns0:v>
                </ns0:pt>
                <ns0:pt idx="1323">
                  <ns0:v>2.16760874908</ns0:v>
                </ns0:pt>
                <ns0:pt idx="1324">
                  <ns0:v>2.16924715327</ns0:v>
                </ns0:pt>
                <ns0:pt idx="1325">
                  <ns0:v>2.17088555747</ns0:v>
                </ns0:pt>
                <ns0:pt idx="1326">
                  <ns0:v>2.17252396166</ns0:v>
                </ns0:pt>
                <ns0:pt idx="1327">
                  <ns0:v>2.17416236586</ns0:v>
                </ns0:pt>
                <ns0:pt idx="1328">
                  <ns0:v>2.17580077005</ns0:v>
                </ns0:pt>
                <ns0:pt idx="1329">
                  <ns0:v>2.17743917424</ns0:v>
                </ns0:pt>
                <ns0:pt idx="1330">
                  <ns0:v>2.17907757844</ns0:v>
                </ns0:pt>
                <ns0:pt idx="1331">
                  <ns0:v>2.18071598263</ns0:v>
                </ns0:pt>
                <ns0:pt idx="1332">
                  <ns0:v>2.18235438683</ns0:v>
                </ns0:pt>
                <ns0:pt idx="1333">
                  <ns0:v>2.18399279102</ns0:v>
                </ns0:pt>
                <ns0:pt idx="1334">
                  <ns0:v>2.18563119522</ns0:v>
                </ns0:pt>
                <ns0:pt idx="1335">
                  <ns0:v>2.18726959941</ns0:v>
                </ns0:pt>
                <ns0:pt idx="1336">
                  <ns0:v>2.1889080036</ns0:v>
                </ns0:pt>
                <ns0:pt idx="1337">
                  <ns0:v>2.1905464078</ns0:v>
                </ns0:pt>
                <ns0:pt idx="1338">
                  <ns0:v>2.19218481199</ns0:v>
                </ns0:pt>
                <ns0:pt idx="1339">
                  <ns0:v>2.19382321619</ns0:v>
                </ns0:pt>
                <ns0:pt idx="1340">
                  <ns0:v>2.19546162038</ns0:v>
                </ns0:pt>
                <ns0:pt idx="1341">
                  <ns0:v>2.19710002458</ns0:v>
                </ns0:pt>
                <ns0:pt idx="1342">
                  <ns0:v>2.19873842877</ns0:v>
                </ns0:pt>
                <ns0:pt idx="1343">
                  <ns0:v>2.20037683296</ns0:v>
                </ns0:pt>
                <ns0:pt idx="1344">
                  <ns0:v>2.20201523716</ns0:v>
                </ns0:pt>
                <ns0:pt idx="1345">
                  <ns0:v>2.20365364135</ns0:v>
                </ns0:pt>
                <ns0:pt idx="1346">
                  <ns0:v>2.20529204555</ns0:v>
                </ns0:pt>
                <ns0:pt idx="1347">
                  <ns0:v>2.20693044974</ns0:v>
                </ns0:pt>
                <ns0:pt idx="1348">
                  <ns0:v>2.20856885394</ns0:v>
                </ns0:pt>
                <ns0:pt idx="1349">
                  <ns0:v>2.21020725813</ns0:v>
                </ns0:pt>
                <ns0:pt idx="1350">
                  <ns0:v>2.21184566232</ns0:v>
                </ns0:pt>
                <ns0:pt idx="1351">
                  <ns0:v>2.21348406652</ns0:v>
                </ns0:pt>
                <ns0:pt idx="1352">
                  <ns0:v>2.21512247071</ns0:v>
                </ns0:pt>
                <ns0:pt idx="1353">
                  <ns0:v>2.21676087491</ns0:v>
                </ns0:pt>
                <ns0:pt idx="1354">
                  <ns0:v>2.2183992791</ns0:v>
                </ns0:pt>
                <ns0:pt idx="1355">
                  <ns0:v>2.2200376833</ns0:v>
                </ns0:pt>
                <ns0:pt idx="1356">
                  <ns0:v>2.22167608749</ns0:v>
                </ns0:pt>
                <ns0:pt idx="1357">
                  <ns0:v>2.22331449169</ns0:v>
                </ns0:pt>
                <ns0:pt idx="1358">
                  <ns0:v>2.22495289588</ns0:v>
                </ns0:pt>
                <ns0:pt idx="1359">
                  <ns0:v>2.22659130007</ns0:v>
                </ns0:pt>
                <ns0:pt idx="1360">
                  <ns0:v>2.22822970427</ns0:v>
                </ns0:pt>
                <ns0:pt idx="1361">
                  <ns0:v>2.22986810846</ns0:v>
                </ns0:pt>
                <ns0:pt idx="1362">
                  <ns0:v>2.23150651266</ns0:v>
                </ns0:pt>
                <ns0:pt idx="1363">
                  <ns0:v>2.23314491685</ns0:v>
                </ns0:pt>
                <ns0:pt idx="1364">
                  <ns0:v>2.23478332105</ns0:v>
                </ns0:pt>
                <ns0:pt idx="1365">
                  <ns0:v>2.23642172524</ns0:v>
                </ns0:pt>
                <ns0:pt idx="1366">
                  <ns0:v>2.23806012943</ns0:v>
                </ns0:pt>
                <ns0:pt idx="1367">
                  <ns0:v>2.23969853363</ns0:v>
                </ns0:pt>
                <ns0:pt idx="1368">
                  <ns0:v>2.24133693782</ns0:v>
                </ns0:pt>
                <ns0:pt idx="1369">
                  <ns0:v>2.24297534202</ns0:v>
                </ns0:pt>
                <ns0:pt idx="1370">
                  <ns0:v>2.24461374621</ns0:v>
                </ns0:pt>
                <ns0:pt idx="1371">
                  <ns0:v>2.24625215041</ns0:v>
                </ns0:pt>
                <ns0:pt idx="1372">
                  <ns0:v>2.2478905546</ns0:v>
                </ns0:pt>
                <ns0:pt idx="1373">
                  <ns0:v>2.24952895879</ns0:v>
                </ns0:pt>
                <ns0:pt idx="1374">
                  <ns0:v>2.25116736299</ns0:v>
                </ns0:pt>
                <ns0:pt idx="1375">
                  <ns0:v>2.25280576718</ns0:v>
                </ns0:pt>
                <ns0:pt idx="1376">
                  <ns0:v>2.25444417138</ns0:v>
                </ns0:pt>
                <ns0:pt idx="1377">
                  <ns0:v>2.25608257557</ns0:v>
                </ns0:pt>
                <ns0:pt idx="1378">
                  <ns0:v>2.25772097977</ns0:v>
                </ns0:pt>
                <ns0:pt idx="1379">
                  <ns0:v>2.25935938396</ns0:v>
                </ns0:pt>
                <ns0:pt idx="1380">
                  <ns0:v>2.26099778815</ns0:v>
                </ns0:pt>
                <ns0:pt idx="1381">
                  <ns0:v>2.26263619235</ns0:v>
                </ns0:pt>
                <ns0:pt idx="1382">
                  <ns0:v>2.26427459654</ns0:v>
                </ns0:pt>
                <ns0:pt idx="1383">
                  <ns0:v>2.26591300074</ns0:v>
                </ns0:pt>
                <ns0:pt idx="1384">
                  <ns0:v>2.26755140493</ns0:v>
                </ns0:pt>
                <ns0:pt idx="1385">
                  <ns0:v>2.26918980913</ns0:v>
                </ns0:pt>
                <ns0:pt idx="1386">
                  <ns0:v>2.27082821332</ns0:v>
                </ns0:pt>
                <ns0:pt idx="1387">
                  <ns0:v>2.27246661751</ns0:v>
                </ns0:pt>
                <ns0:pt idx="1388">
                  <ns0:v>2.27410502171</ns0:v>
                </ns0:pt>
                <ns0:pt idx="1389">
                  <ns0:v>2.2757434259</ns0:v>
                </ns0:pt>
                <ns0:pt idx="1390">
                  <ns0:v>2.2773818301</ns0:v>
                </ns0:pt>
                <ns0:pt idx="1391">
                  <ns0:v>2.27902023429</ns0:v>
                </ns0:pt>
                <ns0:pt idx="1392">
                  <ns0:v>2.28065863849</ns0:v>
                </ns0:pt>
                <ns0:pt idx="1393">
                  <ns0:v>2.28229704268</ns0:v>
                </ns0:pt>
                <ns0:pt idx="1394">
                  <ns0:v>2.28393544687</ns0:v>
                </ns0:pt>
                <ns0:pt idx="1395">
                  <ns0:v>2.28557385107</ns0:v>
                </ns0:pt>
                <ns0:pt idx="1396">
                  <ns0:v>2.28721225526</ns0:v>
                </ns0:pt>
                <ns0:pt idx="1397">
                  <ns0:v>2.28885065946</ns0:v>
                </ns0:pt>
                <ns0:pt idx="1398">
                  <ns0:v>2.29048906365</ns0:v>
                </ns0:pt>
                <ns0:pt idx="1399">
                  <ns0:v>2.29212746785</ns0:v>
                </ns0:pt>
                <ns0:pt idx="1400">
                  <ns0:v>2.29376587204</ns0:v>
                </ns0:pt>
                <ns0:pt idx="1401">
                  <ns0:v>2.29540427623</ns0:v>
                </ns0:pt>
                <ns0:pt idx="1402">
                  <ns0:v>2.29704268043</ns0:v>
                </ns0:pt>
                <ns0:pt idx="1403">
                  <ns0:v>2.29868108462</ns0:v>
                </ns0:pt>
                <ns0:pt idx="1404">
                  <ns0:v>2.30031948882</ns0:v>
                </ns0:pt>
                <ns0:pt idx="1405">
                  <ns0:v>2.30195789301</ns0:v>
                </ns0:pt>
                <ns0:pt idx="1406">
                  <ns0:v>2.30359629721</ns0:v>
                </ns0:pt>
                <ns0:pt idx="1407">
                  <ns0:v>2.3052347014</ns0:v>
                </ns0:pt>
                <ns0:pt idx="1408">
                  <ns0:v>2.3068731056</ns0:v>
                </ns0:pt>
                <ns0:pt idx="1409">
                  <ns0:v>2.30851150979</ns0:v>
                </ns0:pt>
                <ns0:pt idx="1410">
                  <ns0:v>2.31014991398</ns0:v>
                </ns0:pt>
                <ns0:pt idx="1411">
                  <ns0:v>2.31178831818</ns0:v>
                </ns0:pt>
                <ns0:pt idx="1412">
                  <ns0:v>2.31342672237</ns0:v>
                </ns0:pt>
                <ns0:pt idx="1413">
                  <ns0:v>2.31506512657</ns0:v>
                </ns0:pt>
                <ns0:pt idx="1414">
                  <ns0:v>2.31670353076</ns0:v>
                </ns0:pt>
                <ns0:pt idx="1415">
                  <ns0:v>2.31834193496</ns0:v>
                </ns0:pt>
                <ns0:pt idx="1416">
                  <ns0:v>2.31998033915</ns0:v>
                </ns0:pt>
                <ns0:pt idx="1417">
                  <ns0:v>2.32161874334</ns0:v>
                </ns0:pt>
                <ns0:pt idx="1418">
                  <ns0:v>2.32325714754</ns0:v>
                </ns0:pt>
                <ns0:pt idx="1419">
                  <ns0:v>2.32489555173</ns0:v>
                </ns0:pt>
                <ns0:pt idx="1420">
                  <ns0:v>2.32653395593</ns0:v>
                </ns0:pt>
                <ns0:pt idx="1421">
                  <ns0:v>2.32817236012</ns0:v>
                </ns0:pt>
                <ns0:pt idx="1422">
                  <ns0:v>2.32981076432</ns0:v>
                </ns0:pt>
                <ns0:pt idx="1423">
                  <ns0:v>2.33144916851</ns0:v>
                </ns0:pt>
                <ns0:pt idx="1424">
                  <ns0:v>2.3330875727</ns0:v>
                </ns0:pt>
                <ns0:pt idx="1425">
                  <ns0:v>2.3347259769</ns0:v>
                </ns0:pt>
                <ns0:pt idx="1426">
                  <ns0:v>2.33636438109</ns0:v>
                </ns0:pt>
                <ns0:pt idx="1427">
                  <ns0:v>2.33800278529</ns0:v>
                </ns0:pt>
                <ns0:pt idx="1428">
                  <ns0:v>2.33964118948</ns0:v>
                </ns0:pt>
                <ns0:pt idx="1429">
                  <ns0:v>2.34127959368</ns0:v>
                </ns0:pt>
                <ns0:pt idx="1430">
                  <ns0:v>2.34291799787</ns0:v>
                </ns0:pt>
                <ns0:pt idx="1431">
                  <ns0:v>2.34455640206</ns0:v>
                </ns0:pt>
                <ns0:pt idx="1432">
                  <ns0:v>2.34619480626</ns0:v>
                </ns0:pt>
                <ns0:pt idx="1433">
                  <ns0:v>2.34783321045</ns0:v>
                </ns0:pt>
                <ns0:pt idx="1434">
                  <ns0:v>2.34947161465</ns0:v>
                </ns0:pt>
                <ns0:pt idx="1435">
                  <ns0:v>2.35111001884</ns0:v>
                </ns0:pt>
                <ns0:pt idx="1436">
                  <ns0:v>2.35274842304</ns0:v>
                </ns0:pt>
                <ns0:pt idx="1437">
                  <ns0:v>2.35438682723</ns0:v>
                </ns0:pt>
                <ns0:pt idx="1438">
                  <ns0:v>2.35602523142</ns0:v>
                </ns0:pt>
                <ns0:pt idx="1439">
                  <ns0:v>2.35766363562</ns0:v>
                </ns0:pt>
                <ns0:pt idx="1440">
                  <ns0:v>2.35930203981</ns0:v>
                </ns0:pt>
                <ns0:pt idx="1441">
                  <ns0:v>2.36094044401</ns0:v>
                </ns0:pt>
                <ns0:pt idx="1442">
                  <ns0:v>2.3625788482</ns0:v>
                </ns0:pt>
                <ns0:pt idx="1443">
                  <ns0:v>2.3642172524</ns0:v>
                </ns0:pt>
                <ns0:pt idx="1444">
                  <ns0:v>2.36585565659</ns0:v>
                </ns0:pt>
                <ns0:pt idx="1445">
                  <ns0:v>2.36749406078</ns0:v>
                </ns0:pt>
                <ns0:pt idx="1446">
                  <ns0:v>2.36913246498</ns0:v>
                </ns0:pt>
                <ns0:pt idx="1447">
                  <ns0:v>2.37077086917</ns0:v>
                </ns0:pt>
                <ns0:pt idx="1448">
                  <ns0:v>2.37240927337</ns0:v>
                </ns0:pt>
                <ns0:pt idx="1449">
                  <ns0:v>2.37404767756</ns0:v>
                </ns0:pt>
                <ns0:pt idx="1450">
                  <ns0:v>2.37568608176</ns0:v>
                </ns0:pt>
                <ns0:pt idx="1451">
                  <ns0:v>2.37732448595</ns0:v>
                </ns0:pt>
                <ns0:pt idx="1452">
                  <ns0:v>2.37896289014</ns0:v>
                </ns0:pt>
                <ns0:pt idx="1453">
                  <ns0:v>2.38060129434</ns0:v>
                </ns0:pt>
                <ns0:pt idx="1454">
                  <ns0:v>2.38223969853</ns0:v>
                </ns0:pt>
                <ns0:pt idx="1455">
                  <ns0:v>2.38387810273</ns0:v>
                </ns0:pt>
                <ns0:pt idx="1456">
                  <ns0:v>2.38551650692</ns0:v>
                </ns0:pt>
                <ns0:pt idx="1457">
                  <ns0:v>2.38715491112</ns0:v>
                </ns0:pt>
                <ns0:pt idx="1458">
                  <ns0:v>2.38879331531</ns0:v>
                </ns0:pt>
                <ns0:pt idx="1459">
                  <ns0:v>2.39043171951</ns0:v>
                </ns0:pt>
                <ns0:pt idx="1460">
                  <ns0:v>2.3920701237</ns0:v>
                </ns0:pt>
                <ns0:pt idx="1461">
                  <ns0:v>2.39370852789</ns0:v>
                </ns0:pt>
                <ns0:pt idx="1462">
                  <ns0:v>2.39534693209</ns0:v>
                </ns0:pt>
                <ns0:pt idx="1463">
                  <ns0:v>2.39698533628</ns0:v>
                </ns0:pt>
                <ns0:pt idx="1464">
                  <ns0:v>2.39862374048</ns0:v>
                </ns0:pt>
                <ns0:pt idx="1465">
                  <ns0:v>2.40026214467</ns0:v>
                </ns0:pt>
                <ns0:pt idx="1466">
                  <ns0:v>2.40190054887</ns0:v>
                </ns0:pt>
                <ns0:pt idx="1467">
                  <ns0:v>2.40353895306</ns0:v>
                </ns0:pt>
                <ns0:pt idx="1468">
                  <ns0:v>2.40517735725</ns0:v>
                </ns0:pt>
                <ns0:pt idx="1469">
                  <ns0:v>2.40681576145</ns0:v>
                </ns0:pt>
                <ns0:pt idx="1470">
                  <ns0:v>2.40845416564</ns0:v>
                </ns0:pt>
                <ns0:pt idx="1471">
                  <ns0:v>2.41009256984</ns0:v>
                </ns0:pt>
                <ns0:pt idx="1472">
                  <ns0:v>2.41173097403</ns0:v>
                </ns0:pt>
                <ns0:pt idx="1473">
                  <ns0:v>2.41336937823</ns0:v>
                </ns0:pt>
                <ns0:pt idx="1474">
                  <ns0:v>2.41500778242</ns0:v>
                </ns0:pt>
                <ns0:pt idx="1475">
                  <ns0:v>2.41664618661</ns0:v>
                </ns0:pt>
                <ns0:pt idx="1476">
                  <ns0:v>2.41828459081</ns0:v>
                </ns0:pt>
                <ns0:pt idx="1477">
                  <ns0:v>2.419922995</ns0:v>
                </ns0:pt>
                <ns0:pt idx="1478">
                  <ns0:v>2.4215613992</ns0:v>
                </ns0:pt>
                <ns0:pt idx="1479">
                  <ns0:v>2.42319980339</ns0:v>
                </ns0:pt>
                <ns0:pt idx="1480">
                  <ns0:v>2.42483820759</ns0:v>
                </ns0:pt>
                <ns0:pt idx="1481">
                  <ns0:v>2.42647661178</ns0:v>
                </ns0:pt>
                <ns0:pt idx="1482">
                  <ns0:v>2.42811501597</ns0:v>
                </ns0:pt>
                <ns0:pt idx="1483">
                  <ns0:v>2.42975342017</ns0:v>
                </ns0:pt>
                <ns0:pt idx="1484">
                  <ns0:v>2.43139182436</ns0:v>
                </ns0:pt>
                <ns0:pt idx="1485">
                  <ns0:v>2.43303022856</ns0:v>
                </ns0:pt>
                <ns0:pt idx="1486">
                  <ns0:v>2.43466863275</ns0:v>
                </ns0:pt>
                <ns0:pt idx="1487">
                  <ns0:v>2.43630703695</ns0:v>
                </ns0:pt>
                <ns0:pt idx="1488">
                  <ns0:v>2.43794544114</ns0:v>
                </ns0:pt>
                <ns0:pt idx="1489">
                  <ns0:v>2.43958384533</ns0:v>
                </ns0:pt>
                <ns0:pt idx="1490">
                  <ns0:v>2.44122224953</ns0:v>
                </ns0:pt>
                <ns0:pt idx="1491">
                  <ns0:v>2.44286065372</ns0:v>
                </ns0:pt>
                <ns0:pt idx="1492">
                  <ns0:v>2.44449905792</ns0:v>
                </ns0:pt>
                <ns0:pt idx="1493">
                  <ns0:v>2.44613746211</ns0:v>
                </ns0:pt>
                <ns0:pt idx="1494">
                  <ns0:v>2.44777586631</ns0:v>
                </ns0:pt>
                <ns0:pt idx="1495">
                  <ns0:v>2.4494142705</ns0:v>
                </ns0:pt>
                <ns0:pt idx="1496">
                  <ns0:v>2.45105267469</ns0:v>
                </ns0:pt>
                <ns0:pt idx="1497">
                  <ns0:v>2.45269107889</ns0:v>
                </ns0:pt>
                <ns0:pt idx="1498">
                  <ns0:v>2.45432948308</ns0:v>
                </ns0:pt>
                <ns0:pt idx="1499">
                  <ns0:v>2.45596788728</ns0:v>
                </ns0:pt>
                <ns0:pt idx="1500">
                  <ns0:v>2.45760629147</ns0:v>
                </ns0:pt>
                <ns0:pt idx="1501">
                  <ns0:v>2.45924469567</ns0:v>
                </ns0:pt>
                <ns0:pt idx="1502">
                  <ns0:v>2.46088309986</ns0:v>
                </ns0:pt>
                <ns0:pt idx="1503">
                  <ns0:v>2.46252150406</ns0:v>
                </ns0:pt>
                <ns0:pt idx="1504">
                  <ns0:v>2.46415990825</ns0:v>
                </ns0:pt>
                <ns0:pt idx="1505">
                  <ns0:v>2.46579831244</ns0:v>
                </ns0:pt>
                <ns0:pt idx="1506">
                  <ns0:v>2.46743671664</ns0:v>
                </ns0:pt>
                <ns0:pt idx="1507">
                  <ns0:v>2.46907512083</ns0:v>
                </ns0:pt>
                <ns0:pt idx="1508">
                  <ns0:v>2.47071352503</ns0:v>
                </ns0:pt>
                <ns0:pt idx="1509">
                  <ns0:v>2.47235192922</ns0:v>
                </ns0:pt>
                <ns0:pt idx="1510">
                  <ns0:v>2.47399033342</ns0:v>
                </ns0:pt>
                <ns0:pt idx="1511">
                  <ns0:v>2.47562873761</ns0:v>
                </ns0:pt>
                <ns0:pt idx="1512">
                  <ns0:v>2.4772671418</ns0:v>
                </ns0:pt>
                <ns0:pt idx="1513">
                  <ns0:v>2.478905546</ns0:v>
                </ns0:pt>
                <ns0:pt idx="1514">
                  <ns0:v>2.48054395019</ns0:v>
                </ns0:pt>
                <ns0:pt idx="1515">
                  <ns0:v>2.48218235439</ns0:v>
                </ns0:pt>
                <ns0:pt idx="1516">
                  <ns0:v>2.48382075858</ns0:v>
                </ns0:pt>
                <ns0:pt idx="1517">
                  <ns0:v>2.48545916278</ns0:v>
                </ns0:pt>
                <ns0:pt idx="1518">
                  <ns0:v>2.48709756697</ns0:v>
                </ns0:pt>
                <ns0:pt idx="1519">
                  <ns0:v>2.48873597116</ns0:v>
                </ns0:pt>
                <ns0:pt idx="1520">
                  <ns0:v>2.49037437536</ns0:v>
                </ns0:pt>
                <ns0:pt idx="1521">
                  <ns0:v>2.49201277955</ns0:v>
                </ns0:pt>
                <ns0:pt idx="1522">
                  <ns0:v>2.49365118375</ns0:v>
                </ns0:pt>
                <ns0:pt idx="1523">
                  <ns0:v>2.49528958794</ns0:v>
                </ns0:pt>
                <ns0:pt idx="1524">
                  <ns0:v>2.49692799214</ns0:v>
                </ns0:pt>
                <ns0:pt idx="1525">
                  <ns0:v>2.49856639633</ns0:v>
                </ns0:pt>
                <ns0:pt idx="1526">
                  <ns0:v>2.50020480052</ns0:v>
                </ns0:pt>
                <ns0:pt idx="1527">
                  <ns0:v>2.50184320472</ns0:v>
                </ns0:pt>
                <ns0:pt idx="1528">
                  <ns0:v>2.50348160891</ns0:v>
                </ns0:pt>
                <ns0:pt idx="1529">
                  <ns0:v>2.50512001311</ns0:v>
                </ns0:pt>
                <ns0:pt idx="1530">
                  <ns0:v>2.5067584173</ns0:v>
                </ns0:pt>
                <ns0:pt idx="1531">
                  <ns0:v>2.5083968215</ns0:v>
                </ns0:pt>
                <ns0:pt idx="1532">
                  <ns0:v>2.51003522569</ns0:v>
                </ns0:pt>
                <ns0:pt idx="1533">
                  <ns0:v>2.51167362988</ns0:v>
                </ns0:pt>
                <ns0:pt idx="1534">
                  <ns0:v>2.51331203408</ns0:v>
                </ns0:pt>
                <ns0:pt idx="1535">
                  <ns0:v>2.51495043827</ns0:v>
                </ns0:pt>
                <ns0:pt idx="1536">
                  <ns0:v>2.51658884247</ns0:v>
                </ns0:pt>
                <ns0:pt idx="1537">
                  <ns0:v>2.51822724666</ns0:v>
                </ns0:pt>
                <ns0:pt idx="1538">
                  <ns0:v>2.51986565086</ns0:v>
                </ns0:pt>
                <ns0:pt idx="1539">
                  <ns0:v>2.52150405505</ns0:v>
                </ns0:pt>
                <ns0:pt idx="1540">
                  <ns0:v>2.52314245924</ns0:v>
                </ns0:pt>
                <ns0:pt idx="1541">
                  <ns0:v>2.52478086344</ns0:v>
                </ns0:pt>
                <ns0:pt idx="1542">
                  <ns0:v>2.52641926763</ns0:v>
                </ns0:pt>
                <ns0:pt idx="1543">
                  <ns0:v>2.52805767183</ns0:v>
                </ns0:pt>
                <ns0:pt idx="1544">
                  <ns0:v>2.52969607602</ns0:v>
                </ns0:pt>
                <ns0:pt idx="1545">
                  <ns0:v>2.53133448022</ns0:v>
                </ns0:pt>
                <ns0:pt idx="1546">
                  <ns0:v>2.53297288441</ns0:v>
                </ns0:pt>
                <ns0:pt idx="1547">
                  <ns0:v>2.5346112886</ns0:v>
                </ns0:pt>
                <ns0:pt idx="1548">
                  <ns0:v>2.5362496928</ns0:v>
                </ns0:pt>
                <ns0:pt idx="1549">
                  <ns0:v>2.53788809699</ns0:v>
                </ns0:pt>
                <ns0:pt idx="1550">
                  <ns0:v>2.53952650119</ns0:v>
                </ns0:pt>
                <ns0:pt idx="1551">
                  <ns0:v>2.54116490538</ns0:v>
                </ns0:pt>
                <ns0:pt idx="1552">
                  <ns0:v>2.54280330958</ns0:v>
                </ns0:pt>
                <ns0:pt idx="1553">
                  <ns0:v>2.54444171377</ns0:v>
                </ns0:pt>
                <ns0:pt idx="1554">
                  <ns0:v>2.54608011797</ns0:v>
                </ns0:pt>
                <ns0:pt idx="1555">
                  <ns0:v>2.54771852216</ns0:v>
                </ns0:pt>
                <ns0:pt idx="1556">
                  <ns0:v>2.54935692635</ns0:v>
                </ns0:pt>
                <ns0:pt idx="1557">
                  <ns0:v>2.55099533055</ns0:v>
                </ns0:pt>
                <ns0:pt idx="1558">
                  <ns0:v>2.55263373474</ns0:v>
                </ns0:pt>
                <ns0:pt idx="1559">
                  <ns0:v>2.55427213894</ns0:v>
                </ns0:pt>
                <ns0:pt idx="1560">
                  <ns0:v>2.55591054313</ns0:v>
                </ns0:pt>
                <ns0:pt idx="1561">
                  <ns0:v>2.55754894733</ns0:v>
                </ns0:pt>
                <ns0:pt idx="1562">
                  <ns0:v>2.55918735152</ns0:v>
                </ns0:pt>
                <ns0:pt idx="1563">
                  <ns0:v>2.56082575571</ns0:v>
                </ns0:pt>
                <ns0:pt idx="1564">
                  <ns0:v>2.56246415991</ns0:v>
                </ns0:pt>
                <ns0:pt idx="1565">
                  <ns0:v>2.5641025641</ns0:v>
                </ns0:pt>
                <ns0:pt idx="1566">
                  <ns0:v>2.5657409683</ns0:v>
                </ns0:pt>
                <ns0:pt idx="1567">
                  <ns0:v>2.56737937249</ns0:v>
                </ns0:pt>
                <ns0:pt idx="1568">
                  <ns0:v>2.56901777669</ns0:v>
                </ns0:pt>
                <ns0:pt idx="1569">
                  <ns0:v>2.57065618088</ns0:v>
                </ns0:pt>
                <ns0:pt idx="1570">
                  <ns0:v>2.57229458507</ns0:v>
                </ns0:pt>
                <ns0:pt idx="1571">
                  <ns0:v>2.57393298927</ns0:v>
                </ns0:pt>
                <ns0:pt idx="1572">
                  <ns0:v>2.57557139346</ns0:v>
                </ns0:pt>
                <ns0:pt idx="1573">
                  <ns0:v>2.57720979766</ns0:v>
                </ns0:pt>
                <ns0:pt idx="1574">
                  <ns0:v>2.57884820185</ns0:v>
                </ns0:pt>
                <ns0:pt idx="1575">
                  <ns0:v>2.58048660605</ns0:v>
                </ns0:pt>
                <ns0:pt idx="1576">
                  <ns0:v>2.58212501024</ns0:v>
                </ns0:pt>
                <ns0:pt idx="1577">
                  <ns0:v>2.58376341443</ns0:v>
                </ns0:pt>
                <ns0:pt idx="1578">
                  <ns0:v>2.58540181863</ns0:v>
                </ns0:pt>
                <ns0:pt idx="1579">
                  <ns0:v>2.58704022282</ns0:v>
                </ns0:pt>
                <ns0:pt idx="1580">
                  <ns0:v>2.58867862702</ns0:v>
                </ns0:pt>
                <ns0:pt idx="1581">
                  <ns0:v>2.59031703121</ns0:v>
                </ns0:pt>
                <ns0:pt idx="1582">
                  <ns0:v>2.59195543541</ns0:v>
                </ns0:pt>
                <ns0:pt idx="1583">
                  <ns0:v>2.5935938396</ns0:v>
                </ns0:pt>
                <ns0:pt idx="1584">
                  <ns0:v>2.59523224379</ns0:v>
                </ns0:pt>
                <ns0:pt idx="1585">
                  <ns0:v>2.59687064799</ns0:v>
                </ns0:pt>
                <ns0:pt idx="1586">
                  <ns0:v>2.59850905218</ns0:v>
                </ns0:pt>
                <ns0:pt idx="1587">
                  <ns0:v>2.60014745638</ns0:v>
                </ns0:pt>
                <ns0:pt idx="1588">
                  <ns0:v>2.60178586057</ns0:v>
                </ns0:pt>
                <ns0:pt idx="1589">
                  <ns0:v>2.60342426477</ns0:v>
                </ns0:pt>
                <ns0:pt idx="1590">
                  <ns0:v>2.60506266896</ns0:v>
                </ns0:pt>
                <ns0:pt idx="1591">
                  <ns0:v>2.60670107315</ns0:v>
                </ns0:pt>
                <ns0:pt idx="1592">
                  <ns0:v>2.60833947735</ns0:v>
                </ns0:pt>
                <ns0:pt idx="1593">
                  <ns0:v>2.60997788154</ns0:v>
                </ns0:pt>
                <ns0:pt idx="1594">
                  <ns0:v>2.61161628574</ns0:v>
                </ns0:pt>
                <ns0:pt idx="1595">
                  <ns0:v>2.61325468993</ns0:v>
                </ns0:pt>
                <ns0:pt idx="1596">
                  <ns0:v>2.61489309413</ns0:v>
                </ns0:pt>
                <ns0:pt idx="1597">
                  <ns0:v>2.61653149832</ns0:v>
                </ns0:pt>
                <ns0:pt idx="1598">
                  <ns0:v>2.61816990251</ns0:v>
                </ns0:pt>
                <ns0:pt idx="1599">
                  <ns0:v>2.61980830671</ns0:v>
                </ns0:pt>
                <ns0:pt idx="1600">
                  <ns0:v>2.6214467109</ns0:v>
                </ns0:pt>
                <ns0:pt idx="1601">
                  <ns0:v>2.6230851151</ns0:v>
                </ns0:pt>
                <ns0:pt idx="1602">
                  <ns0:v>2.62472351929</ns0:v>
                </ns0:pt>
                <ns0:pt idx="1603">
                  <ns0:v>2.62636192349</ns0:v>
                </ns0:pt>
                <ns0:pt idx="1604">
                  <ns0:v>2.62800032768</ns0:v>
                </ns0:pt>
                <ns0:pt idx="1605">
                  <ns0:v>2.62963873188</ns0:v>
                </ns0:pt>
                <ns0:pt idx="1606">
                  <ns0:v>2.63127713607</ns0:v>
                </ns0:pt>
                <ns0:pt idx="1607">
                  <ns0:v>2.63291554026</ns0:v>
                </ns0:pt>
                <ns0:pt idx="1608">
                  <ns0:v>2.63455394446</ns0:v>
                </ns0:pt>
                <ns0:pt idx="1609">
                  <ns0:v>2.63619234865</ns0:v>
                </ns0:pt>
                <ns0:pt idx="1610">
                  <ns0:v>2.63783075285</ns0:v>
                </ns0:pt>
                <ns0:pt idx="1611">
                  <ns0:v>2.63946915704</ns0:v>
                </ns0:pt>
                <ns0:pt idx="1612">
                  <ns0:v>2.64110756124</ns0:v>
                </ns0:pt>
                <ns0:pt idx="1613">
                  <ns0:v>2.64274596543</ns0:v>
                </ns0:pt>
                <ns0:pt idx="1614">
                  <ns0:v>2.64438436962</ns0:v>
                </ns0:pt>
                <ns0:pt idx="1615">
                  <ns0:v>2.64602277382</ns0:v>
                </ns0:pt>
                <ns0:pt idx="1616">
                  <ns0:v>2.64766117801</ns0:v>
                </ns0:pt>
                <ns0:pt idx="1617">
                  <ns0:v>2.64929958221</ns0:v>
                </ns0:pt>
                <ns0:pt idx="1618">
                  <ns0:v>2.6509379864</ns0:v>
                </ns0:pt>
                <ns0:pt idx="1619">
                  <ns0:v>2.6525763906</ns0:v>
                </ns0:pt>
                <ns0:pt idx="1620">
                  <ns0:v>2.65421479479</ns0:v>
                </ns0:pt>
                <ns0:pt idx="1621">
                  <ns0:v>2.65585319898</ns0:v>
                </ns0:pt>
                <ns0:pt idx="1622">
                  <ns0:v>2.65749160318</ns0:v>
                </ns0:pt>
                <ns0:pt idx="1623">
                  <ns0:v>2.65913000737</ns0:v>
                </ns0:pt>
                <ns0:pt idx="1624">
                  <ns0:v>2.66076841157</ns0:v>
                </ns0:pt>
                <ns0:pt idx="1625">
                  <ns0:v>2.66240681576</ns0:v>
                </ns0:pt>
                <ns0:pt idx="1626">
                  <ns0:v>2.66404521996</ns0:v>
                </ns0:pt>
                <ns0:pt idx="1627">
                  <ns0:v>2.66568362415</ns0:v>
                </ns0:pt>
                <ns0:pt idx="1628">
                  <ns0:v>2.66732202834</ns0:v>
                </ns0:pt>
                <ns0:pt idx="1629">
                  <ns0:v>2.66896043254</ns0:v>
                </ns0:pt>
                <ns0:pt idx="1630">
                  <ns0:v>2.67059883673</ns0:v>
                </ns0:pt>
                <ns0:pt idx="1631">
                  <ns0:v>2.67223724093</ns0:v>
                </ns0:pt>
                <ns0:pt idx="1632">
                  <ns0:v>2.67387564512</ns0:v>
                </ns0:pt>
                <ns0:pt idx="1633">
                  <ns0:v>2.67551404932</ns0:v>
                </ns0:pt>
                <ns0:pt idx="1634">
                  <ns0:v>2.67715245351</ns0:v>
                </ns0:pt>
                <ns0:pt idx="1635">
                  <ns0:v>2.6787908577</ns0:v>
                </ns0:pt>
                <ns0:pt idx="1636">
                  <ns0:v>2.6804292619</ns0:v>
                </ns0:pt>
                <ns0:pt idx="1637">
                  <ns0:v>2.68206766609</ns0:v>
                </ns0:pt>
                <ns0:pt idx="1638">
                  <ns0:v>2.68370607029</ns0:v>
                </ns0:pt>
                <ns0:pt idx="1639">
                  <ns0:v>2.68534447448</ns0:v>
                </ns0:pt>
                <ns0:pt idx="1640">
                  <ns0:v>2.68698287868</ns0:v>
                </ns0:pt>
                <ns0:pt idx="1641">
                  <ns0:v>2.68862128287</ns0:v>
                </ns0:pt>
                <ns0:pt idx="1642">
                  <ns0:v>2.69025968706</ns0:v>
                </ns0:pt>
                <ns0:pt idx="1643">
                  <ns0:v>2.69189809126</ns0:v>
                </ns0:pt>
                <ns0:pt idx="1644">
                  <ns0:v>2.69353649545</ns0:v>
                </ns0:pt>
                <ns0:pt idx="1645">
                  <ns0:v>2.69517489965</ns0:v>
                </ns0:pt>
                <ns0:pt idx="1646">
                  <ns0:v>2.69681330384</ns0:v>
                </ns0:pt>
                <ns0:pt idx="1647">
                  <ns0:v>2.69845170804</ns0:v>
                </ns0:pt>
                <ns0:pt idx="1648">
                  <ns0:v>2.70009011223</ns0:v>
                </ns0:pt>
                <ns0:pt idx="1649">
                  <ns0:v>2.70172851643</ns0:v>
                </ns0:pt>
                <ns0:pt idx="1650">
                  <ns0:v>2.70336692062</ns0:v>
                </ns0:pt>
                <ns0:pt idx="1651">
                  <ns0:v>2.70500532481</ns0:v>
                </ns0:pt>
                <ns0:pt idx="1652">
                  <ns0:v>2.70664372901</ns0:v>
                </ns0:pt>
                <ns0:pt idx="1653">
                  <ns0:v>2.7082821332</ns0:v>
                </ns0:pt>
                <ns0:pt idx="1654">
                  <ns0:v>2.7099205374</ns0:v>
                </ns0:pt>
                <ns0:pt idx="1655">
                  <ns0:v>2.71155894159</ns0:v>
                </ns0:pt>
                <ns0:pt idx="1656">
                  <ns0:v>2.71319734579</ns0:v>
                </ns0:pt>
                <ns0:pt idx="1657">
                  <ns0:v>2.71483574998</ns0:v>
                </ns0:pt>
                <ns0:pt idx="1658">
                  <ns0:v>2.71647415417</ns0:v>
                </ns0:pt>
                <ns0:pt idx="1659">
                  <ns0:v>2.71811255837</ns0:v>
                </ns0:pt>
                <ns0:pt idx="1660">
                  <ns0:v>2.71975096256</ns0:v>
                </ns0:pt>
                <ns0:pt idx="1661">
                  <ns0:v>2.72138936676</ns0:v>
                </ns0:pt>
                <ns0:pt idx="1662">
                  <ns0:v>2.72302777095</ns0:v>
                </ns0:pt>
                <ns0:pt idx="1663">
                  <ns0:v>2.72466617515</ns0:v>
                </ns0:pt>
                <ns0:pt idx="1664">
                  <ns0:v>2.72630457934</ns0:v>
                </ns0:pt>
                <ns0:pt idx="1665">
                  <ns0:v>2.72794298353</ns0:v>
                </ns0:pt>
                <ns0:pt idx="1666">
                  <ns0:v>2.72958138773</ns0:v>
                </ns0:pt>
                <ns0:pt idx="1667">
                  <ns0:v>2.73121979192</ns0:v>
                </ns0:pt>
                <ns0:pt idx="1668">
                  <ns0:v>2.73285819612</ns0:v>
                </ns0:pt>
                <ns0:pt idx="1669">
                  <ns0:v>2.73449660031</ns0:v>
                </ns0:pt>
                <ns0:pt idx="1670">
                  <ns0:v>2.73613500451</ns0:v>
                </ns0:pt>
                <ns0:pt idx="1671">
                  <ns0:v>2.7377734087</ns0:v>
                </ns0:pt>
                <ns0:pt idx="1672">
                  <ns0:v>2.73941181289</ns0:v>
                </ns0:pt>
                <ns0:pt idx="1673">
                  <ns0:v>2.74105021709</ns0:v>
                </ns0:pt>
                <ns0:pt idx="1674">
                  <ns0:v>2.74268862128</ns0:v>
                </ns0:pt>
                <ns0:pt idx="1675">
                  <ns0:v>2.74432702548</ns0:v>
                </ns0:pt>
                <ns0:pt idx="1676">
                  <ns0:v>2.74596542967</ns0:v>
                </ns0:pt>
                <ns0:pt idx="1677">
                  <ns0:v>2.74760383387</ns0:v>
                </ns0:pt>
                <ns0:pt idx="1678">
                  <ns0:v>2.74924223806</ns0:v>
                </ns0:pt>
                <ns0:pt idx="1679">
                  <ns0:v>2.75088064225</ns0:v>
                </ns0:pt>
                <ns0:pt idx="1680">
                  <ns0:v>2.75251904645</ns0:v>
                </ns0:pt>
                <ns0:pt idx="1681">
                  <ns0:v>2.75415745064</ns0:v>
                </ns0:pt>
                <ns0:pt idx="1682">
                  <ns0:v>2.75579585484</ns0:v>
                </ns0:pt>
                <ns0:pt idx="1683">
                  <ns0:v>2.75743425903</ns0:v>
                </ns0:pt>
                <ns0:pt idx="1684">
                  <ns0:v>2.75907266323</ns0:v>
                </ns0:pt>
                <ns0:pt idx="1685">
                  <ns0:v>2.76071106742</ns0:v>
                </ns0:pt>
                <ns0:pt idx="1686">
                  <ns0:v>2.76234947161</ns0:v>
                </ns0:pt>
                <ns0:pt idx="1687">
                  <ns0:v>2.76398787581</ns0:v>
                </ns0:pt>
                <ns0:pt idx="1688">
                  <ns0:v>2.76562628</ns0:v>
                </ns0:pt>
                <ns0:pt idx="1689">
                  <ns0:v>2.7672646842</ns0:v>
                </ns0:pt>
                <ns0:pt idx="1690">
                  <ns0:v>2.76890308839</ns0:v>
                </ns0:pt>
                <ns0:pt idx="1691">
                  <ns0:v>2.77054149259</ns0:v>
                </ns0:pt>
                <ns0:pt idx="1692">
                  <ns0:v>2.77217989678</ns0:v>
                </ns0:pt>
                <ns0:pt idx="1693">
                  <ns0:v>2.77381830097</ns0:v>
                </ns0:pt>
                <ns0:pt idx="1694">
                  <ns0:v>2.77545670517</ns0:v>
                </ns0:pt>
                <ns0:pt idx="1695">
                  <ns0:v>2.77709510936</ns0:v>
                </ns0:pt>
                <ns0:pt idx="1696">
                  <ns0:v>2.77873351356</ns0:v>
                </ns0:pt>
                <ns0:pt idx="1697">
                  <ns0:v>2.78037191775</ns0:v>
                </ns0:pt>
                <ns0:pt idx="1698">
                  <ns0:v>2.78201032195</ns0:v>
                </ns0:pt>
                <ns0:pt idx="1699">
                  <ns0:v>2.78364872614</ns0:v>
                </ns0:pt>
                <ns0:pt idx="1700">
                  <ns0:v>2.78528713034</ns0:v>
                </ns0:pt>
                <ns0:pt idx="1701">
                  <ns0:v>2.78692553453</ns0:v>
                </ns0:pt>
                <ns0:pt idx="1702">
                  <ns0:v>2.78856393872</ns0:v>
                </ns0:pt>
                <ns0:pt idx="1703">
                  <ns0:v>2.79020234292</ns0:v>
                </ns0:pt>
                <ns0:pt idx="1704">
                  <ns0:v>2.79184074711</ns0:v>
                </ns0:pt>
                <ns0:pt idx="1705">
                  <ns0:v>2.79347915131</ns0:v>
                </ns0:pt>
                <ns0:pt idx="1706">
                  <ns0:v>2.7951175555</ns0:v>
                </ns0:pt>
                <ns0:pt idx="1707">
                  <ns0:v>2.7967559597</ns0:v>
                </ns0:pt>
                <ns0:pt idx="1708">
                  <ns0:v>2.79839436389</ns0:v>
                </ns0:pt>
                <ns0:pt idx="1709">
                  <ns0:v>2.80003276808</ns0:v>
                </ns0:pt>
                <ns0:pt idx="1710">
                  <ns0:v>2.80167117228</ns0:v>
                </ns0:pt>
                <ns0:pt idx="1711">
                  <ns0:v>2.80330957647</ns0:v>
                </ns0:pt>
                <ns0:pt idx="1712">
                  <ns0:v>2.80494798067</ns0:v>
                </ns0:pt>
                <ns0:pt idx="1713">
                  <ns0:v>2.80658638486</ns0:v>
                </ns0:pt>
                <ns0:pt idx="1714">
                  <ns0:v>2.80822478906</ns0:v>
                </ns0:pt>
                <ns0:pt idx="1715">
                  <ns0:v>2.80986319325</ns0:v>
                </ns0:pt>
                <ns0:pt idx="1716">
                  <ns0:v>2.81150159744</ns0:v>
                </ns0:pt>
                <ns0:pt idx="1717">
                  <ns0:v>2.81314000164</ns0:v>
                </ns0:pt>
                <ns0:pt idx="1718">
                  <ns0:v>2.81477840583</ns0:v>
                </ns0:pt>
                <ns0:pt idx="1719">
                  <ns0:v>2.81641681003</ns0:v>
                </ns0:pt>
                <ns0:pt idx="1720">
                  <ns0:v>2.81805521422</ns0:v>
                </ns0:pt>
                <ns0:pt idx="1721">
                  <ns0:v>2.81969361842</ns0:v>
                </ns0:pt>
                <ns0:pt idx="1722">
                  <ns0:v>2.82133202261</ns0:v>
                </ns0:pt>
                <ns0:pt idx="1723">
                  <ns0:v>2.8229704268</ns0:v>
                </ns0:pt>
                <ns0:pt idx="1724">
                  <ns0:v>2.824608831</ns0:v>
                </ns0:pt>
                <ns0:pt idx="1725">
                  <ns0:v>2.82624723519</ns0:v>
                </ns0:pt>
                <ns0:pt idx="1726">
                  <ns0:v>2.82788563939</ns0:v>
                </ns0:pt>
                <ns0:pt idx="1727">
                  <ns0:v>2.82952404358</ns0:v>
                </ns0:pt>
                <ns0:pt idx="1728">
                  <ns0:v>2.83116244778</ns0:v>
                </ns0:pt>
                <ns0:pt idx="1729">
                  <ns0:v>2.83280085197</ns0:v>
                </ns0:pt>
                <ns0:pt idx="1730">
                  <ns0:v>2.83443925616</ns0:v>
                </ns0:pt>
                <ns0:pt idx="1731">
                  <ns0:v>2.83607766036</ns0:v>
                </ns0:pt>
                <ns0:pt idx="1732">
                  <ns0:v>2.83771606455</ns0:v>
                </ns0:pt>
                <ns0:pt idx="1733">
                  <ns0:v>2.83935446875</ns0:v>
                </ns0:pt>
                <ns0:pt idx="1734">
                  <ns0:v>2.84099287294</ns0:v>
                </ns0:pt>
                <ns0:pt idx="1735">
                  <ns0:v>2.84263127714</ns0:v>
                </ns0:pt>
                <ns0:pt idx="1736">
                  <ns0:v>2.84426968133</ns0:v>
                </ns0:pt>
                <ns0:pt idx="1737">
                  <ns0:v>2.84590808552</ns0:v>
                </ns0:pt>
                <ns0:pt idx="1738">
                  <ns0:v>2.84754648972</ns0:v>
                </ns0:pt>
                <ns0:pt idx="1739">
                  <ns0:v>2.84918489391</ns0:v>
                </ns0:pt>
                <ns0:pt idx="1740">
                  <ns0:v>2.85082329811</ns0:v>
                </ns0:pt>
                <ns0:pt idx="1741">
                  <ns0:v>2.8524617023</ns0:v>
                </ns0:pt>
                <ns0:pt idx="1742">
                  <ns0:v>2.8541001065</ns0:v>
                </ns0:pt>
                <ns0:pt idx="1743">
                  <ns0:v>2.85573851069</ns0:v>
                </ns0:pt>
                <ns0:pt idx="1744">
                  <ns0:v>2.85737691488</ns0:v>
                </ns0:pt>
                <ns0:pt idx="1745">
                  <ns0:v>2.85901531908</ns0:v>
                </ns0:pt>
                <ns0:pt idx="1746">
                  <ns0:v>2.86065372327</ns0:v>
                </ns0:pt>
                <ns0:pt idx="1747">
                  <ns0:v>2.86229212747</ns0:v>
                </ns0:pt>
                <ns0:pt idx="1748">
                  <ns0:v>2.86393053166</ns0:v>
                </ns0:pt>
                <ns0:pt idx="1749">
                  <ns0:v>2.86556893586</ns0:v>
                </ns0:pt>
                <ns0:pt idx="1750">
                  <ns0:v>2.86720734005</ns0:v>
                </ns0:pt>
                <ns0:pt idx="1751">
                  <ns0:v>2.86884574425</ns0:v>
                </ns0:pt>
                <ns0:pt idx="1752">
                  <ns0:v>2.87048414844</ns0:v>
                </ns0:pt>
                <ns0:pt idx="1753">
                  <ns0:v>2.87212255263</ns0:v>
                </ns0:pt>
                <ns0:pt idx="1754">
                  <ns0:v>2.87376095683</ns0:v>
                </ns0:pt>
                <ns0:pt idx="1755">
                  <ns0:v>2.87539936102</ns0:v>
                </ns0:pt>
                <ns0:pt idx="1756">
                  <ns0:v>2.87703776522</ns0:v>
                </ns0:pt>
                <ns0:pt idx="1757">
                  <ns0:v>2.87867616941</ns0:v>
                </ns0:pt>
                <ns0:pt idx="1758">
                  <ns0:v>2.88031457361</ns0:v>
                </ns0:pt>
                <ns0:pt idx="1759">
                  <ns0:v>2.8819529778</ns0:v>
                </ns0:pt>
                <ns0:pt idx="1760">
                  <ns0:v>2.88359138199</ns0:v>
                </ns0:pt>
                <ns0:pt idx="1761">
                  <ns0:v>2.88522978619</ns0:v>
                </ns0:pt>
                <ns0:pt idx="1762">
                  <ns0:v>2.88686819038</ns0:v>
                </ns0:pt>
                <ns0:pt idx="1763">
                  <ns0:v>2.88850659458</ns0:v>
                </ns0:pt>
                <ns0:pt idx="1764">
                  <ns0:v>2.89014499877</ns0:v>
                </ns0:pt>
                <ns0:pt idx="1765">
                  <ns0:v>2.89178340297</ns0:v>
                </ns0:pt>
                <ns0:pt idx="1766">
                  <ns0:v>2.89342180716</ns0:v>
                </ns0:pt>
                <ns0:pt idx="1767">
                  <ns0:v>2.89506021135</ns0:v>
                </ns0:pt>
                <ns0:pt idx="1768">
                  <ns0:v>2.89669861555</ns0:v>
                </ns0:pt>
                <ns0:pt idx="1769">
                  <ns0:v>2.89833701974</ns0:v>
                </ns0:pt>
                <ns0:pt idx="1770">
                  <ns0:v>2.89997542394</ns0:v>
                </ns0:pt>
                <ns0:pt idx="1771">
                  <ns0:v>2.90161382813</ns0:v>
                </ns0:pt>
                <ns0:pt idx="1772">
                  <ns0:v>2.90325223233</ns0:v>
                </ns0:pt>
                <ns0:pt idx="1773">
                  <ns0:v>2.90489063652</ns0:v>
                </ns0:pt>
                <ns0:pt idx="1774">
                  <ns0:v>2.90652904071</ns0:v>
                </ns0:pt>
                <ns0:pt idx="1775">
                  <ns0:v>2.90816744491</ns0:v>
                </ns0:pt>
                <ns0:pt idx="1776">
                  <ns0:v>2.9098058491</ns0:v>
                </ns0:pt>
                <ns0:pt idx="1777">
                  <ns0:v>2.9114442533</ns0:v>
                </ns0:pt>
                <ns0:pt idx="1778">
                  <ns0:v>2.91308265749</ns0:v>
                </ns0:pt>
                <ns0:pt idx="1779">
                  <ns0:v>2.91472106169</ns0:v>
                </ns0:pt>
                <ns0:pt idx="1780">
                  <ns0:v>2.91635946588</ns0:v>
                </ns0:pt>
                <ns0:pt idx="1781">
                  <ns0:v>2.91799787007</ns0:v>
                </ns0:pt>
                <ns0:pt idx="1782">
                  <ns0:v>2.91963627427</ns0:v>
                </ns0:pt>
                <ns0:pt idx="1783">
                  <ns0:v>2.92127467846</ns0:v>
                </ns0:pt>
                <ns0:pt idx="1784">
                  <ns0:v>2.92291308266</ns0:v>
                </ns0:pt>
                <ns0:pt idx="1785">
                  <ns0:v>2.92455148685</ns0:v>
                </ns0:pt>
                <ns0:pt idx="1786">
                  <ns0:v>2.92618989105</ns0:v>
                </ns0:pt>
                <ns0:pt idx="1787">
                  <ns0:v>2.92782829524</ns0:v>
                </ns0:pt>
                <ns0:pt idx="1788">
                  <ns0:v>2.92946669943</ns0:v>
                </ns0:pt>
                <ns0:pt idx="1789">
                  <ns0:v>2.93110510363</ns0:v>
                </ns0:pt>
                <ns0:pt idx="1790">
                  <ns0:v>2.93274350782</ns0:v>
                </ns0:pt>
                <ns0:pt idx="1791">
                  <ns0:v>2.93438191202</ns0:v>
                </ns0:pt>
                <ns0:pt idx="1792">
                  <ns0:v>2.93602031621</ns0:v>
                </ns0:pt>
                <ns0:pt idx="1793">
                  <ns0:v>2.93765872041</ns0:v>
                </ns0:pt>
                <ns0:pt idx="1794">
                  <ns0:v>2.9392971246</ns0:v>
                </ns0:pt>
                <ns0:pt idx="1795">
                  <ns0:v>2.94093552879</ns0:v>
                </ns0:pt>
                <ns0:pt idx="1796">
                  <ns0:v>2.94257393299</ns0:v>
                </ns0:pt>
                <ns0:pt idx="1797">
                  <ns0:v>2.94421233718</ns0:v>
                </ns0:pt>
                <ns0:pt idx="1798">
                  <ns0:v>2.94585074138</ns0:v>
                </ns0:pt>
                <ns0:pt idx="1799">
                  <ns0:v>2.94748914557</ns0:v>
                </ns0:pt>
                <ns0:pt idx="1800">
                  <ns0:v>2.94912754977</ns0:v>
                </ns0:pt>
                <ns0:pt idx="1801">
                  <ns0:v>2.95076595396</ns0:v>
                </ns0:pt>
                <ns0:pt idx="1802">
                  <ns0:v>2.95240435816</ns0:v>
                </ns0:pt>
                <ns0:pt idx="1803">
                  <ns0:v>2.95404276235</ns0:v>
                </ns0:pt>
                <ns0:pt idx="1804">
                  <ns0:v>2.95568116654</ns0:v>
                </ns0:pt>
                <ns0:pt idx="1805">
                  <ns0:v>2.95731957074</ns0:v>
                </ns0:pt>
                <ns0:pt idx="1806">
                  <ns0:v>2.95895797493</ns0:v>
                </ns0:pt>
                <ns0:pt idx="1807">
                  <ns0:v>2.96059637913</ns0:v>
                </ns0:pt>
                <ns0:pt idx="1808">
                  <ns0:v>2.96223478332</ns0:v>
                </ns0:pt>
                <ns0:pt idx="1809">
                  <ns0:v>2.96387318752</ns0:v>
                </ns0:pt>
                <ns0:pt idx="1810">
                  <ns0:v>2.96551159171</ns0:v>
                </ns0:pt>
                <ns0:pt idx="1811">
                  <ns0:v>2.9671499959</ns0:v>
                </ns0:pt>
                <ns0:pt idx="1812">
                  <ns0:v>2.9687884001</ns0:v>
                </ns0:pt>
                <ns0:pt idx="1813">
                  <ns0:v>2.97042680429</ns0:v>
                </ns0:pt>
                <ns0:pt idx="1814">
                  <ns0:v>2.97206520849</ns0:v>
                </ns0:pt>
                <ns0:pt idx="1815">
                  <ns0:v>2.97370361268</ns0:v>
                </ns0:pt>
                <ns0:pt idx="1816">
                  <ns0:v>2.97534201688</ns0:v>
                </ns0:pt>
                <ns0:pt idx="1817">
                  <ns0:v>2.97698042107</ns0:v>
                </ns0:pt>
                <ns0:pt idx="1818">
                  <ns0:v>2.97861882526</ns0:v>
                </ns0:pt>
                <ns0:pt idx="1819">
                  <ns0:v>2.98025722946</ns0:v>
                </ns0:pt>
                <ns0:pt idx="1820">
                  <ns0:v>2.98189563365</ns0:v>
                </ns0:pt>
                <ns0:pt idx="1821">
                  <ns0:v>2.98353403785</ns0:v>
                </ns0:pt>
                <ns0:pt idx="1822">
                  <ns0:v>2.98517244204</ns0:v>
                </ns0:pt>
                <ns0:pt idx="1823">
                  <ns0:v>2.98681084624</ns0:v>
                </ns0:pt>
                <ns0:pt idx="1824">
                  <ns0:v>2.98844925043</ns0:v>
                </ns0:pt>
                <ns0:pt idx="1825">
                  <ns0:v>2.99008765462</ns0:v>
                </ns0:pt>
                <ns0:pt idx="1826">
                  <ns0:v>2.99172605882</ns0:v>
                </ns0:pt>
                <ns0:pt idx="1827">
                  <ns0:v>2.99336446301</ns0:v>
                </ns0:pt>
                <ns0:pt idx="1828">
                  <ns0:v>2.99500286721</ns0:v>
                </ns0:pt>
                <ns0:pt idx="1829">
                  <ns0:v>2.9966412714</ns0:v>
                </ns0:pt>
                <ns0:pt idx="1830">
                  <ns0:v>2.9982796756</ns0:v>
                </ns0:pt>
                <ns0:pt idx="1831">
                  <ns0:v>2.99991807979</ns0:v>
                </ns0:pt>
                <ns0:pt idx="1832">
                  <ns0:v>3.00155648398</ns0:v>
                </ns0:pt>
                <ns0:pt idx="1833">
                  <ns0:v>3.00319488818</ns0:v>
                </ns0:pt>
                <ns0:pt idx="1834">
                  <ns0:v>3.00483329237</ns0:v>
                </ns0:pt>
                <ns0:pt idx="1835">
                  <ns0:v>3.00647169657</ns0:v>
                </ns0:pt>
                <ns0:pt idx="1836">
                  <ns0:v>3.00811010076</ns0:v>
                </ns0:pt>
                <ns0:pt idx="1837">
                  <ns0:v>3.00974850496</ns0:v>
                </ns0:pt>
                <ns0:pt idx="1838">
                  <ns0:v>3.01138690915</ns0:v>
                </ns0:pt>
                <ns0:pt idx="1839">
                  <ns0:v>3.01302531334</ns0:v>
                </ns0:pt>
                <ns0:pt idx="1840">
                  <ns0:v>3.01466371754</ns0:v>
                </ns0:pt>
                <ns0:pt idx="1841">
                  <ns0:v>3.01630212173</ns0:v>
                </ns0:pt>
                <ns0:pt idx="1842">
                  <ns0:v>3.01794052593</ns0:v>
                </ns0:pt>
                <ns0:pt idx="1843">
                  <ns0:v>3.01957893012</ns0:v>
                </ns0:pt>
                <ns0:pt idx="1844">
                  <ns0:v>3.02121733432</ns0:v>
                </ns0:pt>
                <ns0:pt idx="1845">
                  <ns0:v>3.02285573851</ns0:v>
                </ns0:pt>
                <ns0:pt idx="1846">
                  <ns0:v>3.02449414271</ns0:v>
                </ns0:pt>
                <ns0:pt idx="1847">
                  <ns0:v>3.0261325469</ns0:v>
                </ns0:pt>
                <ns0:pt idx="1848">
                  <ns0:v>3.02777095109</ns0:v>
                </ns0:pt>
                <ns0:pt idx="1849">
                  <ns0:v>3.02940935529</ns0:v>
                </ns0:pt>
                <ns0:pt idx="1850">
                  <ns0:v>3.03104775948</ns0:v>
                </ns0:pt>
                <ns0:pt idx="1851">
                  <ns0:v>3.03268616368</ns0:v>
                </ns0:pt>
                <ns0:pt idx="1852">
                  <ns0:v>3.03432456787</ns0:v>
                </ns0:pt>
                <ns0:pt idx="1853">
                  <ns0:v>3.03596297207</ns0:v>
                </ns0:pt>
                <ns0:pt idx="1854">
                  <ns0:v>3.03760137626</ns0:v>
                </ns0:pt>
                <ns0:pt idx="1855">
                  <ns0:v>3.03923978045</ns0:v>
                </ns0:pt>
                <ns0:pt idx="1856">
                  <ns0:v>3.04087818465</ns0:v>
                </ns0:pt>
                <ns0:pt idx="1857">
                  <ns0:v>3.04251658884</ns0:v>
                </ns0:pt>
                <ns0:pt idx="1858">
                  <ns0:v>3.04415499304</ns0:v>
                </ns0:pt>
                <ns0:pt idx="1859">
                  <ns0:v>3.04579339723</ns0:v>
                </ns0:pt>
                <ns0:pt idx="1860">
                  <ns0:v>3.04743180143</ns0:v>
                </ns0:pt>
                <ns0:pt idx="1861">
                  <ns0:v>3.04907020562</ns0:v>
                </ns0:pt>
                <ns0:pt idx="1862">
                  <ns0:v>3.05070860981</ns0:v>
                </ns0:pt>
                <ns0:pt idx="1863">
                  <ns0:v>3.05234701401</ns0:v>
                </ns0:pt>
                <ns0:pt idx="1864">
                  <ns0:v>3.0539854182</ns0:v>
                </ns0:pt>
                <ns0:pt idx="1865">
                  <ns0:v>3.0556238224</ns0:v>
                </ns0:pt>
                <ns0:pt idx="1866">
                  <ns0:v>3.05726222659</ns0:v>
                </ns0:pt>
                <ns0:pt idx="1867">
                  <ns0:v>3.05890063079</ns0:v>
                </ns0:pt>
                <ns0:pt idx="1868">
                  <ns0:v>3.06053903498</ns0:v>
                </ns0:pt>
                <ns0:pt idx="1869">
                  <ns0:v>3.06217743917</ns0:v>
                </ns0:pt>
                <ns0:pt idx="1870">
                  <ns0:v>3.06381584337</ns0:v>
                </ns0:pt>
                <ns0:pt idx="1871">
                  <ns0:v>3.06545424756</ns0:v>
                </ns0:pt>
                <ns0:pt idx="1872">
                  <ns0:v>3.06709265176</ns0:v>
                </ns0:pt>
                <ns0:pt idx="1873">
                  <ns0:v>3.06873105595</ns0:v>
                </ns0:pt>
                <ns0:pt idx="1874">
                  <ns0:v>3.07036946015</ns0:v>
                </ns0:pt>
                <ns0:pt idx="1875">
                  <ns0:v>3.07200786434</ns0:v>
                </ns0:pt>
                <ns0:pt idx="1876">
                  <ns0:v>3.07364626853</ns0:v>
                </ns0:pt>
                <ns0:pt idx="1877">
                  <ns0:v>3.07528467273</ns0:v>
                </ns0:pt>
                <ns0:pt idx="1878">
                  <ns0:v>3.07692307692</ns0:v>
                </ns0:pt>
                <ns0:pt idx="1879">
                  <ns0:v>3.07856148112</ns0:v>
                </ns0:pt>
                <ns0:pt idx="1880">
                  <ns0:v>3.08019988531</ns0:v>
                </ns0:pt>
                <ns0:pt idx="1881">
                  <ns0:v>3.08183828951</ns0:v>
                </ns0:pt>
                <ns0:pt idx="1882">
                  <ns0:v>3.0834766937</ns0:v>
                </ns0:pt>
                <ns0:pt idx="1883">
                  <ns0:v>3.08511509789</ns0:v>
                </ns0:pt>
                <ns0:pt idx="1884">
                  <ns0:v>3.08675350209</ns0:v>
                </ns0:pt>
                <ns0:pt idx="1885">
                  <ns0:v>3.08839190628</ns0:v>
                </ns0:pt>
                <ns0:pt idx="1886">
                  <ns0:v>3.09003031048</ns0:v>
                </ns0:pt>
                <ns0:pt idx="1887">
                  <ns0:v>3.09166871467</ns0:v>
                </ns0:pt>
                <ns0:pt idx="1888">
                  <ns0:v>3.09330711887</ns0:v>
                </ns0:pt>
                <ns0:pt idx="1889">
                  <ns0:v>3.09494552306</ns0:v>
                </ns0:pt>
                <ns0:pt idx="1890">
                  <ns0:v>3.09658392725</ns0:v>
                </ns0:pt>
                <ns0:pt idx="1891">
                  <ns0:v>3.09822233145</ns0:v>
                </ns0:pt>
                <ns0:pt idx="1892">
                  <ns0:v>3.09986073564</ns0:v>
                </ns0:pt>
                <ns0:pt idx="1893">
                  <ns0:v>3.10149913984</ns0:v>
                </ns0:pt>
                <ns0:pt idx="1894">
                  <ns0:v>3.10313754403</ns0:v>
                </ns0:pt>
                <ns0:pt idx="1895">
                  <ns0:v>3.10477594823</ns0:v>
                </ns0:pt>
                <ns0:pt idx="1896">
                  <ns0:v>3.10641435242</ns0:v>
                </ns0:pt>
                <ns0:pt idx="1897">
                  <ns0:v>3.10805275662</ns0:v>
                </ns0:pt>
                <ns0:pt idx="1898">
                  <ns0:v>3.10969116081</ns0:v>
                </ns0:pt>
                <ns0:pt idx="1899">
                  <ns0:v>3.111329565</ns0:v>
                </ns0:pt>
                <ns0:pt idx="1900">
                  <ns0:v>3.1129679692</ns0:v>
                </ns0:pt>
                <ns0:pt idx="1901">
                  <ns0:v>3.11460637339</ns0:v>
                </ns0:pt>
                <ns0:pt idx="1902">
                  <ns0:v>3.11624477759</ns0:v>
                </ns0:pt>
                <ns0:pt idx="1903">
                  <ns0:v>3.11788318178</ns0:v>
                </ns0:pt>
                <ns0:pt idx="1904">
                  <ns0:v>3.11952158598</ns0:v>
                </ns0:pt>
                <ns0:pt idx="1905">
                  <ns0:v>3.12115999017</ns0:v>
                </ns0:pt>
                <ns0:pt idx="1906">
                  <ns0:v>3.12279839436</ns0:v>
                </ns0:pt>
                <ns0:pt idx="1907">
                  <ns0:v>3.12443679856</ns0:v>
                </ns0:pt>
                <ns0:pt idx="1908">
                  <ns0:v>3.12607520275</ns0:v>
                </ns0:pt>
                <ns0:pt idx="1909">
                  <ns0:v>3.12771360695</ns0:v>
                </ns0:pt>
                <ns0:pt idx="1910">
                  <ns0:v>3.12935201114</ns0:v>
                </ns0:pt>
                <ns0:pt idx="1911">
                  <ns0:v>3.13099041534</ns0:v>
                </ns0:pt>
                <ns0:pt idx="1912">
                  <ns0:v>3.13262881953</ns0:v>
                </ns0:pt>
                <ns0:pt idx="1913">
                  <ns0:v>3.13426722372</ns0:v>
                </ns0:pt>
                <ns0:pt idx="1914">
                  <ns0:v>3.13590562792</ns0:v>
                </ns0:pt>
                <ns0:pt idx="1915">
                  <ns0:v>3.13754403211</ns0:v>
                </ns0:pt>
                <ns0:pt idx="1916">
                  <ns0:v>3.13918243631</ns0:v>
                </ns0:pt>
                <ns0:pt idx="1917">
                  <ns0:v>3.1408208405</ns0:v>
                </ns0:pt>
                <ns0:pt idx="1918">
                  <ns0:v>3.1424592447</ns0:v>
                </ns0:pt>
                <ns0:pt idx="1919">
                  <ns0:v>3.14409764889</ns0:v>
                </ns0:pt>
                <ns0:pt idx="1920">
                  <ns0:v>3.14573605308</ns0:v>
                </ns0:pt>
                <ns0:pt idx="1921">
                  <ns0:v>3.14737445728</ns0:v>
                </ns0:pt>
                <ns0:pt idx="1922">
                  <ns0:v>3.14901286147</ns0:v>
                </ns0:pt>
                <ns0:pt idx="1923">
                  <ns0:v>3.15065126567</ns0:v>
                </ns0:pt>
                <ns0:pt idx="1924">
                  <ns0:v>3.15228966986</ns0:v>
                </ns0:pt>
                <ns0:pt idx="1925">
                  <ns0:v>3.15392807406</ns0:v>
                </ns0:pt>
                <ns0:pt idx="1926">
                  <ns0:v>3.15556647825</ns0:v>
                </ns0:pt>
                <ns0:pt idx="1927">
                  <ns0:v>3.15720488244</ns0:v>
                </ns0:pt>
                <ns0:pt idx="1928">
                  <ns0:v>3.15884328664</ns0:v>
                </ns0:pt>
                <ns0:pt idx="1929">
                  <ns0:v>3.16048169083</ns0:v>
                </ns0:pt>
                <ns0:pt idx="1930">
                  <ns0:v>3.16212009503</ns0:v>
                </ns0:pt>
                <ns0:pt idx="1931">
                  <ns0:v>3.16375849922</ns0:v>
                </ns0:pt>
                <ns0:pt idx="1932">
                  <ns0:v>3.16539690342</ns0:v>
                </ns0:pt>
                <ns0:pt idx="1933">
                  <ns0:v>3.16703530761</ns0:v>
                </ns0:pt>
                <ns0:pt idx="1934">
                  <ns0:v>3.1686737118</ns0:v>
                </ns0:pt>
                <ns0:pt idx="1935">
                  <ns0:v>3.170312116</ns0:v>
                </ns0:pt>
                <ns0:pt idx="1936">
                  <ns0:v>3.17195052019</ns0:v>
                </ns0:pt>
                <ns0:pt idx="1937">
                  <ns0:v>3.17358892439</ns0:v>
                </ns0:pt>
                <ns0:pt idx="1938">
                  <ns0:v>3.17522732858</ns0:v>
                </ns0:pt>
                <ns0:pt idx="1939">
                  <ns0:v>3.17686573278</ns0:v>
                </ns0:pt>
                <ns0:pt idx="1940">
                  <ns0:v>3.17850413697</ns0:v>
                </ns0:pt>
                <ns0:pt idx="1941">
                  <ns0:v>3.18014254116</ns0:v>
                </ns0:pt>
                <ns0:pt idx="1942">
                  <ns0:v>3.18178094536</ns0:v>
                </ns0:pt>
                <ns0:pt idx="1943">
                  <ns0:v>3.18341934955</ns0:v>
                </ns0:pt>
                <ns0:pt idx="1944">
                  <ns0:v>3.18505775375</ns0:v>
                </ns0:pt>
                <ns0:pt idx="1945">
                  <ns0:v>3.18669615794</ns0:v>
                </ns0:pt>
                <ns0:pt idx="1946">
                  <ns0:v>3.18833456214</ns0:v>
                </ns0:pt>
                <ns0:pt idx="1947">
                  <ns0:v>3.18997296633</ns0:v>
                </ns0:pt>
                <ns0:pt idx="1948">
                  <ns0:v>3.19161137053</ns0:v>
                </ns0:pt>
                <ns0:pt idx="1949">
                  <ns0:v>3.19324977472</ns0:v>
                </ns0:pt>
                <ns0:pt idx="1950">
                  <ns0:v>3.19488817891</ns0:v>
                </ns0:pt>
                <ns0:pt idx="1951">
                  <ns0:v>3.19652658311</ns0:v>
                </ns0:pt>
                <ns0:pt idx="1952">
                  <ns0:v>3.1981649873</ns0:v>
                </ns0:pt>
                <ns0:pt idx="1953">
                  <ns0:v>3.1998033915</ns0:v>
                </ns0:pt>
                <ns0:pt idx="1954">
                  <ns0:v>3.20144179569</ns0:v>
                </ns0:pt>
                <ns0:pt idx="1955">
                  <ns0:v>3.20308019989</ns0:v>
                </ns0:pt>
                <ns0:pt idx="1956">
                  <ns0:v>3.20471860408</ns0:v>
                </ns0:pt>
                <ns0:pt idx="1957">
                  <ns0:v>3.20635700827</ns0:v>
                </ns0:pt>
                <ns0:pt idx="1958">
                  <ns0:v>3.20799541247</ns0:v>
                </ns0:pt>
                <ns0:pt idx="1959">
                  <ns0:v>3.20963381666</ns0:v>
                </ns0:pt>
                <ns0:pt idx="1960">
                  <ns0:v>3.21127222086</ns0:v>
                </ns0:pt>
                <ns0:pt idx="1961">
                  <ns0:v>3.21291062505</ns0:v>
                </ns0:pt>
                <ns0:pt idx="1962">
                  <ns0:v>3.21454902925</ns0:v>
                </ns0:pt>
                <ns0:pt idx="1963">
                  <ns0:v>3.21618743344</ns0:v>
                </ns0:pt>
                <ns0:pt idx="1964">
                  <ns0:v>3.21782583763</ns0:v>
                </ns0:pt>
                <ns0:pt idx="1965">
                  <ns0:v>3.21946424183</ns0:v>
                </ns0:pt>
                <ns0:pt idx="1966">
                  <ns0:v>3.22110264602</ns0:v>
                </ns0:pt>
                <ns0:pt idx="1967">
                  <ns0:v>3.22274105022</ns0:v>
                </ns0:pt>
                <ns0:pt idx="1968">
                  <ns0:v>3.22437945441</ns0:v>
                </ns0:pt>
                <ns0:pt idx="1969">
                  <ns0:v>3.22601785861</ns0:v>
                </ns0:pt>
                <ns0:pt idx="1970">
                  <ns0:v>3.2276562628</ns0:v>
                </ns0:pt>
                <ns0:pt idx="1971">
                  <ns0:v>3.22929466699</ns0:v>
                </ns0:pt>
                <ns0:pt idx="1972">
                  <ns0:v>3.23093307119</ns0:v>
                </ns0:pt>
                <ns0:pt idx="1973">
                  <ns0:v>3.23257147538</ns0:v>
                </ns0:pt>
                <ns0:pt idx="1974">
                  <ns0:v>3.23420987958</ns0:v>
                </ns0:pt>
                <ns0:pt idx="1975">
                  <ns0:v>3.23584828377</ns0:v>
                </ns0:pt>
                <ns0:pt idx="1976">
                  <ns0:v>3.23748668797</ns0:v>
                </ns0:pt>
                <ns0:pt idx="1977">
                  <ns0:v>3.23912509216</ns0:v>
                </ns0:pt>
                <ns0:pt idx="1978">
                  <ns0:v>3.24076349635</ns0:v>
                </ns0:pt>
                <ns0:pt idx="1979">
                  <ns0:v>3.24240190055</ns0:v>
                </ns0:pt>
                <ns0:pt idx="1980">
                  <ns0:v>3.24404030474</ns0:v>
                </ns0:pt>
                <ns0:pt idx="1981">
                  <ns0:v>3.24567870894</ns0:v>
                </ns0:pt>
                <ns0:pt idx="1982">
                  <ns0:v>3.24731711313</ns0:v>
                </ns0:pt>
                <ns0:pt idx="1983">
                  <ns0:v>3.24895551733</ns0:v>
                </ns0:pt>
                <ns0:pt idx="1984">
                  <ns0:v>3.25059392152</ns0:v>
                </ns0:pt>
                <ns0:pt idx="1985">
                  <ns0:v>3.25223232571</ns0:v>
                </ns0:pt>
                <ns0:pt idx="1986">
                  <ns0:v>3.25387072991</ns0:v>
                </ns0:pt>
                <ns0:pt idx="1987">
                  <ns0:v>3.2555091341</ns0:v>
                </ns0:pt>
                <ns0:pt idx="1988">
                  <ns0:v>3.2571475383</ns0:v>
                </ns0:pt>
                <ns0:pt idx="1989">
                  <ns0:v>3.25878594249</ns0:v>
                </ns0:pt>
                <ns0:pt idx="1990">
                  <ns0:v>3.26042434669</ns0:v>
                </ns0:pt>
                <ns0:pt idx="1991">
                  <ns0:v>3.26206275088</ns0:v>
                </ns0:pt>
                <ns0:pt idx="1992">
                  <ns0:v>3.26370115507</ns0:v>
                </ns0:pt>
                <ns0:pt idx="1993">
                  <ns0:v>3.26533955927</ns0:v>
                </ns0:pt>
                <ns0:pt idx="1994">
                  <ns0:v>3.26697796346</ns0:v>
                </ns0:pt>
                <ns0:pt idx="1995">
                  <ns0:v>3.26861636766</ns0:v>
                </ns0:pt>
                <ns0:pt idx="1996">
                  <ns0:v>3.27025477185</ns0:v>
                </ns0:pt>
                <ns0:pt idx="1997">
                  <ns0:v>3.27189317605</ns0:v>
                </ns0:pt>
                <ns0:pt idx="1998">
                  <ns0:v>3.27353158024</ns0:v>
                </ns0:pt>
              </ns0:numCache>
            </ns0:numRef>
          </ns0:xVal>
          <ns0:yVal>
            <ns0:numRef>
              <ns0:f>'Chart Data'!$D$2:$D$2000</ns0:f>
              <ns0:numCache>
                <ns0:formatCode>0</ns0:formatCode>
                <ns0:ptCount val="1999"/>
                <ns0:pt idx="0">
                  <ns0:v>24.1681580119</ns0:v>
                </ns0:pt>
                <ns0:pt idx="1">
                  <ns0:v>106.118851236</ns0:v>
                </ns0:pt>
                <ns0:pt idx="2">
                  <ns0:v>139.578435343</ns0:v>
                </ns0:pt>
                <ns0:pt idx="3">
                  <ns0:v>112.399414863</ns0:v>
                </ns0:pt>
                <ns0:pt idx="4">
                  <ns0:v>43.3129572595</ns0:v>
                </ns0:pt>
                <ns0:pt idx="5">
                  <ns0:v>-33.5878192177</ns0:v>
                </ns0:pt>
                <ns0:pt idx="6">
                  <ns0:v>-97.8789304292</ns0:v>
                </ns0:pt>
                <ns0:pt idx="7">
                  <ns0:v>-137.175346833</ns0:v>
                </ns0:pt>
                <ns0:pt idx="8">
                  <ns0:v>-127.355498694</ns0:v>
                </ns0:pt>
                <ns0:pt idx="9">
                  <ns0:v>-62.2055937636</ns0:v>
                </ns0:pt>
                <ns0:pt idx="10">
                  <ns0:v>31.652973092</ns0:v>
                </ns0:pt>
                <ns0:pt idx="11">
                  <ns0:v>113.973253677</ns0:v>
                </ns0:pt>
                <ns0:pt idx="12">
                  <ns0:v>146.955961407</ns0:v>
                </ns0:pt>
                <ns0:pt idx="13">
                  <ns0:v>116.650893819</ns0:v>
                </ns0:pt>
                <ns0:pt idx="14">
                  <ns0:v>42.757912565</ns0:v>
                </ns0:pt>
                <ns0:pt idx="15">
                  <ns0:v>-42.414889001</ns0:v>
                </ns0:pt>
                <ns0:pt idx="16">
                  <ns0:v>-111.836130764</ns0:v>
                </ns0:pt>
                <ns0:pt idx="17">
                  <ns0:v>-133.147552374</ns0:v>
                </ns0:pt>
                <ns0:pt idx="18">
                  <ns0:v>-80.7030918311</ns0:v>
                </ns0:pt>
                <ns0:pt idx="19">
                  <ns0:v>17.9401290757</ns0:v>
                </ns0:pt>
                <ns0:pt idx="20">
                  <ns0:v>90.6836770444</ns0:v>
                </ns0:pt>
                <ns0:pt idx="21">
                  <ns0:v>97.1012357819</ns0:v>
                </ns0:pt>
                <ns0:pt idx="22">
                  <ns0:v>54.0149548765</ns0:v>
                </ns0:pt>
                <ns0:pt idx="23">
                  <ns0:v>-4.40726173952</ns0:v>
                </ns0:pt>
                <ns0:pt idx="24">
                  <ns0:v>-57.6303346358</ns0:v>
                </ns0:pt>
                <ns0:pt idx="25">
                  <ns0:v>-77.9354387626</ns0:v>
                </ns0:pt>
                <ns0:pt idx="26">
                  <ns0:v>-43.4995448369</ns0:v>
                </ns0:pt>
                <ns0:pt idx="27">
                  <ns0:v>20.0293988862</ns0:v>
                </ns0:pt>
                <ns0:pt idx="28">
                  <ns0:v>63.2723745804</ns0:v>
                </ns0:pt>
                <ns0:pt idx="29">
                  <ns0:v>61.6485492788</ns0:v>
                </ns0:pt>
                <ns0:pt idx="30">
                  <ns0:v>27.7515985655</ns0:v>
                </ns0:pt>
                <ns0:pt idx="31">
                  <ns0:v>-9.28083607759</ns0:v>
                </ns0:pt>
                <ns0:pt idx="32">
                  <ns0:v>-30.7248387732</ns0:v>
                </ns0:pt>
                <ns0:pt idx="33">
                  <ns0:v>-28.4745412851</ns0:v>
                </ns0:pt>
                <ns0:pt idx="34">
                  <ns0:v>-6.75919335874</ns0:v>
                </ns0:pt>
                <ns0:pt idx="35">
                  <ns0:v>4.27232451422</ns0:v>
                </ns0:pt>
                <ns0:pt idx="36">
                  <ns0:v>-17.9067861756</ns0:v>
                </ns0:pt>
                <ns0:pt idx="37">
                  <ns0:v>-53.2297742913</ns0:v>
                </ns0:pt>
                <ns0:pt idx="38">
                  <ns0:v>-79.1173327507</ns0:v>
                </ns0:pt>
                <ns0:pt idx="39">
                  <ns0:v>-95.1081978282</ns0:v>
                </ns0:pt>
                <ns0:pt idx="40">
                  <ns0:v>-92.123201585</ns0:v>
                </ns0:pt>
                <ns0:pt idx="41">
                  <ns0:v>-50.3414375764</ns0:v>
                </ns0:pt>
                <ns0:pt idx="42">
                  <ns0:v>30.9927334178</ns0:v>
                </ns0:pt>
                <ns0:pt idx="43">
                  <ns0:v>106.755317593</ns0:v>
                </ns0:pt>
                <ns0:pt idx="44">
                  <ns0:v>128.491859029</ns0:v>
                </ns0:pt>
                <ns0:pt idx="45">
                  <ns0:v>92.9727839071</ns0:v>
                </ns0:pt>
                <ns0:pt idx="46">
                  <ns0:v>23.5989456637</ns0:v>
                </ns0:pt>
                <ns0:pt idx="47">
                  <ns0:v>-61.2569423593</ns0:v>
                </ns0:pt>
                <ns0:pt idx="48">
                  <ns0:v>-130.681354638</ns0:v>
                </ns0:pt>
                <ns0:pt idx="49">
                  <ns0:v>-146.613994852</ns0:v>
                </ns0:pt>
                <ns0:pt idx="50">
                  <ns0:v>-109.764412843</ns0:v>
                </ns0:pt>
                <ns0:pt idx="51">
                  <ns0:v>-36.3228632228</ns0:v>
                </ns0:pt>
                <ns0:pt idx="52">
                  <ns0:v>66.3198501419</ns0:v>
                </ns0:pt>
                <ns0:pt idx="53">
                  <ns0:v>159.083208423</ns0:v>
                </ns0:pt>
                <ns0:pt idx="54">
                  <ns0:v>176.223274627</ns0:v>
                </ns0:pt>
                <ns0:pt idx="55">
                  <ns0:v>105.712884602</ns0:v>
                </ns0:pt>
                <ns0:pt idx="56">
                  <ns0:v>2.5054609393</ns0:v>
                </ns0:pt>
                <ns0:pt idx="57">
                  <ns0:v>-76.1503971966</ns0:v>
                </ns0:pt>
                <ns0:pt idx="58">
                  <ns0:v>-85.2191587589</ns0:v>
                </ns0:pt>
                <ns0:pt idx="59">
                  <ns0:v>-15.3594043852</ns0:v>
                </ns0:pt>
                <ns0:pt idx="60">
                  <ns0:v>76.0990430599</ns0:v>
                </ns0:pt>
                <ns0:pt idx="61">
                  <ns0:v>106.663116946</ns0:v>
                </ns0:pt>
                <ns0:pt idx="62">
                  <ns0:v>60.1492034822</ns0:v>
                </ns0:pt>
                <ns0:pt idx="63">
                  <ns0:v>-16.7550342151</ns0:v>
                </ns0:pt>
                <ns0:pt idx="64">
                  <ns0:v>-73.9491386562</ns0:v>
                </ns0:pt>
                <ns0:pt idx="65">
                  <ns0:v>-93.2119345878</ns0:v>
                </ns0:pt>
                <ns0:pt idx="66">
                  <ns0:v>-86.1200486576</ns0:v>
                </ns0:pt>
                <ns0:pt idx="67">
                  <ns0:v>-68.677699253</ns0:v>
                </ns0:pt>
                <ns0:pt idx="68">
                  <ns0:v>-40.9368991356</ns0:v>
                </ns0:pt>
                <ns0:pt idx="69">
                  <ns0:v>-1.85170479726</ns0:v>
                </ns0:pt>
                <ns0:pt idx="70">
                  <ns0:v>38.0897750833</ns0:v>
                </ns0:pt>
                <ns0:pt idx="71">
                  <ns0:v>57.8268501093</ns0:v>
                </ns0:pt>
                <ns0:pt idx="72">
                  <ns0:v>48.2833573688</ns0:v>
                </ns0:pt>
                <ns0:pt idx="73">
                  <ns0:v>19.8452525021</ns0:v>
                </ns0:pt>
                <ns0:pt idx="74">
                  <ns0:v>-6.32879592542</ns0:v>
                </ns0:pt>
                <ns0:pt idx="75">
                  <ns0:v>-14.2409854346</ns0:v>
                </ns0:pt>
                <ns0:pt idx="76">
                  <ns0:v>-7.47089147478</ns0:v>
                </ns0:pt>
                <ns0:pt idx="77">
                  <ns0:v>-4.27810732132</ns0:v>
                </ns0:pt>
                <ns0:pt idx="78">
                  <ns0:v>-11.6486887866</ns0:v>
                </ns0:pt>
                <ns0:pt idx="79">
                  <ns0:v>-18.2817619276</ns0:v>
                </ns0:pt>
                <ns0:pt idx="80">
                  <ns0:v>-12.5899786775</ns0:v>
                </ns0:pt>
                <ns0:pt idx="81">
                  <ns0:v>2.99862621149</ns0:v>
                </ns0:pt>
                <ns0:pt idx="82">
                  <ns0:v>25.3584493485</ns0:v>
                </ns0:pt>
                <ns0:pt idx="83">
                  <ns0:v>55.110836366</ns0:v>
                </ns0:pt>
                <ns0:pt idx="84">
                  <ns0:v>72.87528042</ns0:v>
                </ns0:pt>
                <ns0:pt idx="85">
                  <ns0:v>51.8381519903</ns0:v>
                </ns0:pt>
                <ns0:pt idx="86">
                  <ns0:v>-6.60427271678</ns0:v>
                </ns0:pt>
                <ns0:pt idx="87">
                  <ns0:v>-67.9244048602</ns0:v>
                </ns0:pt>
                <ns0:pt idx="88">
                  <ns0:v>-97.637807395</ns0:v>
                </ns0:pt>
                <ns0:pt idx="89">
                  <ns0:v>-77.4587983688</ns0:v>
                </ns0:pt>
                <ns0:pt idx="90">
                  <ns0:v>-16.3228223937</ns0:v>
                </ns0:pt>
                <ns0:pt idx="91">
                  <ns0:v>51.4609961134</ns0:v>
                </ns0:pt>
                <ns0:pt idx="92">
                  <ns0:v>94.9788435066</ns0:v>
                </ns0:pt>
                <ns0:pt idx="93">
                  <ns0:v>103.017364665</ns0:v>
                </ns0:pt>
                <ns0:pt idx="94">
                  <ns0:v>72.0056314179</ns0:v>
                </ns0:pt>
                <ns0:pt idx="95">
                  <ns0:v>11.5585315611</ns0:v>
                </ns0:pt>
                <ns0:pt idx="96">
                  <ns0:v>-48.1036853502</ns0:v>
                </ns0:pt>
                <ns0:pt idx="97">
                  <ns0:v>-71.0575234531</ns0:v>
                </ns0:pt>
                <ns0:pt idx="98">
                  <ns0:v>-43.0165258585</ns0:v>
                </ns0:pt>
                <ns0:pt idx="99">
                  <ns0:v>11.7962648869</ns0:v>
                </ns0:pt>
                <ns0:pt idx="100">
                  <ns0:v>44.3071837925</ns0:v>
                </ns0:pt>
                <ns0:pt idx="101">
                  <ns0:v>35.6255420106</ns0:v>
                </ns0:pt>
                <ns0:pt idx="102">
                  <ns0:v>3.68712669706</ns0:v>
                </ns0:pt>
                <ns0:pt idx="103">
                  <ns0:v>-36.8093597337</ns0:v>
                </ns0:pt>
                <ns0:pt idx="104">
                  <ns0:v>-78.5822568107</ns0:v>
                </ns0:pt>
                <ns0:pt idx="105">
                  <ns0:v>-91.2254644553</ns0:v>
                </ns0:pt>
                <ns0:pt idx="106">
                  <ns0:v>-53.1244686548</ns0:v>
                </ns0:pt>
                <ns0:pt idx="107">
                  <ns0:v>10.4203606105</ns0:v>
                </ns0:pt>
                <ns0:pt idx="108">
                  <ns0:v>61.2386631487</ns0:v>
                </ns0:pt>
                <ns0:pt idx="109">
                  <ns0:v>82.2480123057</ns0:v>
                </ns0:pt>
                <ns0:pt idx="110">
                  <ns0:v>66.4441393883</ns0:v>
                </ns0:pt>
                <ns0:pt idx="111">
                  <ns0:v>15.2767471772</ns0:v>
                </ns0:pt>
                <ns0:pt idx="112">
                  <ns0:v>-48.3910185788</ns0:v>
                </ns0:pt>
                <ns0:pt idx="113">
                  <ns0:v>-92.2710750936</ns0:v>
                </ns0:pt>
                <ns0:pt idx="114">
                  <ns0:v>-95.1263260442</ns0:v>
                </ns0:pt>
                <ns0:pt idx="115">
                  <ns0:v>-52.2886275184</ns0:v>
                </ns0:pt>
                <ns0:pt idx="116">
                  <ns0:v>20.7040042432</ns0:v>
                </ns0:pt>
                <ns0:pt idx="117">
                  <ns0:v>86.4779339956</ns0:v>
                </ns0:pt>
                <ns0:pt idx="118">
                  <ns0:v>104.320624603</ns0:v>
                </ns0:pt>
                <ns0:pt idx="119">
                  <ns0:v>62.286265682</ns0:v>
                </ns0:pt>
                <ns0:pt idx="120">
                  <ns0:v>-10.2464707948</ns0:v>
                </ns0:pt>
                <ns0:pt idx="121">
                  <ns0:v>-63.9523230186</ns0:v>
                </ns0:pt>
                <ns0:pt idx="122">
                  <ns0:v>-68.6521646715</ns0:v>
                </ns0:pt>
                <ns0:pt idx="123">
                  <ns0:v>-32.8099348798</ns0:v>
                </ns0:pt>
                <ns0:pt idx="124">
                  <ns0:v>11.6051547609</ns0:v>
                </ns0:pt>
                <ns0:pt idx="125">
                  <ns0:v>44.4769035333</ns0:v>
                </ns0:pt>
                <ns0:pt idx="126">
                  <ns0:v>68.3209485751</ns0:v>
                </ns0:pt>
                <ns0:pt idx="127">
                  <ns0:v>75.5851389453</ns0:v>
                </ns0:pt>
                <ns0:pt idx="128">
                  <ns0:v>45.9541382201</ns0:v>
                </ns0:pt>
                <ns0:pt idx="129">
                  <ns0:v>-19.4623989097</ns0:v>
                </ns0:pt>
                <ns0:pt idx="130">
                  <ns0:v>-77.1667049239</ns0:v>
                </ns0:pt>
                <ns0:pt idx="131">
                  <ns0:v>-75.1466315988</ns0:v>
                </ns0:pt>
                <ns0:pt idx="132">
                  <ns0:v>-11.3686600279</ns0:v>
                </ns0:pt>
                <ns0:pt idx="133">
                  <ns0:v>68.8221436796</ns0:v>
                </ns0:pt>
                <ns0:pt idx="134">
                  <ns0:v>111.657814653</ns0:v>
                </ns0:pt>
                <ns0:pt idx="135">
                  <ns0:v>95.5345540466</ns0:v>
                </ns0:pt>
                <ns0:pt idx="136">
                  <ns0:v>39.18192126</ns0:v>
                </ns0:pt>
                <ns0:pt idx="137">
                  <ns0:v>-30.1354022818</ns0:v>
                </ns0:pt>
                <ns0:pt idx="138">
                  <ns0:v>-86.1722886185</ns0:v>
                </ns0:pt>
                <ns0:pt idx="139">
                  <ns0:v>-97.5839611323</ns0:v>
                </ns0:pt>
                <ns0:pt idx="140">
                  <ns0:v>-57.4940624722</ns0:v>
                </ns0:pt>
                <ns0:pt idx="141">
                  <ns0:v>0.966042140438</ns0:v>
                </ns0:pt>
                <ns0:pt idx="142">
                  <ns0:v>45.1257158525</ns0:v>
                </ns0:pt>
                <ns0:pt idx="143">
                  <ns0:v>64.8390493846</ns0:v>
                </ns0:pt>
                <ns0:pt idx="144">
                  <ns0:v>60.6662175147</ns0:v>
                </ns0:pt>
                <ns0:pt idx="145">
                  <ns0:v>29.4374879116</ns0:v>
                </ns0:pt>
                <ns0:pt idx="146">
                  <ns0:v>-23.2381641767</ns0:v>
                </ns0:pt>
                <ns0:pt idx="147">
                  <ns0:v>-66.5355738025</ns0:v>
                </ns0:pt>
                <ns0:pt idx="148">
                  <ns0:v>-72.942913027</ns0:v>
                </ns0:pt>
                <ns0:pt idx="149">
                  <ns0:v>-60.776350416</ns0:v>
                </ns0:pt>
                <ns0:pt idx="150">
                  <ns0:v>-48.7609243836</ns0:v>
                </ns0:pt>
                <ns0:pt idx="151">
                  <ns0:v>-29.6817783523</ns0:v>
                </ns0:pt>
                <ns0:pt idx="152">
                  <ns0:v>-6.0901666494</ns0:v>
                </ns0:pt>
                <ns0:pt idx="153">
                  <ns0:v>10.2035118031</ns0:v>
                </ns0:pt>
                <ns0:pt idx="154">
                  <ns0:v>22.5171373871</ns0:v>
                </ns0:pt>
                <ns0:pt idx="155">
                  <ns0:v>39.9040049214</ns0:v>
                </ns0:pt>
                <ns0:pt idx="156">
                  <ns0:v>50.947669942</ns0:v>
                </ns0:pt>
                <ns0:pt idx="157">
                  <ns0:v>38.4332462004</ns0:v>
                </ns0:pt>
                <ns0:pt idx="158">
                  <ns0:v>-3.97204384982</ns0:v>
                </ns0:pt>
                <ns0:pt idx="159">
                  <ns0:v>-52.0645529708</ns0:v>
                </ns0:pt>
                <ns0:pt idx="160">
                  <ns0:v>-63.9781435603</ns0:v>
                </ns0:pt>
                <ns0:pt idx="161">
                  <ns0:v>-27.1793484618</ns0:v>
                </ns0:pt>
                <ns0:pt idx="162">
                  <ns0:v>31.9667798011</ns0:v>
                </ns0:pt>
                <ns0:pt idx="163">
                  <ns0:v>76.3428633569</ns0:v>
                </ns0:pt>
                <ns0:pt idx="164">
                  <ns0:v>80.5062005</ns0:v>
                </ns0:pt>
                <ns0:pt idx="165">
                  <ns0:v>45.2429226929</ns0:v>
                </ns0:pt>
                <ns0:pt idx="166">
                  <ns0:v>-13.8422726242</ns0:v>
                </ns0:pt>
                <ns0:pt idx="167">
                  <ns0:v>-77.5438156007</ns0:v>
                </ns0:pt>
                <ns0:pt idx="168">
                  <ns0:v>-110.133002454</ns0:v>
                </ns0:pt>
                <ns0:pt idx="169">
                  <ns0:v>-84.3667072836</ns0:v>
                </ns0:pt>
                <ns0:pt idx="170">
                  <ns0:v>-18.2147529466</ns0:v>
                </ns0:pt>
                <ns0:pt idx="171">
                  <ns0:v>53.1255685336</ns0:v>
                </ns0:pt>
                <ns0:pt idx="172">
                  <ns0:v>102.228005081</ns0:v>
                </ns0:pt>
                <ns0:pt idx="173">
                  <ns0:v>105.091458614</ns0:v>
                </ns0:pt>
                <ns0:pt idx="174">
                  <ns0:v>76.8163413466</ns0:v>
                </ns0:pt>
                <ns0:pt idx="175">
                  <ns0:v>59.7419903609</ns0:v>
                </ns0:pt>
                <ns0:pt idx="176">
                  <ns0:v>45.5174130757</ns0:v>
                </ns0:pt>
                <ns0:pt idx="177">
                  <ns0:v>12.0201419738</ns0:v>
                </ns0:pt>
                <ns0:pt idx="178">
                  <ns0:v>-35.5387847173</ns0:v>
                </ns0:pt>
                <ns0:pt idx="179">
                  <ns0:v>-61.0072094545</ns0:v>
                </ns0:pt>
                <ns0:pt idx="180">
                  <ns0:v>-61.3851249164</ns0:v>
                </ns0:pt>
                <ns0:pt idx="181">
                  <ns0:v>-59.2608214023</ns0:v>
                </ns0:pt>
                <ns0:pt idx="182">
                  <ns0:v>-42.3270636096</ns0:v>
                </ns0:pt>
                <ns0:pt idx="183">
                  <ns0:v>8.75066601397</ns0:v>
                </ns0:pt>
                <ns0:pt idx="184">
                  <ns0:v>71.7267094382</ns0:v>
                </ns0:pt>
                <ns0:pt idx="185">
                  <ns0:v>96.873184255</ns0:v>
                </ns0:pt>
                <ns0:pt idx="186">
                  <ns0:v>49.8789542164</ns0:v>
                </ns0:pt>
                <ns0:pt idx="187">
                  <ns0:v>-54.4120449888</ns0:v>
                </ns0:pt>
                <ns0:pt idx="188">
                  <ns0:v>-150.719940538</ns0:v>
                </ns0:pt>
                <ns0:pt idx="189">
                  <ns0:v>-168.294830867</ns0:v>
                </ns0:pt>
                <ns0:pt idx="190">
                  <ns0:v>-92.4769095396</ns0:v>
                </ns0:pt>
                <ns0:pt idx="191">
                  <ns0:v>23.4027681114</ns0:v>
                </ns0:pt>
                <ns0:pt idx="192">
                  <ns0:v>119.176905765</ns0:v>
                </ns0:pt>
                <ns0:pt idx="193">
                  <ns0:v>155.112835751</ns0:v>
                </ns0:pt>
                <ns0:pt idx="194">
                  <ns0:v>121.060482252</ns0:v>
                </ns0:pt>
                <ns0:pt idx="195">
                  <ns0:v>39.3564863486</ns0:v>
                </ns0:pt>
                <ns0:pt idx="196">
                  <ns0:v>-40.6430628903</ns0:v>
                </ns0:pt>
                <ns0:pt idx="197">
                  <ns0:v>-67.4652424088</ns0:v>
                </ns0:pt>
                <ns0:pt idx="198">
                  <ns0:v>-39.0526959701</ns0:v>
                </ns0:pt>
                <ns0:pt idx="199">
                  <ns0:v>5.1422046851</ns0:v>
                </ns0:pt>
                <ns0:pt idx="200">
                  <ns0:v>36.3779476193</ns0:v>
                </ns0:pt>
                <ns0:pt idx="201">
                  <ns0:v>62.929261199</ns0:v>
                </ns0:pt>
                <ns0:pt idx="202">
                  <ns0:v>75.3647590908</ns0:v>
                </ns0:pt>
                <ns0:pt idx="203">
                  <ns0:v>55.5632751911</ns0:v>
                </ns0:pt>
                <ns0:pt idx="204">
                  <ns0:v>19.398599557</ns0:v>
                </ns0:pt>
                <ns0:pt idx="205">
                  <ns0:v>-7.92788085622</ns0:v>
                </ns0:pt>
                <ns0:pt idx="206">
                  <ns0:v>-22.2098516078</ns0:v>
                </ns0:pt>
                <ns0:pt idx="207">
                  <ns0:v>-22.7455798187</ns0:v>
                </ns0:pt>
                <ns0:pt idx="208">
                  <ns0:v>-6.33712926903</ns0:v>
                </ns0:pt>
                <ns0:pt idx="209">
                  <ns0:v>23.8116101013</ns0:v>
                </ns0:pt>
                <ns0:pt idx="210">
                  <ns0:v>63.022217669</ns0:v>
                </ns0:pt>
                <ns0:pt idx="211">
                  <ns0:v>89.608800322</ns0:v>
                </ns0:pt>
                <ns0:pt idx="212">
                  <ns0:v>69.1513076864</ns0:v>
                </ns0:pt>
                <ns0:pt idx="213">
                  <ns0:v>-4.62950279818</ns0:v>
                </ns0:pt>
                <ns0:pt idx="214">
                  <ns0:v>-89.1973419423</ns0:v>
                </ns0:pt>
                <ns0:pt idx="215">
                  <ns0:v>-138.643679562</ns0:v>
                </ns0:pt>
                <ns0:pt idx="216">
                  <ns0:v>-134.558506466</ns0:v>
                </ns0:pt>
                <ns0:pt idx="217">
                  <ns0:v>-80.4125102176</ns0:v>
                </ns0:pt>
                <ns0:pt idx="218">
                  <ns0:v>4.9532233811</ns0:v>
                </ns0:pt>
                <ns0:pt idx="219">
                  <ns0:v>88.1504547498</ns0:v>
                </ns0:pt>
                <ns0:pt idx="220">
                  <ns0:v>126.977783566</ns0:v>
                </ns0:pt>
                <ns0:pt idx="221">
                  <ns0:v>102.984847147</ns0:v>
                </ns0:pt>
                <ns0:pt idx="222">
                  <ns0:v>42.6585963235</ns0:v>
                </ns0:pt>
                <ns0:pt idx="223">
                  <ns0:v>-23.175273418</ns0:v>
                </ns0:pt>
                <ns0:pt idx="224">
                  <ns0:v>-76.5177687833</ns0:v>
                </ns0:pt>
                <ns0:pt idx="225">
                  <ns0:v>-90.7305525956</ns0:v>
                </ns0:pt>
                <ns0:pt idx="226">
                  <ns0:v>-43.5608162104</ns0:v>
                </ns0:pt>
                <ns0:pt idx="227">
                  <ns0:v>32.9327970611</ns0:v>
                </ns0:pt>
                <ns0:pt idx="228">
                  <ns0:v>87.1775670827</ns0:v>
                </ns0:pt>
                <ns0:pt idx="229">
                  <ns0:v>101.157357408</ns0:v>
                </ns0:pt>
                <ns0:pt idx="230">
                  <ns0:v>82.2521746175</ns0:v>
                </ns0:pt>
                <ns0:pt idx="231">
                  <ns0:v>42.710154176</ns0:v>
                </ns0:pt>
                <ns0:pt idx="232">
                  <ns0:v>12.3906344223</ns0:v>
                </ns0:pt>
                <ns0:pt idx="233">
                  <ns0:v>11.0701448089</ns0:v>
                </ns0:pt>
                <ns0:pt idx="234">
                  <ns0:v>30.1160741583</ns0:v>
                </ns0:pt>
                <ns0:pt idx="235">
                  <ns0:v>49.5628708339</ns0:v>
                </ns0:pt>
                <ns0:pt idx="236">
                  <ns0:v>45.3364695882</ns0:v>
                </ns0:pt>
                <ns0:pt idx="237">
                  <ns0:v>13.1668236257</ns0:v>
                </ns0:pt>
                <ns0:pt idx="238">
                  <ns0:v>-0.629969803633</ns0:v>
                </ns0:pt>
                <ns0:pt idx="239">
                  <ns0:v>13.9883554402</ns0:v>
                </ns0:pt>
                <ns0:pt idx="240">
                  <ns0:v>14.7032566436</ns0:v>
                </ns0:pt>
                <ns0:pt idx="241">
                  <ns0:v>-13.8791520404</ns0:v>
                </ns0:pt>
                <ns0:pt idx="242">
                  <ns0:v>-31.8553498565</ns0:v>
                </ns0:pt>
                <ns0:pt idx="243">
                  <ns0:v>-15.8897675968</ns0:v>
                </ns0:pt>
                <ns0:pt idx="244">
                  <ns0:v>23.0672265554</ns0:v>
                </ns0:pt>
                <ns0:pt idx="245">
                  <ns0:v>76.9059447278</ns0:v>
                </ns0:pt>
                <ns0:pt idx="246">
                  <ns0:v>116.897641874</ns0:v>
                </ns0:pt>
                <ns0:pt idx="247">
                  <ns0:v>105.581567605</ns0:v>
                </ns0:pt>
                <ns0:pt idx="248">
                  <ns0:v>38.1999673759</ns0:v>
                </ns0:pt>
                <ns0:pt idx="249">
                  <ns0:v>-49.3907868387</ns0:v>
                </ns0:pt>
                <ns0:pt idx="250">
                  <ns0:v>-108.614372569</ns0:v>
                </ns0:pt>
                <ns0:pt idx="251">
                  <ns0:v>-103.023164151</ns0:v>
                </ns0:pt>
                <ns0:pt idx="252">
                  <ns0:v>-42.1403247456</ns0:v>
                </ns0:pt>
                <ns0:pt idx="253">
                  <ns0:v>22.9012738918</ns0:v>
                </ns0:pt>
                <ns0:pt idx="254">
                  <ns0:v>57.1577696534</ns0:v>
                </ns0:pt>
                <ns0:pt idx="255">
                  <ns0:v>61.2078311111</ns0:v>
                </ns0:pt>
                <ns0:pt idx="256">
                  <ns0:v>45.5900565807</ns0:v>
                </ns0:pt>
                <ns0:pt idx="257">
                  <ns0:v>10.7410923106</ns0:v>
                </ns0:pt>
                <ns0:pt idx="258">
                  <ns0:v>-30.284191797</ns0:v>
                </ns0:pt>
                <ns0:pt idx="259">
                  <ns0:v>-52.7965462236</ns0:v>
                </ns0:pt>
                <ns0:pt idx="260">
                  <ns0:v>-56.0880727213</ns0:v>
                </ns0:pt>
                <ns0:pt idx="261">
                  <ns0:v>-48.1875808198</ns0:v>
                </ns0:pt>
                <ns0:pt idx="262">
                  <ns0:v>-22.7978898254</ns0:v>
                </ns0:pt>
                <ns0:pt idx="263">
                  <ns0:v>11.3761135658</ns0:v>
                </ns0:pt>
                <ns0:pt idx="264">
                  <ns0:v>26.8405561811</ns0:v>
                </ns0:pt>
                <ns0:pt idx="265">
                  <ns0:v>26.0461291538</ns0:v>
                </ns0:pt>
                <ns0:pt idx="266">
                  <ns0:v>33.6039843543</ns0:v>
                </ns0:pt>
                <ns0:pt idx="267">
                  <ns0:v>39.7181002169</ns0:v>
                </ns0:pt>
                <ns0:pt idx="268">
                  <ns0:v>25.5786472889</ns0:v>
                </ns0:pt>
                <ns0:pt idx="269">
                  <ns0:v>-2.59783471428</ns0:v>
                </ns0:pt>
                <ns0:pt idx="270">
                  <ns0:v>-25.5708547446</ns0:v>
                </ns0:pt>
                <ns0:pt idx="271">
                  <ns0:v>-41.4834799179</ns0:v>
                </ns0:pt>
                <ns0:pt idx="272">
                  <ns0:v>-50.136678877</ns0:v>
                </ns0:pt>
                <ns0:pt idx="273">
                  <ns0:v>-44.7681531798</ns0:v>
                </ns0:pt>
                <ns0:pt idx="274">
                  <ns0:v>-27.541458382</ns0:v>
                </ns0:pt>
                <ns0:pt idx="275">
                  <ns0:v>-3.80514649463</ns0:v>
                </ns0:pt>
                <ns0:pt idx="276">
                  <ns0:v>20.0818128358</ns0:v>
                </ns0:pt>
                <ns0:pt idx="277">
                  <ns0:v>16.2986790543</ns0:v>
                </ns0:pt>
                <ns0:pt idx="278">
                  <ns0:v>-22.2827505599</ns0:v>
                </ns0:pt>
                <ns0:pt idx="279">
                  <ns0:v>-52.8971338799</ns0:v>
                </ns0:pt>
                <ns0:pt idx="280">
                  <ns0:v>-35.7770614285</ns0:v>
                </ns0:pt>
                <ns0:pt idx="281">
                  <ns0:v>-2.25461712185</ns0:v>
                </ns0:pt>
                <ns0:pt idx="282">
                  <ns0:v>-5.34981325538</ns0:v>
                </ns0:pt>
                <ns0:pt idx="283">
                  <ns0:v>-32.4675904589</ns0:v>
                </ns0:pt>
                <ns0:pt idx="284">
                  <ns0:v>-51.7991710506</ns0:v>
                </ns0:pt>
                <ns0:pt idx="285">
                  <ns0:v>-47.9752517258</ns0:v>
                </ns0:pt>
                <ns0:pt idx="286">
                  <ns0:v>-29.4021514688</ns0:v>
                </ns0:pt>
                <ns0:pt idx="287">
                  <ns0:v>-6.40137331252</ns0:v>
                </ns0:pt>
                <ns0:pt idx="288">
                  <ns0:v>16.2859863564</ns0:v>
                </ns0:pt>
                <ns0:pt idx="289">
                  <ns0:v>35.5347780723</ns0:v>
                </ns0:pt>
                <ns0:pt idx="290">
                  <ns0:v>44.133672141</ns0:v>
                </ns0:pt>
                <ns0:pt idx="291">
                  <ns0:v>39.2183685411</ns0:v>
                </ns0:pt>
                <ns0:pt idx="292">
                  <ns0:v>34.5475447554</ns0:v>
                </ns0:pt>
                <ns0:pt idx="293">
                  <ns0:v>42.5823452689</ns0:v>
                </ns0:pt>
                <ns0:pt idx="294">
                  <ns0:v>57.6895930222</ns0:v>
                </ns0:pt>
                <ns0:pt idx="295">
                  <ns0:v>63.8517689286</ns0:v>
                </ns0:pt>
                <ns0:pt idx="296">
                  <ns0:v>44.8073698956</ns0:v>
                </ns0:pt>
                <ns0:pt idx="297">
                  <ns0:v>-6.47972955109</ns0:v>
                </ns0:pt>
                <ns0:pt idx="298">
                  <ns0:v>-65.6685282113</ns0:v>
                </ns0:pt>
                <ns0:pt idx="299">
                  <ns0:v>-86.8403399056</ns0:v>
                </ns0:pt>
                <ns0:pt idx="300">
                  <ns0:v>-40.1605931504</ns0:v>
                </ns0:pt>
                <ns0:pt idx="301">
                  <ns0:v>54.1284632337</ns0:v>
                </ns0:pt>
                <ns0:pt idx="302">
                  <ns0:v>141.122880516</ns0:v>
                </ns0:pt>
                <ns0:pt idx="303">
                  <ns0:v>172.383298384</ns0:v>
                </ns0:pt>
                <ns0:pt idx="304">
                  <ns0:v>133.390412891</ns0:v>
                </ns0:pt>
                <ns0:pt idx="305">
                  <ns0:v>40.7305568976</ns0:v>
                </ns0:pt>
                <ns0:pt idx="306">
                  <ns0:v>-74.9466691198</ns0:v>
                </ns0:pt>
                <ns0:pt idx="307">
                  <ns0:v>-175.964547786</ns0:v>
                </ns0:pt>
                <ns0:pt idx="308">
                  <ns0:v>-205.796116303</ns0:v>
                </ns0:pt>
                <ns0:pt idx="309">
                  <ns0:v>-127.447042258</ns0:v>
                </ns0:pt>
                <ns0:pt idx="310">
                  <ns0:v>22.1122996147</ns0:v>
                </ns0:pt>
                <ns0:pt idx="311">
                  <ns0:v>155.344185177</ns0:v>
                </ns0:pt>
                <ns0:pt idx="312">
                  <ns0:v>207.249238637</ns0:v>
                </ns0:pt>
                <ns0:pt idx="313">
                  <ns0:v>164.257985274</ns0:v>
                </ns0:pt>
                <ns0:pt idx="314">
                  <ns0:v>49.2260541231</ns0:v>
                </ns0:pt>
                <ns0:pt idx="315">
                  <ns0:v>-81.7870160318</ns0:v>
                </ns0:pt>
                <ns0:pt idx="316">
                  <ns0:v>-154.531278921</ns0:v>
                </ns0:pt>
                <ns0:pt idx="317">
                  <ns0:v>-133.158803053</ns0:v>
                </ns0:pt>
                <ns0:pt idx="318">
                  <ns0:v>-49.5800243446</ns0:v>
                </ns0:pt>
                <ns0:pt idx="319">
                  <ns0:v>43.0553439105</ns0:v>
                </ns0:pt>
                <ns0:pt idx="320">
                  <ns0:v>104.388104354</ns0:v>
                </ns0:pt>
                <ns0:pt idx="321">
                  <ns0:v>102.089853604</ns0:v>
                </ns0:pt>
                <ns0:pt idx="322">
                  <ns0:v>37.9394782416</ns0:v>
                </ns0:pt>
                <ns0:pt idx="323">
                  <ns0:v>-45.6626144352</ns0:v>
                </ns0:pt>
                <ns0:pt idx="324">
                  <ns0:v>-99.5054717693</ns0:v>
                </ns0:pt>
                <ns0:pt idx="325">
                  <ns0:v>-93.1471202898</ns0:v>
                </ns0:pt>
                <ns0:pt idx="326">
                  <ns0:v>-29.96774023</ns0:v>
                </ns0:pt>
                <ns0:pt idx="327">
                  <ns0:v>45.3141390455</ns0:v>
                </ns0:pt>
                <ns0:pt idx="328">
                  <ns0:v>77.6153763421</ns0:v>
                </ns0:pt>
                <ns0:pt idx="329">
                  <ns0:v>55.6949345443</ns0:v>
                </ns0:pt>
                <ns0:pt idx="330">
                  <ns0:v>6.37586673996</ns0:v>
                </ns0:pt>
                <ns0:pt idx="331">
                  <ns0:v>-38.5484899286</ns0:v>
                </ns0:pt>
                <ns0:pt idx="332">
                  <ns0:v>-57.4296226367</ns0:v>
                </ns0:pt>
                <ns0:pt idx="333">
                  <ns0:v>-38.7863254951</ns0:v>
                </ns0:pt>
                <ns0:pt idx="334">
                  <ns0:v>5.832552202</ns0:v>
                </ns0:pt>
                <ns0:pt idx="335">
                  <ns0:v>50.3724453649</ns0:v>
                </ns0:pt>
                <ns0:pt idx="336">
                  <ns0:v>71.4391169668</ns0:v>
                </ns0:pt>
                <ns0:pt idx="337">
                  <ns0:v>51.7227455726</ns0:v>
                </ns0:pt>
                <ns0:pt idx="338">
                  <ns0:v>-5.33361403003</ns0:v>
                </ns0:pt>
                <ns0:pt idx="339">
                  <ns0:v>-66.8867114376</ns0:v>
                </ns0:pt>
                <ns0:pt idx="340">
                  <ns0:v>-99.2163648777</ns0:v>
                </ns0:pt>
                <ns0:pt idx="341">
                  <ns0:v>-97.9113650167</ns0:v>
                </ns0:pt>
                <ns0:pt idx="342">
                  <ns0:v>-69.7096031921</ns0:v>
                </ns0:pt>
                <ns0:pt idx="343">
                  <ns0:v>-23.1847748373</ns0:v>
                </ns0:pt>
                <ns0:pt idx="344">
                  <ns0:v>17.6450580411</ns0:v>
                </ns0:pt>
                <ns0:pt idx="345">
                  <ns0:v>35.3337796909</ns0:v>
                </ns0:pt>
                <ns0:pt idx="346">
                  <ns0:v>49.8161149108</ns0:v>
                </ns0:pt>
                <ns0:pt idx="347">
                  <ns0:v>78.1703440427</ns0:v>
                </ns0:pt>
                <ns0:pt idx="348">
                  <ns0:v>90.0659035471</ns0:v>
                </ns0:pt>
                <ns0:pt idx="349">
                  <ns0:v>59.3740527689</ns0:v>
                </ns0:pt>
                <ns0:pt idx="350">
                  <ns0:v>-11.5905290683</ns0:v>
                </ns0:pt>
                <ns0:pt idx="351">
                  <ns0:v>-90.6104646136</ns0:v>
                </ns0:pt>
                <ns0:pt idx="352">
                  <ns0:v>-134.344720487</ns0:v>
                </ns0:pt>
                <ns0:pt idx="353">
                  <ns0:v>-112.574048806</ns0:v>
                </ns0:pt>
                <ns0:pt idx="354">
                  <ns0:v>-35.8623228518</ns0:v>
                </ns0:pt>
                <ns0:pt idx="355">
                  <ns0:v>53.5880283567</ns0:v>
                </ns0:pt>
                <ns0:pt idx="356">
                  <ns0:v>111.6501206</ns0:v>
                </ns0:pt>
                <ns0:pt idx="357">
                  <ns0:v>110.424159136</ns0:v>
                </ns0:pt>
                <ns0:pt idx="358">
                  <ns0:v>58.4653519777</ns0:v>
                </ns0:pt>
                <ns0:pt idx="359">
                  <ns0:v>-11.7254836862</ns0:v>
                </ns0:pt>
                <ns0:pt idx="360">
                  <ns0:v>-75.6747478484</ns0:v>
                </ns0:pt>
                <ns0:pt idx="361">
                  <ns0:v>-113.18891418</ns0:v>
                </ns0:pt>
                <ns0:pt idx="362">
                  <ns0:v>-95.6133563797</ns0:v>
                </ns0:pt>
                <ns0:pt idx="363">
                  <ns0:v>-26.063312593</ns0:v>
                </ns0:pt>
                <ns0:pt idx="364">
                  <ns0:v>50.8865252551</ns0:v>
                </ns0:pt>
                <ns0:pt idx="365">
                  <ns0:v>105.421933862</ns0:v>
                </ns0:pt>
                <ns0:pt idx="366">
                  <ns0:v>128.835473845</ns0:v>
                </ns0:pt>
                <ns0:pt idx="367">
                  <ns0:v>99.8594427049</ns0:v>
                </ns0:pt>
                <ns0:pt idx="368">
                  <ns0:v>20.0456801938</ns0:v>
                </ns0:pt>
                <ns0:pt idx="369">
                  <ns0:v>-64.5948681843</ns0:v>
                </ns0:pt>
                <ns0:pt idx="370">
                  <ns0:v>-106.590166227</ns0:v>
                </ns0:pt>
                <ns0:pt idx="371">
                  <ns0:v>-93.4628925258</ns0:v>
                </ns0:pt>
                <ns0:pt idx="372">
                  <ns0:v>-43.6562570763</ns0:v>
                </ns0:pt>
                <ns0:pt idx="373">
                  <ns0:v>10.6276953887</ns0:v>
                </ns0:pt>
                <ns0:pt idx="374">
                  <ns0:v>44.656152786</ns0:v>
                </ns0:pt>
                <ns0:pt idx="375">
                  <ns0:v>55.25858489</ns0:v>
                </ns0:pt>
                <ns0:pt idx="376">
                  <ns0:v>53.7973991933</ns0:v>
                </ns0:pt>
                <ns0:pt idx="377">
                  <ns0:v>44.8087422252</ns0:v>
                </ns0:pt>
                <ns0:pt idx="378">
                  <ns0:v>24.8294794251</ns0:v>
                </ns0:pt>
                <ns0:pt idx="379">
                  <ns0:v>-14.1214694106</ns0:v>
                </ns0:pt>
                <ns0:pt idx="380">
                  <ns0:v>-58.5762931601</ns0:v>
                </ns0:pt>
                <ns0:pt idx="381">
                  <ns0:v>-66.4844877286</ns0:v>
                </ns0:pt>
                <ns0:pt idx="382">
                  <ns0:v>-19.1274592679</ns0:v>
                </ns0:pt>
                <ns0:pt idx="383">
                  <ns0:v>51.1511424641</ns0:v>
                </ns0:pt>
                <ns0:pt idx="384">
                  <ns0:v>96.7966593407</ns0:v>
                </ns0:pt>
                <ns0:pt idx="385">
                  <ns0:v>86.8030866668</ns0:v>
                </ns0:pt>
                <ns0:pt idx="386">
                  <ns0:v>31.2091207505</ns0:v>
                </ns0:pt>
                <ns0:pt idx="387">
                  <ns0:v>-31.4528328611</ns0:v>
                </ns0:pt>
                <ns0:pt idx="388">
                  <ns0:v>-67.2032529234</ns0:v>
                </ns0:pt>
                <ns0:pt idx="389">
                  <ns0:v>-56.4862103094</ns0:v>
                </ns0:pt>
                <ns0:pt idx="390">
                  <ns0:v>-2.18066850837</ns0:v>
                </ns0:pt>
                <ns0:pt idx="391">
                  <ns0:v>62.6793112395</ns0:v>
                </ns0:pt>
                <ns0:pt idx="392">
                  <ns0:v>100.471221885</ns0:v>
                </ns0:pt>
                <ns0:pt idx="393">
                  <ns0:v>103.490654715</ns0:v>
                </ns0:pt>
                <ns0:pt idx="394">
                  <ns0:v>81.4093246294</ns0:v>
                </ns0:pt>
                <ns0:pt idx="395">
                  <ns0:v>36.2536997986</ns0:v>
                </ns0:pt>
                <ns0:pt idx="396">
                  <ns0:v>-22.2697043407</ns0:v>
                </ns0:pt>
                <ns0:pt idx="397">
                  <ns0:v>-68.9982996483</ns0:v>
                </ns0:pt>
                <ns0:pt idx="398">
                  <ns0:v>-75.6632815549</ns0:v>
                </ns0:pt>
                <ns0:pt idx="399">
                  <ns0:v>-43.4044136675</ns0:v>
                </ns0:pt>
                <ns0:pt idx="400">
                  <ns0:v>3.58503190227</ns0:v>
                </ns0:pt>
                <ns0:pt idx="401">
                  <ns0:v>45.0356792204</ns0:v>
                </ns0:pt>
                <ns0:pt idx="402">
                  <ns0:v>65.8139711805</ns0:v>
                </ns0:pt>
                <ns0:pt idx="403">
                  <ns0:v>52.6194150198</ns0:v>
                </ns0:pt>
                <ns0:pt idx="404">
                  <ns0:v>6.6388389346</ns0:v>
                </ns0:pt>
                <ns0:pt idx="405">
                  <ns0:v>-43.6786636243</ns0:v>
                </ns0:pt>
                <ns0:pt idx="406">
                  <ns0:v>-49.4276120681</ns0:v>
                </ns0:pt>
                <ns0:pt idx="407">
                  <ns0:v>0.296290245325</ns0:v>
                </ns0:pt>
                <ns0:pt idx="408">
                  <ns0:v>64.926705611</ns0:v>
                </ns0:pt>
                <ns0:pt idx="409">
                  <ns0:v>94.6753417482</ns0:v>
                </ns0:pt>
                <ns0:pt idx="410">
                  <ns0:v>67.9549718067</ns0:v>
                </ns0:pt>
                <ns0:pt idx="411">
                  <ns0:v>9.100054242</ns0:v>
                </ns0:pt>
                <ns0:pt idx="412">
                  <ns0:v>-34.6987996705</ns0:v>
                </ns0:pt>
                <ns0:pt idx="413">
                  <ns0:v>-45.3835257985</ns0:v>
                </ns0:pt>
                <ns0:pt idx="414">
                  <ns0:v>-38.7231113103</ns0:v>
                </ns0:pt>
                <ns0:pt idx="415">
                  <ns0:v>-24.1037915789</ns0:v>
                </ns0:pt>
                <ns0:pt idx="416">
                  <ns0:v>6.14750495871</ns0:v>
                </ns0:pt>
                <ns0:pt idx="417">
                  <ns0:v>28.362990562</ns0:v>
                </ns0:pt>
                <ns0:pt idx="418">
                  <ns0:v>7.55636341928</ns0:v>
                </ns0:pt>
                <ns0:pt idx="419">
                  <ns0:v>-37.0736470757</ns0:v>
                </ns0:pt>
                <ns0:pt idx="420">
                  <ns0:v>-67.8676788295</ns0:v>
                </ns0:pt>
                <ns0:pt idx="421">
                  <ns0:v>-65.1019263823</ns0:v>
                </ns0:pt>
                <ns0:pt idx="422">
                  <ns0:v>-41.501854478</ns0:v>
                </ns0:pt>
                <ns0:pt idx="423">
                  <ns0:v>-21.1606504152</ns0:v>
                </ns0:pt>
                <ns0:pt idx="424">
                  <ns0:v>-11.7931869126</ns0:v>
                </ns0:pt>
                <ns0:pt idx="425">
                  <ns0:v>-5.47551740364</ns0:v>
                </ns0:pt>
                <ns0:pt idx="426">
                  <ns0:v>4.00512554687</ns0:v>
                </ns0:pt>
                <ns0:pt idx="427">
                  <ns0:v>5.33522495887</ns0:v>
                </ns0:pt>
                <ns0:pt idx="428">
                  <ns0:v>-7.88340540687</ns0:v>
                </ns0:pt>
                <ns0:pt idx="429">
                  <ns0:v>-25.1893197725</ns0:v>
                </ns0:pt>
                <ns0:pt idx="430">
                  <ns0:v>-36.8412539917</ns0:v>
                </ns0:pt>
                <ns0:pt idx="431">
                  <ns0:v>-40.2214193799</ns0:v>
                </ns0:pt>
                <ns0:pt idx="432">
                  <ns0:v>-32.6878559856</ns0:v>
                </ns0:pt>
                <ns0:pt idx="433">
                  <ns0:v>-11.6214193155</ns0:v>
                </ns0:pt>
                <ns0:pt idx="434">
                  <ns0:v>21.0139938974</ns0:v>
                </ns0:pt>
                <ns0:pt idx="435">
                  <ns0:v>54.2002538247</ns0:v>
                </ns0:pt>
                <ns0:pt idx="436">
                  <ns0:v>70.3671704428</ns0:v>
                </ns0:pt>
                <ns0:pt idx="437">
                  <ns0:v>55.197342716</ns0:v>
                </ns0:pt>
                <ns0:pt idx="438">
                  <ns0:v>9.98035424645</ns0:v>
                </ns0:pt>
                <ns0:pt idx="439">
                  <ns0:v>-38.9982861331</ns0:v>
                </ns0:pt>
                <ns0:pt idx="440">
                  <ns0:v>-55.2089277121</ns0:v>
                </ns0:pt>
                <ns0:pt idx="441">
                  <ns0:v>-35.6404581386</ns0:v>
                </ns0:pt>
                <ns0:pt idx="442">
                  <ns0:v>-9.92411487285</ns0:v>
                </ns0:pt>
                <ns0:pt idx="443">
                  <ns0:v>9.51977062954</ns0:v>
                </ns0:pt>
                <ns0:pt idx="444">
                  <ns0:v>31.4721789649</ns0:v>
                </ns0:pt>
                <ns0:pt idx="445">
                  <ns0:v>45.722876291</ns0:v>
                </ns0:pt>
                <ns0:pt idx="446">
                  <ns0:v>32.6696477044</ns0:v>
                </ns0:pt>
                <ns0:pt idx="447">
                  <ns0:v>-5.93405957399</ns0:v>
                </ns0:pt>
                <ns0:pt idx="448">
                  <ns0:v>-56.7984710797</ns0:v>
                </ns0:pt>
                <ns0:pt idx="449">
                  <ns0:v>-93.8692436165</ns0:v>
                </ns0:pt>
                <ns0:pt idx="450">
                  <ns0:v>-80.6143246315</ns0:v>
                </ns0:pt>
                <ns0:pt idx="451">
                  <ns0:v>-13.995048825</ns0:v>
                </ns0:pt>
                <ns0:pt idx="452">
                  <ns0:v>59.7280684795</ns0:v>
                </ns0:pt>
                <ns0:pt idx="453">
                  <ns0:v>92.3425136978</ns0:v>
                </ns0:pt>
                <ns0:pt idx="454">
                  <ns0:v>67.9763396638</ns0:v>
                </ns0:pt>
                <ns0:pt idx="455">
                  <ns0:v>4.88593695132</ns0:v>
                </ns0:pt>
                <ns0:pt idx="456">
                  <ns0:v>-61.9276846692</ns0:v>
                </ns0:pt>
                <ns0:pt idx="457">
                  <ns0:v>-102.160533182</ns0:v>
                </ns0:pt>
                <ns0:pt idx="458">
                  <ns0:v>-99.4829306719</ns0:v>
                </ns0:pt>
                <ns0:pt idx="459">
                  <ns0:v>-54.5582510355</ns0:v>
                </ns0:pt>
                <ns0:pt idx="460">
                  <ns0:v>18.2846849192</ns0:v>
                </ns0:pt>
                <ns0:pt idx="461">
                  <ns0:v>102.641098516</ns0:v>
                </ns0:pt>
                <ns0:pt idx="462">
                  <ns0:v>165.868105122</ns0:v>
                </ns0:pt>
                <ns0:pt idx="463">
                  <ns0:v>163.628039981</ns0:v>
                </ns0:pt>
                <ns0:pt idx="464">
                  <ns0:v>80.9413926149</ns0:v>
                </ns0:pt>
                <ns0:pt idx="465">
                  <ns0:v>-42.917313755</ns0:v>
                </ns0:pt>
                <ns0:pt idx="466">
                  <ns0:v>-150.13140347</ns0:v>
                </ns0:pt>
                <ns0:pt idx="467">
                  <ns0:v>-193.62200551</ns0:v>
                </ns0:pt>
                <ns0:pt idx="468">
                  <ns0:v>-148.583613726</ns0:v>
                </ns0:pt>
                <ns0:pt idx="469">
                  <ns0:v>-31.4845782266</ns0:v>
                </ns0:pt>
                <ns0:pt idx="470">
                  <ns0:v>101.0096372</ns0:v>
                </ns0:pt>
                <ns0:pt idx="471">
                  <ns0:v>188.006302289</ns0:v>
                </ns0:pt>
                <ns0:pt idx="472">
                  <ns0:v>194.444647409</ns0:v>
                </ns0:pt>
                <ns0:pt idx="473">
                  <ns0:v>113.78331126</ns0:v>
                </ns0:pt>
                <ns0:pt idx="474">
                  <ns0:v>-20.3691266888</ns0:v>
                </ns0:pt>
                <ns0:pt idx="475">
                  <ns0:v>-139.116965979</ns0:v>
                </ns0:pt>
                <ns0:pt idx="476">
                  <ns0:v>-178.470493187</ns0:v>
                </ns0:pt>
                <ns0:pt idx="477">
                  <ns0:v>-124.6479103</ns0:v>
                </ns0:pt>
                <ns0:pt idx="478">
                  <ns0:v>-7.53003918262</ns0:v>
                </ns0:pt>
                <ns0:pt idx="479">
                  <ns0:v>117.036140786</ns0:v>
                </ns0:pt>
                <ns0:pt idx="480">
                  <ns0:v>172.856678892</ns0:v>
                </ns0:pt>
                <ns0:pt idx="481">
                  <ns0:v>126.297469737</ns0:v>
                </ns0:pt>
                <ns0:pt idx="482">
                  <ns0:v>14.3331605516</ns0:v>
                </ns0:pt>
                <ns0:pt idx="483">
                  <ns0:v>-108.17498554</ns0:v>
                </ns0:pt>
                <ns0:pt idx="484">
                  <ns0:v>-191.676500754</ns0:v>
                </ns0:pt>
                <ns0:pt idx="485">
                  <ns0:v>-198.246884235</ns0:v>
                </ns0:pt>
                <ns0:pt idx="486">
                  <ns0:v>-135.632598409</ns0:v>
                </ns0:pt>
                <ns0:pt idx="487">
                  <ns0:v>-39.3710360512</ns0:v>
                </ns0:pt>
                <ns0:pt idx="488">
                  <ns0:v>57.2630834043</ns0:v>
                </ns0:pt>
                <ns0:pt idx="489">
                  <ns0:v>122.889092644</ns0:v>
                </ns0:pt>
                <ns0:pt idx="490">
                  <ns0:v>127.487938428</ns0:v>
                </ns0:pt>
                <ns0:pt idx="491">
                  <ns0:v>69.6430126905</ns0:v>
                </ns0:pt>
                <ns0:pt idx="492">
                  <ns0:v>-11.2863580746</ns0:v>
                </ns0:pt>
                <ns0:pt idx="493">
                  <ns0:v>-75.5131191258</ns0:v>
                </ns0:pt>
                <ns0:pt idx="494">
                  <ns0:v>-111.972042007</ns0:v>
                </ns0:pt>
                <ns0:pt idx="495">
                  <ns0:v>-113.818142263</ns0:v>
                </ns0:pt>
                <ns0:pt idx="496">
                  <ns0:v>-63.6503505082</ns0:v>
                </ns0:pt>
                <ns0:pt idx="497">
                  <ns0:v>30.4663198245</ns0:v>
                </ns0:pt>
                <ns0:pt idx="498">
                  <ns0:v>112.915516849</ns0:v>
                </ns0:pt>
                <ns0:pt idx="499">
                  <ns0:v>117.917047036</ns0:v>
                </ns0:pt>
                <ns0:pt idx="500">
                  <ns0:v>43.4032631895</ns0:v>
                </ns0:pt>
                <ns0:pt idx="501">
                  <ns0:v>-45.8350619764</ns0:v>
                </ns0:pt>
                <ns0:pt idx="502">
                  <ns0:v>-88.6514678556</ns0:v>
                </ns0:pt>
                <ns0:pt idx="503">
                  <ns0:v>-79.6224060548</ns0:v>
                </ns0:pt>
                <ns0:pt idx="504">
                  <ns0:v>-32.5438656605</ns0:v>
                </ns0:pt>
                <ns0:pt idx="505">
                  <ns0:v>39.4088716355</ns0:v>
                </ns0:pt>
                <ns0:pt idx="506">
                  <ns0:v>89.9834314819</ns0:v>
                </ns0:pt>
                <ns0:pt idx="507">
                  <ns0:v>76.497051503</ns0:v>
                </ns0:pt>
                <ns0:pt idx="508">
                  <ns0:v>20.401667679</ns0:v>
                </ns0:pt>
                <ns0:pt idx="509">
                  <ns0:v>-34.8065244077</ns0:v>
                </ns0:pt>
                <ns0:pt idx="510">
                  <ns0:v>-73.5182594955</ns0:v>
                </ns0:pt>
                <ns0:pt idx="511">
                  <ns0:v>-90.970329982</ns0:v>
                </ns0:pt>
                <ns0:pt idx="512">
                  <ns0:v>-87.2673541498</ns0:v>
                </ns0:pt>
                <ns0:pt idx="513">
                  <ns0:v>-68.8535075824</ns0:v>
                </ns0:pt>
                <ns0:pt idx="514">
                  <ns0:v>-29.6755070902</ns0:v>
                </ns0:pt>
                <ns0:pt idx="515">
                  <ns0:v>31.4596179007</ns0:v>
                </ns0:pt>
                <ns0:pt idx="516">
                  <ns0:v>81.0494897508</ns0:v>
                </ns0:pt>
                <ns0:pt idx="517">
                  <ns0:v>83.8146563741</ns0:v>
                </ns0:pt>
                <ns0:pt idx="518">
                  <ns0:v>46.8442287317</ns0:v>
                </ns0:pt>
                <ns0:pt idx="519">
                  <ns0:v>0.0312421445748</ns0:v>
                </ns0:pt>
                <ns0:pt idx="520">
                  <ns0:v>-29.4066952285</ns0:v>
                </ns0:pt>
                <ns0:pt idx="521">
                  <ns0:v>-18.7175314337</ns0:v>
                </ns0:pt>
                <ns0:pt idx="522">
                  <ns0:v>33.7622410305</ns0:v>
                </ns0:pt>
                <ns0:pt idx="523">
                  <ns0:v>94.4019813058</ns0:v>
                </ns0:pt>
                <ns0:pt idx="524">
                  <ns0:v>114.718783143</ns0:v>
                </ns0:pt>
                <ns0:pt idx="525">
                  <ns0:v>71.0931085738</ns0:v>
                </ns0:pt>
                <ns0:pt idx="526">
                  <ns0:v>-4.5364156023</ns0:v>
                </ns0:pt>
                <ns0:pt idx="527">
                  <ns0:v>-68.4282565531</ns0:v>
                </ns0:pt>
                <ns0:pt idx="528">
                  <ns0:v>-98.2546348572</ns0:v>
                </ns0:pt>
                <ns0:pt idx="529">
                  <ns0:v>-76.7668236117</ns0:v>
                </ns0:pt>
                <ns0:pt idx="530">
                  <ns0:v>-6.31302016646</ns0:v>
                </ns0:pt>
                <ns0:pt idx="531">
                  <ns0:v>72.5827392417</ns0:v>
                </ns0:pt>
                <ns0:pt idx="532">
                  <ns0:v>117.706300196</ns0:v>
                </ns0:pt>
                <ns0:pt idx="533">
                  <ns0:v>105.765106679</ns0:v>
                </ns0:pt>
                <ns0:pt idx="534">
                  <ns0:v>33.9640097209</ns0:v>
                </ns0:pt>
                <ns0:pt idx="535">
                  <ns0:v>-61.5691088706</ns0:v>
                </ns0:pt>
                <ns0:pt idx="536">
                  <ns0:v>-121.833456359</ns0:v>
                </ns0:pt>
                <ns0:pt idx="537">
                  <ns0:v>-123.596424677</ns0:v>
                </ns0:pt>
                <ns0:pt idx="538">
                  <ns0:v>-84.4902050595</ns0:v>
                </ns0:pt>
                <ns0:pt idx="539">
                  <ns0:v>-19.2636407753</ns0:v>
                </ns0:pt>
                <ns0:pt idx="540">
                  <ns0:v>46.0441427693</ns0:v>
                </ns0:pt>
                <ns0:pt idx="541">
                  <ns0:v>77.1527811355</ns0:v>
                </ns0:pt>
                <ns0:pt idx="542">
                  <ns0:v>71.7699609963</ns0:v>
                </ns0:pt>
                <ns0:pt idx="543">
                  <ns0:v>57.0677349022</ns0:v>
                </ns0:pt>
                <ns0:pt idx="544">
                  <ns0:v>35.7940297645</ns0:v>
                </ns0:pt>
                <ns0:pt idx="545">
                  <ns0:v>5.39621814931</ns0:v>
                </ns0:pt>
                <ns0:pt idx="546">
                  <ns0:v>-26.753758568</ns0:v>
                </ns0:pt>
                <ns0:pt idx="547">
                  <ns0:v>-39.8086379292</ns0:v>
                </ns0:pt>
                <ns0:pt idx="548">
                  <ns0:v>-4.01469862816</ns0:v>
                </ns0:pt>
                <ns0:pt idx="549">
                  <ns0:v>71.243528134</ns0:v>
                </ns0:pt>
                <ns0:pt idx="550">
                  <ns0:v>133.587823155</ns0:v>
                </ns0:pt>
                <ns0:pt idx="551">
                  <ns0:v>141.665795537</ns0:v>
                </ns0:pt>
                <ns0:pt idx="552">
                  <ns0:v>95.6379450311</ns0:v>
                </ns0:pt>
                <ns0:pt idx="553">
                  <ns0:v>23.2537141123</ns0:v>
                </ns0:pt>
                <ns0:pt idx="554">
                  <ns0:v>-47.7909954484</ns0:v>
                </ns0:pt>
                <ns0:pt idx="555">
                  <ns0:v>-102.752271666</ns0:v>
                </ns0:pt>
                <ns0:pt idx="556">
                  <ns0:v>-123.065831666</ns0:v>
                </ns0:pt>
                <ns0:pt idx="557">
                  <ns0:v>-83.1649042151</ns0:v>
                </ns0:pt>
                <ns0:pt idx="558">
                  <ns0:v>-2.38614804974</ns0:v>
                </ns0:pt>
                <ns0:pt idx="559">
                  <ns0:v>49.4384633185</ns0:v>
                </ns0:pt>
                <ns0:pt idx="560">
                  <ns0:v>44.6242504737</ns0:v>
                </ns0:pt>
                <ns0:pt idx="561">
                  <ns0:v>7.60840341635</ns0:v>
                </ns0:pt>
                <ns0:pt idx="562">
                  <ns0:v>-30.6423039564</ns0:v>
                </ns0:pt>
                <ns0:pt idx="563">
                  <ns0:v>-54.0338950878</ns0:v>
                </ns0:pt>
                <ns0:pt idx="564">
                  <ns0:v>-55.7764991584</ns0:v>
                </ns0:pt>
                <ns0:pt idx="565">
                  <ns0:v>-36.4462569489</ns0:v>
                </ns0:pt>
                <ns0:pt idx="566">
                  <ns0:v>-2.90956199642</ns0:v>
                </ns0:pt>
                <ns0:pt idx="567">
                  <ns0:v>36.6168230519</ns0:v>
                </ns0:pt>
                <ns0:pt idx="568">
                  <ns0:v>59.6627503379</ns0:v>
                </ns0:pt>
                <ns0:pt idx="569">
                  <ns0:v>35.3133284255</ns0:v>
                </ns0:pt>
                <ns0:pt idx="570">
                  <ns0:v>-25.4164652698</ns0:v>
                </ns0:pt>
                <ns0:pt idx="571">
                  <ns0:v>-67.9490128642</ns0:v>
                </ns0:pt>
                <ns0:pt idx="572">
                  <ns0:v>-42.8457359799</ns0:v>
                </ns0:pt>
                <ns0:pt idx="573">
                  <ns0:v>32.7204513219</ns0:v>
                </ns0:pt>
                <ns0:pt idx="574">
                  <ns0:v>104.677076765</ns0:v>
                </ns0:pt>
                <ns0:pt idx="575">
                  <ns0:v>122.714022228</ns0:v>
                </ns0:pt>
                <ns0:pt idx="576">
                  <ns0:v>75.8691223108</ns0:v>
                </ns0:pt>
                <ns0:pt idx="577">
                  <ns0:v>-1.35205375419</ns0:v>
                </ns0:pt>
                <ns0:pt idx="578">
                  <ns0:v>-69.707050411</ns0:v>
                </ns0:pt>
                <ns0:pt idx="579">
                  <ns0:v>-104.419549776</ns0:v>
                </ns0:pt>
                <ns0:pt idx="580">
                  <ns0:v>-85.9037179065</ns0:v>
                </ns0:pt>
                <ns0:pt idx="581">
                  <ns0:v>-12.4177607897</ns0:v>
                </ns0:pt>
                <ns0:pt idx="582">
                  <ns0:v>80.186799615</ns0:v>
                </ns0:pt>
                <ns0:pt idx="583">
                  <ns0:v>141.537653271</ns0:v>
                </ns0:pt>
                <ns0:pt idx="584">
                  <ns0:v>140.466279182</ns0:v>
                </ns0:pt>
                <ns0:pt idx="585">
                  <ns0:v>77.5074663262</ns0:v>
                </ns0:pt>
                <ns0:pt idx="586">
                  <ns0:v>-13.4694032887</ns0:v>
                </ns0:pt>
                <ns0:pt idx="587">
                  <ns0:v>-84.6790984159</ns0:v>
                </ns0:pt>
                <ns0:pt idx="588">
                  <ns0:v>-107.305301687</ns0:v>
                </ns0:pt>
                <ns0:pt idx="589">
                  <ns0:v>-88.8155400558</ns0:v>
                </ns0:pt>
                <ns0:pt idx="590">
                  <ns0:v>-41.2211927913</ns0:v>
                </ns0:pt>
                <ns0:pt idx="591">
                  <ns0:v>35.8367404628</ns0:v>
                </ns0:pt>
                <ns0:pt idx="592">
                  <ns0:v>122.400754136</ns0:v>
                </ns0:pt>
                <ns0:pt idx="593">
                  <ns0:v>169.304215304</ns0:v>
                </ns0:pt>
                <ns0:pt idx="594">
                  <ns0:v>147.236651712</ns0:v>
                </ns0:pt>
                <ns0:pt idx="595">
                  <ns0:v>61.7237876607</ns0:v>
                </ns0:pt>
                <ns0:pt idx="596">
                  <ns0:v>-50.6864840116</ns0:v>
                </ns0:pt>
                <ns0:pt idx="597">
                  <ns0:v>-133.618527297</ns0:v>
                </ns0:pt>
                <ns0:pt idx="598">
                  <ns0:v>-142.264970728</ns0:v>
                </ns0:pt>
                <ns0:pt idx="599">
                  <ns0:v>-91.0404862433</ns0:v>
                </ns0:pt>
                <ns0:pt idx="600">
                  <ns0:v>-17.1495993529</ns0:v>
                </ns0:pt>
                <ns0:pt idx="601">
                  <ns0:v>55.2565094231</ns0:v>
                </ns0:pt>
                <ns0:pt idx="602">
                  <ns0:v>103.865589188</ns0:v>
                </ns0:pt>
                <ns0:pt idx="603">
                  <ns0:v>110.518074548</ns0:v>
                </ns0:pt>
                <ns0:pt idx="604">
                  <ns0:v>70.8932076814</ns0:v>
                </ns0:pt>
                <ns0:pt idx="605">
                  <ns0:v>-4.94736482858</ns0:v>
                </ns0:pt>
                <ns0:pt idx="606">
                  <ns0:v>-77.8273757855</ns0:v>
                </ns0:pt>
                <ns0:pt idx="607">
                  <ns0:v>-85.183813713</ns0:v>
                </ns0:pt>
                <ns0:pt idx="608">
                  <ns0:v>-26.6235735486</ns0:v>
                </ns0:pt>
                <ns0:pt idx="609">
                  <ns0:v>45.2826319784</ns0:v>
                </ns0:pt>
                <ns0:pt idx="610">
                  <ns0:v>93.2929457655</ns0:v>
                </ns0:pt>
                <ns0:pt idx="611">
                  <ns0:v>114.895410372</ns0:v>
                </ns0:pt>
                <ns0:pt idx="612">
                  <ns0:v>100.375059626</ns0:v>
                </ns0:pt>
                <ns0:pt idx="613">
                  <ns0:v>50.8541864118</ns0:v>
                </ns0:pt>
                <ns0:pt idx="614">
                  <ns0:v>-5.62952345515</ns0:v>
                </ns0:pt>
                <ns0:pt idx="615">
                  <ns0:v>-51.5849748663</ns0:v>
                </ns0:pt>
                <ns0:pt idx="616">
                  <ns0:v>-97.0556645723</ns0:v>
                </ns0:pt>
                <ns0:pt idx="617">
                  <ns0:v>-124.719776028</ns0:v>
                </ns0:pt>
                <ns0:pt idx="618">
                  <ns0:v>-108.243520822</ns0:v>
                </ns0:pt>
                <ns0:pt idx="619">
                  <ns0:v>-53.1610089966</ns0:v>
                </ns0:pt>
                <ns0:pt idx="620">
                  <ns0:v>20.6196819698</ns0:v>
                </ns0:pt>
                <ns0:pt idx="621">
                  <ns0:v>100.661523127</ns0:v>
                </ns0:pt>
                <ns0:pt idx="622">
                  <ns0:v>149.275159904</ns0:v>
                </ns0:pt>
                <ns0:pt idx="623">
                  <ns0:v>129.452741782</ns0:v>
                </ns0:pt>
                <ns0:pt idx="624">
                  <ns0:v>63.7143632806</ns0:v>
                </ns0:pt>
                <ns0:pt idx="625">
                  <ns0:v>-3.97690231726</ns0:v>
                </ns0:pt>
                <ns0:pt idx="626">
                  <ns0:v>-61.7619803691</ns0:v>
                </ns0:pt>
                <ns0:pt idx="627">
                  <ns0:v>-109.456030347</ns0:v>
                </ns0:pt>
                <ns0:pt idx="628">
                  <ns0:v>-118.003550171</ns0:v>
                </ns0:pt>
                <ns0:pt idx="629">
                  <ns0:v>-70.072712891</ns0:v>
                </ns0:pt>
                <ns0:pt idx="630">
                  <ns0:v>6.88558817329</ns0:v>
                </ns0:pt>
                <ns0:pt idx="631">
                  <ns0:v>72.2089528921</ns0:v>
                </ns0:pt>
                <ns0:pt idx="632">
                  <ns0:v>98.7487691836</ns0:v>
                </ns0:pt>
                <ns0:pt idx="633">
                  <ns0:v>73.3316286628</ns0:v>
                </ns0:pt>
                <ns0:pt idx="634">
                  <ns0:v>9.79004116113</ns0:v>
                </ns0:pt>
                <ns0:pt idx="635">
                  <ns0:v>-40.5657439166</ns0:v>
                </ns0:pt>
                <ns0:pt idx="636">
                  <ns0:v>-41.2760341405</ns0:v>
                </ns0:pt>
                <ns0:pt idx="637">
                  <ns0:v>-10.5653279936</ns0:v>
                </ns0:pt>
                <ns0:pt idx="638">
                  <ns0:v>19.4480216027</ns0:v>
                </ns0:pt>
                <ns0:pt idx="639">
                  <ns0:v>52.0632674856</ns0:v>
                </ns0:pt>
                <ns0:pt idx="640">
                  <ns0:v>91.1733993092</ns0:v>
                </ns0:pt>
                <ns0:pt idx="641">
                  <ns0:v>105.300548086</ns0:v>
                </ns0:pt>
                <ns0:pt idx="642">
                  <ns0:v>75.7726713498</ns0:v>
                </ns0:pt>
                <ns0:pt idx="643">
                  <ns0:v>14.8940121814</ns0:v>
                </ns0:pt>
                <ns0:pt idx="644">
                  <ns0:v>-47.6872565104</ns0:v>
                </ns0:pt>
                <ns0:pt idx="645">
                  <ns0:v>-84.868407592</ns0:v>
                </ns0:pt>
                <ns0:pt idx="646">
                  <ns0:v>-86.1322980973</ns0:v>
                </ns0:pt>
                <ns0:pt idx="647">
                  <ns0:v>-53.7821641947</ns0:v>
                </ns0:pt>
                <ns0:pt idx="648">
                  <ns0:v>4.2727220487</ns0:v>
                </ns0:pt>
                <ns0:pt idx="649">
                  <ns0:v>62.5336057337</ns0:v>
                </ns0:pt>
                <ns0:pt idx="650">
                  <ns0:v>90.2598827598</ns0:v>
                </ns0:pt>
                <ns0:pt idx="651">
                  <ns0:v>82.6784772861</ns0:v>
                </ns0:pt>
                <ns0:pt idx="652">
                  <ns0:v>46.2709596874</ns0:v>
                </ns0:pt>
                <ns0:pt idx="653">
                  <ns0:v>-6.35340651112</ns0:v>
                </ns0:pt>
                <ns0:pt idx="654">
                  <ns0:v>-38.4325513717</ns0:v>
                </ns0:pt>
                <ns0:pt idx="655">
                  <ns0:v>-30.7500854909</ns0:v>
                </ns0:pt>
                <ns0:pt idx="656">
                  <ns0:v>-4.2817793345</ns0:v>
                </ns0:pt>
                <ns0:pt idx="657">
                  <ns0:v>16.7200141338</ns0:v>
                </ns0:pt>
                <ns0:pt idx="658">
                  <ns0:v>23.0260927833</ns0:v>
                </ns0:pt>
                <ns0:pt idx="659">
                  <ns0:v>8.76235198234</ns0:v>
                </ns0:pt>
                <ns0:pt idx="660">
                  <ns0:v>-11.2635373496</ns0:v>
                </ns0:pt>
                <ns0:pt idx="661">
                  <ns0:v>-12.7222242454</ns0:v>
                </ns0:pt>
                <ns0:pt idx="662">
                  <ns0:v>0.352301445848</ns0:v>
                </ns0:pt>
                <ns0:pt idx="663">
                  <ns0:v>18.7236467674</ns0:v>
                </ns0:pt>
                <ns0:pt idx="664">
                  <ns0:v>39.0440440536</ns0:v>
                </ns0:pt>
                <ns0:pt idx="665">
                  <ns0:v>37.0088981079</ns0:v>
                </ns0:pt>
                <ns0:pt idx="666">
                  <ns0:v>-5.19301656234</ns0:v>
                </ns0:pt>
                <ns0:pt idx="667">
                  <ns0:v>-56.1151106628</ns0:v>
                </ns0:pt>
                <ns0:pt idx="668">
                  <ns0:v>-73.7741853349</ns0:v>
                </ns0:pt>
                <ns0:pt idx="669">
                  <ns0:v>-51.9918716327</ns0:v>
                </ns0:pt>
                <ns0:pt idx="670">
                  <ns0:v>-18.4345682802</ns0:v>
                </ns0:pt>
                <ns0:pt idx="671">
                  <ns0:v>3.96170379306</ns0:v>
                </ns0:pt>
                <ns0:pt idx="672">
                  <ns0:v>1.3114365699</ns0:v>
                </ns0:pt>
                <ns0:pt idx="673">
                  <ns0:v>-26.6623466182</ns0:v>
                </ns0:pt>
                <ns0:pt idx="674">
                  <ns0:v>-50.6453853551</ns0:v>
                </ns0:pt>
                <ns0:pt idx="675">
                  <ns0:v>-26.4538050256</ns0:v>
                </ns0:pt>
                <ns0:pt idx="676">
                  <ns0:v>33.0612974629</ns0:v>
                </ns0:pt>
                <ns0:pt idx="677">
                  <ns0:v>78.1469759507</ns0:v>
                </ns0:pt>
                <ns0:pt idx="678">
                  <ns0:v>77.8558815672</ns0:v>
                </ns0:pt>
                <ns0:pt idx="679">
                  <ns0:v>32.7598340061</ns0:v>
                </ns0:pt>
                <ns0:pt idx="680">
                  <ns0:v>-49.4480015491</ns0:v>
                </ns0:pt>
                <ns0:pt idx="681">
                  <ns0:v>-133.978526264</ns0:v>
                </ns0:pt>
                <ns0:pt idx="682">
                  <ns0:v>-167.533194268</ns0:v>
                </ns0:pt>
                <ns0:pt idx="683">
                  <ns0:v>-124.279354684</ns0:v>
                </ns0:pt>
                <ns0:pt idx="684">
                  <ns0:v>-25.5376021398</ns0:v>
                </ns0:pt>
                <ns0:pt idx="685">
                  <ns0:v>85.9313058122</ns0:v>
                </ns0:pt>
                <ns0:pt idx="686">
                  <ns0:v>163.566038648</ns0:v>
                </ns0:pt>
                <ns0:pt idx="687">
                  <ns0:v>165.847189763</ns0:v>
                </ns0:pt>
                <ns0:pt idx="688">
                  <ns0:v>87.2063986135</ns0:v>
                </ns0:pt>
                <ns0:pt idx="689">
                  <ns0:v>-26.4113186834</ns0:v>
                </ns0:pt>
                <ns0:pt idx="690">
                  <ns0:v>-115.594186801</ns0:v>
                </ns0:pt>
                <ns0:pt idx="691">
                  <ns0:v>-137.603882674</ns0:v>
                </ns0:pt>
                <ns0:pt idx="692">
                  <ns0:v>-77.9559807938</ns0:v>
                </ns0:pt>
                <ns0:pt idx="693">
                  <ns0:v>35.754353668</ns0:v>
                </ns0:pt>
                <ns0:pt idx="694">
                  <ns0:v>133.726133064</ns0:v>
                </ns0:pt>
                <ns0:pt idx="695">
                  <ns0:v>157.30555965</ns0:v>
                </ns0:pt>
                <ns0:pt idx="696">
                  <ns0:v>108.36452987</ns0:v>
                </ns0:pt>
                <ns0:pt idx="697">
                  <ns0:v>20.9165029295</ns0:v>
                </ns0:pt>
                <ns0:pt idx="698">
                  <ns0:v>-75.9594962533</ns0:v>
                </ns0:pt>
                <ns0:pt idx="699">
                  <ns0:v>-147.276285863</ns0:v>
                </ns0:pt>
                <ns0:pt idx="700">
                  <ns0:v>-148.547700291</ns0:v>
                </ns0:pt>
                <ns0:pt idx="701">
                  <ns0:v>-69.0515252836</ns0:v>
                </ns0:pt>
                <ns0:pt idx="702">
                  <ns0:v>45.3731121035</ns0:v>
                </ns0:pt>
                <ns0:pt idx="703">
                  <ns0:v>128.013394569</ns0:v>
                </ns0:pt>
                <ns0:pt idx="704">
                  <ns0:v>141.567451808</ns0:v>
                </ns0:pt>
                <ns0:pt idx="705">
                  <ns0:v>101.003361481</ns0:v>
                </ns0:pt>
                <ns0:pt idx="706">
                  <ns0:v>34.7265582406</ns0:v>
                </ns0:pt>
                <ns0:pt idx="707">
                  <ns0:v>-32.6282167686</ns0:v>
                </ns0:pt>
                <ns0:pt idx="708">
                  <ns0:v>-72.4694193552</ns0:v>
                </ns0:pt>
                <ns0:pt idx="709">
                  <ns0:v>-70.3527093249</ns0:v>
                </ns0:pt>
                <ns0:pt idx="710">
                  <ns0:v>-44.2457715771</ns0:v>
                </ns0:pt>
                <ns0:pt idx="711">
                  <ns0:v>-13.3861611547</ns0:v>
                </ns0:pt>
                <ns0:pt idx="712">
                  <ns0:v>17.3403944308</ns0:v>
                </ns0:pt>
                <ns0:pt idx="713">
                  <ns0:v>38.0169888458</ns0:v>
                </ns0:pt>
                <ns0:pt idx="714">
                  <ns0:v>41.1459763494</ns0:v>
                </ns0:pt>
                <ns0:pt idx="715">
                  <ns0:v>46.1505055731</ns0:v>
                </ns0:pt>
                <ns0:pt idx="716">
                  <ns0:v>50.528769641</ns0:v>
                </ns0:pt>
                <ns0:pt idx="717">
                  <ns0:v>28.4080445001</ns0:v>
                </ns0:pt>
                <ns0:pt idx="718">
                  <ns0:v>-19.5166615747</ns0:v>
                </ns0:pt>
                <ns0:pt idx="719">
                  <ns0:v>-48.8442116215</ns0:v>
                </ns0:pt>
                <ns0:pt idx="720">
                  <ns0:v>-39.3652557564</ns0:v>
                </ns0:pt>
                <ns0:pt idx="721">
                  <ns0:v>-15.6803888762</ns0:v>
                </ns0:pt>
                <ns0:pt idx="722">
                  <ns0:v>-8.22428206055</ns0:v>
                </ns0:pt>
                <ns0:pt idx="723">
                  <ns0:v>-22.6990720916</ns0:v>
                </ns0:pt>
                <ns0:pt idx="724">
                  <ns0:v>-43.7456837777</ns0:v>
                </ns0:pt>
                <ns0:pt idx="725">
                  <ns0:v>-49.0373095485</ns0:v>
                </ns0:pt>
                <ns0:pt idx="726">
                  <ns0:v>-32.829728138</ns0:v>
                </ns0:pt>
                <ns0:pt idx="727">
                  <ns0:v>-11.1863800777</ns0:v>
                </ns0:pt>
                <ns0:pt idx="728">
                  <ns0:v>7.31997408608</ns0:v>
                </ns0:pt>
                <ns0:pt idx="729">
                  <ns0:v>17.8883676026</ns0:v>
                </ns0:pt>
                <ns0:pt idx="730">
                  <ns0:v>4.94420478508</ns0:v>
                </ns0:pt>
                <ns0:pt idx="731">
                  <ns0:v>-29.009834801</ns0:v>
                </ns0:pt>
                <ns0:pt idx="732">
                  <ns0:v>-57.9947411359</ns0:v>
                </ns0:pt>
                <ns0:pt idx="733">
                  <ns0:v>-56.564444825</ns0:v>
                </ns0:pt>
                <ns0:pt idx="734">
                  <ns0:v>-6.36533480652</ns0:v>
                </ns0:pt>
                <ns0:pt idx="735">
                  <ns0:v>85.9868787408</ns0:v>
                </ns0:pt>
                <ns0:pt idx="736">
                  <ns0:v>164.682985622</ns0:v>
                </ns0:pt>
                <ns0:pt idx="737">
                  <ns0:v>167.809940177</ns0:v>
                </ns0:pt>
                <ns0:pt idx="738">
                  <ns0:v>80.734691486</ns0:v>
                </ns0:pt>
                <ns0:pt idx="739">
                  <ns0:v>-50.7162243491</ns0:v>
                </ns0:pt>
                <ns0:pt idx="740">
                  <ns0:v>-157.433589255</ns0:v>
                </ns0:pt>
                <ns0:pt idx="741">
                  <ns0:v>-170.167867849</ns0:v>
                </ns0:pt>
                <ns0:pt idx="742">
                  <ns0:v>-68.6658355307</ns0:v>
                </ns0:pt>
                <ns0:pt idx="743">
                  <ns0:v>94.0524996167</ns0:v>
                </ns0:pt>
                <ns0:pt idx="744">
                  <ns0:v>221.93664604</ns0:v>
                </ns0:pt>
                <ns0:pt idx="745">
                  <ns0:v>235.835540154</ns0:v>
                </ns0:pt>
                <ns0:pt idx="746">
                  <ns0:v>120.160693433</ns0:v>
                </ns0:pt>
                <ns0:pt idx="747">
                  <ns0:v>-67.3042786782</ns0:v>
                </ns0:pt>
                <ns0:pt idx="748">
                  <ns0:v>-233.532689488</ns0:v>
                </ns0:pt>
                <ns0:pt idx="749">
                  <ns0:v>-290.855432627</ns0:v>
                </ns0:pt>
                <ns0:pt idx="750">
                  <ns0:v>-206.166820845</ns0:v>
                </ns0:pt>
                <ns0:pt idx="751">
                  <ns0:v>-24.1198006642</ns0:v>
                </ns0:pt>
                <ns0:pt idx="752">
                  <ns0:v>166.248148582</ns0:v>
                </ns0:pt>
                <ns0:pt idx="753">
                  <ns0:v>270.885308153</ns0:v>
                </ns0:pt>
                <ns0:pt idx="754">
                  <ns0:v>237.627317659</ns0:v>
                </ns0:pt>
                <ns0:pt idx="755">
                  <ns0:v>100.880462456</ns0:v>
                </ns0:pt>
                <ns0:pt idx="756">
                  <ns0:v>-62.6051054644</ns0:v>
                </ns0:pt>
                <ns0:pt idx="757">
                  <ns0:v>-186.543828576</ns0:v>
                </ns0:pt>
                <ns0:pt idx="758">
                  <ns0:v>-220.454649875</ns0:v>
                </ns0:pt>
                <ns0:pt idx="759">
                  <ns0:v>-146.516578231</ns0:v>
                </ns0:pt>
                <ns0:pt idx="760">
                  <ns0:v>-2.25832630369</ns0:v>
                </ns0:pt>
                <ns0:pt idx="761">
                  <ns0:v>148.655303769</ns0:v>
                </ns0:pt>
                <ns0:pt idx="762">
                  <ns0:v>244.209330455</ns0:v>
                </ns0:pt>
                <ns0:pt idx="763">
                  <ns0:v>229.420120527</ns0:v>
                </ns0:pt>
                <ns0:pt idx="764">
                  <ns0:v>94.1773025599</ns0:v>
                </ns0:pt>
                <ns0:pt idx="765">
                  <ns0:v>-85.4112837975</ns0:v>
                </ns0:pt>
                <ns0:pt idx="766">
                  <ns0:v>-203.953145092</ns0:v>
                </ns0:pt>
                <ns0:pt idx="767">
                  <ns0:v>-203.84076779</ns0:v>
                </ns0:pt>
                <ns0:pt idx="768">
                  <ns0:v>-100.330003144</ns0:v>
                </ns0:pt>
                <ns0:pt idx="769">
                  <ns0:v>47.9637765231</ns0:v>
                </ns0:pt>
                <ns0:pt idx="770">
                  <ns0:v>173.529396425</ns0:v>
                </ns0:pt>
                <ns0:pt idx="771">
                  <ns0:v>215.901030079</ns0:v>
                </ns0:pt>
                <ns0:pt idx="772">
                  <ns0:v>153.729250038</ns0:v>
                </ns0:pt>
                <ns0:pt idx="773">
                  <ns0:v>21.4947506165</ns0:v>
                </ns0:pt>
                <ns0:pt idx="774">
                  <ns0:v>-110.755201948</ns0:v>
                </ns0:pt>
                <ns0:pt idx="775">
                  <ns0:v>-176.985608997</ns0:v>
                </ns0:pt>
                <ns0:pt idx="776">
                  <ns0:v>-149.893457036</ns0:v>
                </ns0:pt>
                <ns0:pt idx="777">
                  <ns0:v>-46.5707990584</ns0:v>
                </ns0:pt>
                <ns0:pt idx="778">
                  <ns0:v>95.8342011274</ns0:v>
                </ns0:pt>
                <ns0:pt idx="779">
                  <ns0:v>206.51035042</ns0:v>
                </ns0:pt>
                <ns0:pt idx="780">
                  <ns0:v>211.228311538</ns0:v>
                </ns0:pt>
                <ns0:pt idx="781">
                  <ns0:v>98.4187192695</ns0:v>
                </ns0:pt>
                <ns0:pt idx="782">
                  <ns0:v>-76.6959468441</ns0:v>
                </ns0:pt>
                <ns0:pt idx="783">
                  <ns0:v>-232.084222968</ns0:v>
                </ns0:pt>
                <ns0:pt idx="784">
                  <ns0:v>-280.064844413</ns0:v>
                </ns0:pt>
                <ns0:pt idx="785">
                  <ns0:v>-179.210065649</ns0:v>
                </ns0:pt>
                <ns0:pt idx="786">
                  <ns0:v>14.8412685313</ns0:v>
                </ns0:pt>
                <ns0:pt idx="787">
                  <ns0:v>199.174008213</ns0:v>
                </ns0:pt>
                <ns0:pt idx="788">
                  <ns0:v>285.878876393</ns0:v>
                </ns0:pt>
                <ns0:pt idx="789">
                  <ns0:v>235.947053556</ns0:v>
                </ns0:pt>
                <ns0:pt idx="790">
                  <ns0:v>77.4819251923</ns0:v>
                </ns0:pt>
                <ns0:pt idx="791">
                  <ns0:v>-115.090909805</ns0:v>
                </ns0:pt>
                <ns0:pt idx="792">
                  <ns0:v>-262.809183128</ns0:v>
                </ns0:pt>
                <ns0:pt idx="793">
                  <ns0:v>-307.27971103</ns0:v>
                </ns0:pt>
                <ns0:pt idx="794">
                  <ns0:v>-231.151002849</ns0:v>
                </ns0:pt>
                <ns0:pt idx="795">
                  <ns0:v>-62.7512489566</ns0:v>
                </ns0:pt>
                <ns0:pt idx="796">
                  <ns0:v>123.156896142</ns0:v>
                </ns0:pt>
                <ns0:pt idx="797">
                  <ns0:v>242.583137784</ns0:v>
                </ns0:pt>
                <ns0:pt idx="798">
                  <ns0:v>239.935713539</ns0:v>
                </ns0:pt>
                <ns0:pt idx="799">
                  <ns0:v>135.670185712</ns0:v>
                </ns0:pt>
                <ns0:pt idx="800">
                  <ns0:v>-8.05588948735</ns0:v>
                </ns0:pt>
                <ns0:pt idx="801">
                  <ns0:v>-132.630029101</ns0:v>
                </ns0:pt>
                <ns0:pt idx="802">
                  <ns0:v>-193.463979609</ns0:v>
                </ns0:pt>
                <ns0:pt idx="803">
                  <ns0:v>-166.321428006</ns0:v>
                </ns0:pt>
                <ns0:pt idx="804">
                  <ns0:v>-68.5625842006</ns0:v>
                </ns0:pt>
                <ns0:pt idx="805">
                  <ns0:v>49.9945967759</ns0:v>
                </ns0:pt>
                <ns0:pt idx="806">
                  <ns0:v>139.50356205</ns0:v>
                </ns0:pt>
                <ns0:pt idx="807">
                  <ns0:v>157.062388077</ns0:v>
                </ns0:pt>
                <ns0:pt idx="808">
                  <ns0:v>90.7996168058</ns0:v>
                </ns0:pt>
                <ns0:pt idx="809">
                  <ns0:v>-14.7461419528</ns0:v>
                </ns0:pt>
                <ns0:pt idx="810">
                  <ns0:v>-89.6292556082</ns0:v>
                </ns0:pt>
                <ns0:pt idx="811">
                  <ns0:v>-92.6883776959</ns0:v>
                </ns0:pt>
                <ns0:pt idx="812">
                  <ns0:v>-26.4787869129</ns0:v>
                </ns0:pt>
                <ns0:pt idx="813">
                  <ns0:v>70.9841244667</ns0:v>
                </ns0:pt>
                <ns0:pt idx="814">
                  <ns0:v>138.44898853</ns0:v>
                </ns0:pt>
                <ns0:pt idx="815">
                  <ns0:v>129.960550575</ns0:v>
                </ns0:pt>
                <ns0:pt idx="816">
                  <ns0:v>56.1728441203</ns0:v>
                </ns0:pt>
                <ns0:pt idx="817">
                  <ns0:v>-36.2656775733</ns0:v>
                </ns0:pt>
                <ns0:pt idx="818">
                  <ns0:v>-109.155120404</ns0:v>
                </ns0:pt>
                <ns0:pt idx="819">
                  <ns0:v>-134.578871427</ns0:v>
                </ns0:pt>
                <ns0:pt idx="820">
                  <ns0:v>-93.5578775378</ns0:v>
                </ns0:pt>
                <ns0:pt idx="821">
                  <ns0:v>3.43006766147</ns0:v>
                </ns0:pt>
                <ns0:pt idx="822">
                  <ns0:v>112.857286085</ns0:v>
                </ns0:pt>
                <ns0:pt idx="823">
                  <ns0:v>184.586113885</ns0:v>
                </ns0:pt>
                <ns0:pt idx="824">
                  <ns0:v>189.624823183</ns0:v>
                </ns0:pt>
                <ns0:pt idx="825">
                  <ns0:v>118.258378666</ns0:v>
                </ns0:pt>
                <ns0:pt idx="826">
                  <ns0:v>-9.26105315735</ns0:v>
                </ns0:pt>
                <ns0:pt idx="827">
                  <ns0:v>-144.397895145</ns0:v>
                </ns0:pt>
                <ns0:pt idx="828">
                  <ns0:v>-220.264754735</ns0:v>
                </ns0:pt>
                <ns0:pt idx="829">
                  <ns0:v>-187.708566312</ns0:v>
                </ns0:pt>
                <ns0:pt idx="830">
                  <ns0:v>-56.7361170568</ns0:v>
                </ns0:pt>
                <ns0:pt idx="831">
                  <ns0:v>103.395936751</ns0:v>
                </ns0:pt>
                <ns0:pt idx="832">
                  <ns0:v>202.361694601</ns0:v>
                </ns0:pt>
                <ns0:pt idx="833">
                  <ns0:v>184.128439926</ns0:v>
                </ns0:pt>
                <ns0:pt idx="834">
                  <ns0:v>74.7237818508</ns0:v>
                </ns0:pt>
                <ns0:pt idx="835">
                  <ns0:v>-47.1771833795</ns0:v>
                </ns0:pt>
                <ns0:pt idx="836">
                  <ns0:v>-124.03305238</ns0:v>
                </ns0:pt>
                <ns0:pt idx="837">
                  <ns0:v>-137.548407918</ns0:v>
                </ns0:pt>
                <ns0:pt idx="838">
                  <ns0:v>-96.3917625978</ns0:v>
                </ns0:pt>
                <ns0:pt idx="839">
                  <ns0:v>-18.188914744</ns0:v>
                </ns0:pt>
                <ns0:pt idx="840">
                  <ns0:v>62.7238119863</ns0:v>
                </ns0:pt>
                <ns0:pt idx="841">
                  <ns0:v>109.281082579</ns0:v>
                </ns0:pt>
                <ns0:pt idx="842">
                  <ns0:v>110.843578429</ns0:v>
                </ns0:pt>
                <ns0:pt idx="843">
                  <ns0:v>79.0260202204</ns0:v>
                </ns0:pt>
                <ns0:pt idx="844">
                  <ns0:v>25.0919868004</ns0:v>
                </ns0:pt>
                <ns0:pt idx="845">
                  <ns0:v>-30.0348566084</ns0:v>
                </ns0:pt>
                <ns0:pt idx="846">
                  <ns0:v>-59.4089492884</ns0:v>
                </ns0:pt>
                <ns0:pt idx="847">
                  <ns0:v>-52.7896160381</ns0:v>
                </ns0:pt>
                <ns0:pt idx="848">
                  <ns0:v>-26.2831130653</ns0:v>
                </ns0:pt>
                <ns0:pt idx="849">
                  <ns0:v>2.27197668575</ns0:v>
                </ns0:pt>
                <ns0:pt idx="850">
                  <ns0:v>25.7011491505</ns0:v>
                </ns0:pt>
                <ns0:pt idx="851">
                  <ns0:v>38.4226256777</ns0:v>
                </ns0:pt>
                <ns0:pt idx="852">
                  <ns0:v>44.1561904427</ns0:v>
                </ns0:pt>
                <ns0:pt idx="853">
                  <ns0:v>48.2612765619</ns0:v>
                </ns0:pt>
                <ns0:pt idx="854">
                  <ns0:v>34.1202474492</ns0:v>
                </ns0:pt>
                <ns0:pt idx="855">
                  <ns0:v>-18.6658419748</ns0:v>
                </ns0:pt>
                <ns0:pt idx="856">
                  <ns0:v>-83.4101847657</ns0:v>
                </ns0:pt>
                <ns0:pt idx="857">
                  <ns0:v>-117.888603309</ns0:v>
                </ns0:pt>
                <ns0:pt idx="858">
                  <ns0:v>-99.3493362421</ns0:v>
                </ns0:pt>
                <ns0:pt idx="859">
                  <ns0:v>-32.0293028535</ns0:v>
                </ns0:pt>
                <ns0:pt idx="860">
                  <ns0:v>48.6756995227</ns0:v>
                </ns0:pt>
                <ns0:pt idx="861">
                  <ns0:v>96.1013247688</ns0:v>
                </ns0:pt>
                <ns0:pt idx="862">
                  <ns0:v>92.1081920243</ns0:v>
                </ns0:pt>
                <ns0:pt idx="863">
                  <ns0:v>48.6676596256</ns0:v>
                </ns0:pt>
                <ns0:pt idx="864">
                  <ns0:v>-12.4889511895</ns0:v>
                </ns0:pt>
                <ns0:pt idx="865">
                  <ns0:v>-57.2556265298</ns0:v>
                </ns0:pt>
                <ns0:pt idx="866">
                  <ns0:v>-65.1512862814</ns0:v>
                </ns0:pt>
                <ns0:pt idx="867">
                  <ns0:v>-58.8989015025</ns0:v>
                </ns0:pt>
                <ns0:pt idx="868">
                  <ns0:v>-50.7479215257</ns0:v>
                </ns0:pt>
                <ns0:pt idx="869">
                  <ns0:v>-28.646966622</ns0:v>
                </ns0:pt>
                <ns0:pt idx="870">
                  <ns0:v>7.50655334719</ns0:v>
                </ns0:pt>
                <ns0:pt idx="871">
                  <ns0:v>37.0362308546</ns0:v>
                </ns0:pt>
                <ns0:pt idx="872">
                  <ns0:v>38.760493978</ns0:v>
                </ns0:pt>
                <ns0:pt idx="873">
                  <ns0:v>8.15741556467</ns0:v>
                </ns0:pt>
                <ns0:pt idx="874">
                  <ns0:v>-34.4707183408</ns0:v>
                </ns0:pt>
                <ns0:pt idx="875">
                  <ns0:v>-52.7166723326</ns0:v>
                </ns0:pt>
                <ns0:pt idx="876">
                  <ns0:v>-28.5517323935</ns0:v>
                </ns0:pt>
                <ns0:pt idx="877">
                  <ns0:v>25.7792937625</ns0:v>
                </ns0:pt>
                <ns0:pt idx="878">
                  <ns0:v>81.3465559553</ns0:v>
                </ns0:pt>
                <ns0:pt idx="879">
                  <ns0:v>104.956538345</ns0:v>
                </ns0:pt>
                <ns0:pt idx="880">
                  <ns0:v>82.1575159059</ns0:v>
                </ns0:pt>
                <ns0:pt idx="881">
                  <ns0:v>26.173427531</ns0:v>
                </ns0:pt>
                <ns0:pt idx="882">
                  <ns0:v>-39.5910912263</ns0:v>
                </ns0:pt>
                <ns0:pt idx="883">
                  <ns0:v>-84.725703468</ns0:v>
                </ns0:pt>
                <ns0:pt idx="884">
                  <ns0:v>-77.4579514694</ns0:v>
                </ns0:pt>
                <ns0:pt idx="885">
                  <ns0:v>-21.1830358835</ns0:v>
                </ns0:pt>
                <ns0:pt idx="886">
                  <ns0:v>48.6827299454</ns0:v>
                </ns0:pt>
                <ns0:pt idx="887">
                  <ns0:v>90.4776099582</ns0:v>
                </ns0:pt>
                <ns0:pt idx="888">
                  <ns0:v>75.9859238385</ns0:v>
                </ns0:pt>
                <ns0:pt idx="889">
                  <ns0:v>27.2530176722</ns0:v>
                </ns0:pt>
                <ns0:pt idx="890">
                  <ns0:v>0.715605598021</ns0:v>
                </ns0:pt>
                <ns0:pt idx="891">
                  <ns0:v>0.112241690568</ns0:v>
                </ns0:pt>
                <ns0:pt idx="892">
                  <ns0:v>4.32926656091</ns0:v>
                </ns0:pt>
                <ns0:pt idx="893">
                  <ns0:v>5.86052426071</ns0:v>
                </ns0:pt>
                <ns0:pt idx="894">
                  <ns0:v>-0.508327203609</ns0:v>
                </ns0:pt>
                <ns0:pt idx="895">
                  <ns0:v>-35.2791539413</ns0:v>
                </ns0:pt>
                <ns0:pt idx="896">
                  <ns0:v>-71.6237453952</ns0:v>
                </ns0:pt>
                <ns0:pt idx="897">
                  <ns0:v>-66.8238319802</ns0:v>
                </ns0:pt>
                <ns0:pt idx="898">
                  <ns0:v>-32.1798818255</ns0:v>
                </ns0:pt>
                <ns0:pt idx="899">
                  <ns0:v>-20.9026272647</ns0:v>
                </ns0:pt>
                <ns0:pt idx="900">
                  <ns0:v>-36.4435388939</ns0:v>
                </ns0:pt>
                <ns0:pt idx="901">
                  <ns0:v>-57.2894737075</ns0:v>
                </ns0:pt>
                <ns0:pt idx="902">
                  <ns0:v>-69.2650758743</ns0:v>
                </ns0:pt>
                <ns0:pt idx="903">
                  <ns0:v>-65.7600483899</ns0:v>
                </ns0:pt>
                <ns0:pt idx="904">
                  <ns0:v>-39.9108281744</ns0:v>
                </ns0:pt>
                <ns0:pt idx="905">
                  <ns0:v>16.9154196691</ns0:v>
                </ns0:pt>
                <ns0:pt idx="906">
                  <ns0:v>80.5770102369</ns0:v>
                </ns0:pt>
                <ns0:pt idx="907">
                  <ns0:v>102.989965707</ns0:v>
                </ns0:pt>
                <ns0:pt idx="908">
                  <ns0:v>67.9707231353</ns0:v>
                </ns0:pt>
                <ns0:pt idx="909">
                  <ns0:v>-5.39193240082</ns0:v>
                </ns0:pt>
                <ns0:pt idx="910">
                  <ns0:v>-99.4337453884</ns0:v>
                </ns0:pt>
                <ns0:pt idx="911">
                  <ns0:v>-166.628698894</ns0:v>
                </ns0:pt>
                <ns0:pt idx="912">
                  <ns0:v>-157.866160812</ns0:v>
                </ns0:pt>
                <ns0:pt idx="913">
                  <ns0:v>-77.1374498497</ns0:v>
                </ns0:pt>
                <ns0:pt idx="914">
                  <ns0:v>42.9557901396</ns0:v>
                </ns0:pt>
                <ns0:pt idx="915">
                  <ns0:v>165.580138925</ns0:v>
                </ns0:pt>
                <ns0:pt idx="916">
                  <ns0:v>219.865736088</ns0:v>
                </ns0:pt>
                <ns0:pt idx="917">
                  <ns0:v>162.874175052</ns0:v>
                </ns0:pt>
                <ns0:pt idx="918">
                  <ns0:v>36.3268102831</ns0:v>
                </ns0:pt>
                <ns0:pt idx="919">
                  <ns0:v>-94.007189557</ns0:v>
                </ns0:pt>
                <ns0:pt idx="920">
                  <ns0:v>-177.500831872</ns0:v>
                </ns0:pt>
                <ns0:pt idx="921">
                  <ns0:v>-170.528413995</ns0:v>
                </ns0:pt>
                <ns0:pt idx="922">
                  <ns0:v>-84.4394974659</ns0:v>
                </ns0:pt>
                <ns0:pt idx="923">
                  <ns0:v>19.4120924085</ns0:v>
                </ns0:pt>
                <ns0:pt idx="924">
                  <ns0:v>96.9191583338</ns0:v>
                </ns0:pt>
                <ns0:pt idx="925">
                  <ns0:v>124.559634441</ns0:v>
                </ns0:pt>
                <ns0:pt idx="926">
                  <ns0:v>89.1570676595</ns0:v>
                </ns0:pt>
                <ns0:pt idx="927">
                  <ns0:v>7.59968033852</ns0:v>
                </ns0:pt>
                <ns0:pt idx="928">
                  <ns0:v>-76.5807775628</ns0:v>
                </ns0:pt>
                <ns0:pt idx="929">
                  <ns0:v>-120.113438651</ns0:v>
                </ns0:pt>
                <ns0:pt idx="930">
                  <ns0:v>-94.8906495139</ns0:v>
                </ns0:pt>
                <ns0:pt idx="931">
                  <ns0:v>-16.3454234976</ns0:v>
                </ns0:pt>
                <ns0:pt idx="932">
                  <ns0:v>53.9469005</ns0:v>
                </ns0:pt>
                <ns0:pt idx="933">
                  <ns0:v>69.4294986881</ns0:v>
                </ns0:pt>
                <ns0:pt idx="934">
                  <ns0:v>37.8448969512</ns0:v>
                </ns0:pt>
                <ns0:pt idx="935">
                  <ns0:v>-0.802047445497</ns0:v>
                </ns0:pt>
                <ns0:pt idx="936">
                  <ns0:v>-17.2815929366</ns0:v>
                </ns0:pt>
                <ns0:pt idx="937">
                  <ns0:v>-18.0586651955</ns0:v>
                </ns0:pt>
                <ns0:pt idx="938">
                  <ns0:v>-23.6693316259</ns0:v>
                </ns0:pt>
                <ns0:pt idx="939">
                  <ns0:v>-31.7725982158</ns0:v>
                </ns0:pt>
                <ns0:pt idx="940">
                  <ns0:v>-39.1151482767</ns0:v>
                </ns0:pt>
                <ns0:pt idx="941">
                  <ns0:v>-50.1331397178</ns0:v>
                </ns0:pt>
                <ns0:pt idx="942">
                  <ns0:v>-46.2141000763</ns0:v>
                </ns0:pt>
                <ns0:pt idx="943">
                  <ns0:v>-11.5869350051</ns0:v>
                </ns0:pt>
                <ns0:pt idx="944">
                  <ns0:v>19.9788127286</ns0:v>
                </ns0:pt>
                <ns0:pt idx="945">
                  <ns0:v>24.2908975126</ns0:v>
                </ns0:pt>
                <ns0:pt idx="946">
                  <ns0:v>23.4416655811</ns0:v>
                </ns0:pt>
                <ns0:pt idx="947">
                  <ns0:v>23.5625625764</ns0:v>
                </ns0:pt>
                <ns0:pt idx="948">
                  <ns0:v>1.54724356234</ns0:v>
                </ns0:pt>
                <ns0:pt idx="949">
                  <ns0:v>-37.7960398285</ns0:v>
                </ns0:pt>
                <ns0:pt idx="950">
                  <ns0:v>-71.2079512387</ns0:v>
                </ns0:pt>
                <ns0:pt idx="951">
                  <ns0:v>-87.3266461899</ns0:v>
                </ns0:pt>
                <ns0:pt idx="952">
                  <ns0:v>-72.3097380987</ns0:v>
                </ns0:pt>
                <ns0:pt idx="953">
                  <ns0:v>-17.8392160985</ns0:v>
                </ns0:pt>
                <ns0:pt idx="954">
                  <ns0:v>46.674602212</ns0:v>
                </ns0:pt>
                <ns0:pt idx="955">
                  <ns0:v>75.0508120282</ns0:v>
                </ns0:pt>
                <ns0:pt idx="956">
                  <ns0:v>58.5506789184</ns0:v>
                </ns0:pt>
                <ns0:pt idx="957">
                  <ns0:v>18.5565185867</ns0:v>
                </ns0:pt>
                <ns0:pt idx="958">
                  <ns0:v>-33.7411410865</ns0:v>
                </ns0:pt>
                <ns0:pt idx="959">
                  <ns0:v>-92.2867402281</ns0:v>
                </ns0:pt>
                <ns0:pt idx="960">
                  <ns0:v>-126.002403648</ns0:v>
                </ns0:pt>
                <ns0:pt idx="961">
                  <ns0:v>-104.0144037</ns0:v>
                </ns0:pt>
                <ns0:pt idx="962">
                  <ns0:v>-24.3091390678</ns0:v>
                </ns0:pt>
                <ns0:pt idx="963">
                  <ns0:v>70.2738713927</ns0:v>
                </ns0:pt>
                <ns0:pt idx="964">
                  <ns0:v>121.921946289</ns0:v>
                </ns0:pt>
                <ns0:pt idx="965">
                  <ns0:v>109.476595614</ns0:v>
                </ns0:pt>
                <ns0:pt idx="966">
                  <ns0:v>53.0063917711</ns0:v>
                </ns0:pt>
                <ns0:pt idx="967">
                  <ns0:v>-21.6988022694</ns0:v>
                </ns0:pt>
                <ns0:pt idx="968">
                  <ns0:v>-82.0449855926</ns0:v>
                </ns0:pt>
                <ns0:pt idx="969">
                  <ns0:v>-88.3095199429</ns0:v>
                </ns0:pt>
                <ns0:pt idx="970">
                  <ns0:v>-37.7736230209</ns0:v>
                </ns0:pt>
                <ns0:pt idx="971">
                  <ns0:v>33.1743690011</ns0:v>
                </ns0:pt>
                <ns0:pt idx="972">
                  <ns0:v>84.8507433619</ns0:v>
                </ns0:pt>
                <ns0:pt idx="973">
                  <ns0:v>85.2261054009</ns0:v>
                </ns0:pt>
                <ns0:pt idx="974">
                  <ns0:v>21.9169214229</ns0:v>
                </ns0:pt>
                <ns0:pt idx="975">
                  <ns0:v>-76.4617318395</ns0:v>
                </ns0:pt>
                <ns0:pt idx="976">
                  <ns0:v>-150.823118029</ns0:v>
                </ns0:pt>
                <ns0:pt idx="977">
                  <ns0:v>-149.258579117</ns0:v>
                </ns0:pt>
                <ns0:pt idx="978">
                  <ns0:v>-66.985188337</ns0:v>
                </ns0:pt>
                <ns0:pt idx="979">
                  <ns0:v>45.9364352762</ns0:v>
                </ns0:pt>
                <ns0:pt idx="980">
                  <ns0:v>128.457196332</ns0:v>
                </ns0:pt>
                <ns0:pt idx="981">
                  <ns0:v>140.514644579</ns0:v>
                </ns0:pt>
                <ns0:pt idx="982">
                  <ns0:v>79.5646615459</ns0:v>
                </ns0:pt>
                <ns0:pt idx="983">
                  <ns0:v>-21.2525348264</ns0:v>
                </ns0:pt>
                <ns0:pt idx="984">
                  <ns0:v>-114.592703675</ns0:v>
                </ns0:pt>
                <ns0:pt idx="985">
                  <ns0:v>-161.020336553</ns0:v>
                </ns0:pt>
                <ns0:pt idx="986">
                  <ns0:v>-143.674081434</ns0:v>
                </ns0:pt>
                <ns0:pt idx="987">
                  <ns0:v>-67.393716759</ns0:v>
                </ns0:pt>
                <ns0:pt idx="988">
                  <ns0:v>33.8464764156</ns0:v>
                </ns0:pt>
                <ns0:pt idx="989">
                  <ns0:v>109.562381397</ns0:v>
                </ns0:pt>
                <ns0:pt idx="990">
                  <ns0:v>123.928380038</ns0:v>
                </ns0:pt>
                <ns0:pt idx="991">
                  <ns0:v>82.5333939682</ns0:v>
                </ns0:pt>
                <ns0:pt idx="992">
                  <ns0:v>14.4501176339</ns0:v>
                </ns0:pt>
                <ns0:pt idx="993">
                  <ns0:v>-53.3987065055</ns0:v>
                </ns0:pt>
                <ns0:pt idx="994">
                  <ns0:v>-107.802459306</ns0:v>
                </ns0:pt>
                <ns0:pt idx="995">
                  <ns0:v>-142.367073792</ns0:v>
                </ns0:pt>
                <ns0:pt idx="996">
                  <ns0:v>-128.41699395</ns0:v>
                </ns0:pt>
                <ns0:pt idx="997">
                  <ns0:v>-36.3077261495</ns0:v>
                </ns0:pt>
                <ns0:pt idx="998">
                  <ns0:v>103.03992871</ns0:v>
                </ns0:pt>
                <ns0:pt idx="999">
                  <ns0:v>192.556437129</ns0:v>
                </ns0:pt>
                <ns0:pt idx="1000">
                  <ns0:v>177.48398499</ns0:v>
                </ns0:pt>
                <ns0:pt idx="1001">
                  <ns0:v>88.8273026715</ns0:v>
                </ns0:pt>
                <ns0:pt idx="1002">
                  <ns0:v>-27.2481195276</ns0:v>
                </ns0:pt>
                <ns0:pt idx="1003">
                  <ns0:v>-132.242102709</ns0:v>
                </ns0:pt>
                <ns0:pt idx="1004">
                  <ns0:v>-176.578917283</ns0:v>
                </ns0:pt>
                <ns0:pt idx="1005">
                  <ns0:v>-136.65389768</ns0:v>
                </ns0:pt>
                <ns0:pt idx="1006">
                  <ns0:v>-48.1270921145</ns0:v>
                </ns0:pt>
                <ns0:pt idx="1007">
                  <ns0:v>45.4089633086</ns0:v>
                </ns0:pt>
                <ns0:pt idx="1008">
                  <ns0:v>112.293674986</ns0:v>
                </ns0:pt>
                <ns0:pt idx="1009">
                  <ns0:v>125.210296682</ns0:v>
                </ns0:pt>
                <ns0:pt idx="1010">
                  <ns0:v>84.1491492841</ns0:v>
                </ns0:pt>
                <ns0:pt idx="1011">
                  <ns0:v>22.3685562392</ns0:v>
                </ns0:pt>
                <ns0:pt idx="1012">
                  <ns0:v>-34.6100554687</ns0:v>
                </ns0:pt>
                <ns0:pt idx="1013">
                  <ns0:v>-79.7335429205</ns0:v>
                </ns0:pt>
                <ns0:pt idx="1014">
                  <ns0:v>-99.4777776579</ns0:v>
                </ns0:pt>
                <ns0:pt idx="1015">
                  <ns0:v>-73.1306104243</ns0:v>
                </ns0:pt>
                <ns0:pt idx="1016">
                  <ns0:v>-17.5332183314</ns0:v>
                </ns0:pt>
                <ns0:pt idx="1017">
                  <ns0:v>19.4086969937</ns0:v>
                </ns0:pt>
                <ns0:pt idx="1018">
                  <ns0:v>21.7490763529</ns0:v>
                </ns0:pt>
                <ns0:pt idx="1019">
                  <ns0:v>2.75054053389</ns0:v>
                </ns0:pt>
                <ns0:pt idx="1020">
                  <ns0:v>-22.4782464366</ns0:v>
                </ns0:pt>
                <ns0:pt idx="1021">
                  <ns0:v>-43.5768217272</ns0:v>
                </ns0:pt>
                <ns0:pt idx="1022">
                  <ns0:v>-44.0118485494</ns0:v>
                </ns0:pt>
                <ns0:pt idx="1023">
                  <ns0:v>-10.072081104</ns0:v>
                </ns0:pt>
                <ns0:pt idx="1024">
                  <ns0:v>43.7557331888</ns0:v>
                </ns0:pt>
                <ns0:pt idx="1025">
                  <ns0:v>81.1024091119</ns0:v>
                </ns0:pt>
                <ns0:pt idx="1026">
                  <ns0:v>70.4168773489</ns0:v>
                </ns0:pt>
                <ns0:pt idx="1027">
                  <ns0:v>15.378087809</ns0:v>
                </ns0:pt>
                <ns0:pt idx="1028">
                  <ns0:v>-48.5423028173</ns0:v>
                </ns0:pt>
                <ns0:pt idx="1029">
                  <ns0:v>-79.6447411675</ns0:v>
                </ns0:pt>
                <ns0:pt idx="1030">
                  <ns0:v>-56.8648693787</ns0:v>
                </ns0:pt>
                <ns0:pt idx="1031">
                  <ns0:v>9.42952807438</ns0:v>
                </ns0:pt>
                <ns0:pt idx="1032">
                  <ns0:v>88.7184953335</ns0:v>
                </ns0:pt>
                <ns0:pt idx="1033">
                  <ns0:v>139.16333791</ns0:v>
                </ns0:pt>
                <ns0:pt idx="1034">
                  <ns0:v>120.946585003</ns0:v>
                </ns0:pt>
                <ns0:pt idx="1035">
                  <ns0:v>31.5209165795</ns0:v>
                </ns0:pt>
                <ns0:pt idx="1036">
                  <ns0:v>-79.1765544854</ns0:v>
                </ns0:pt>
                <ns0:pt idx="1037">
                  <ns0:v>-151.339875054</ns0:v>
                </ns0:pt>
                <ns0:pt idx="1038">
                  <ns0:v>-158.112401619</ns0:v>
                </ns0:pt>
                <ns0:pt idx="1039">
                  <ns0:v>-99.4762468546</ns0:v>
                </ns0:pt>
                <ns0:pt idx="1040">
                  <ns0:v>12.4605731593</ns0:v>
                </ns0:pt>
                <ns0:pt idx="1041">
                  <ns0:v>135.935594556</ns0:v>
                </ns0:pt>
                <ns0:pt idx="1042">
                  <ns0:v>198.245125955</ns0:v>
                </ns0:pt>
                <ns0:pt idx="1043">
                  <ns0:v>159.604526739</ns0:v>
                </ns0:pt>
                <ns0:pt idx="1044">
                  <ns0:v>51.3373187199</ns0:v>
                </ns0:pt>
                <ns0:pt idx="1045">
                  <ns0:v>-71.892026887</ns0:v>
                </ns0:pt>
                <ns0:pt idx="1046">
                  <ns0:v>-164.809345068</ns0:v>
                </ns0:pt>
                <ns0:pt idx="1047">
                  <ns0:v>-179.208245747</ns0:v>
                </ns0:pt>
                <ns0:pt idx="1048">
                  <ns0:v>-102.293604601</ns0:v>
                </ns0:pt>
                <ns0:pt idx="1049">
                  <ns0:v>7.92590496678</ns0:v>
                </ns0:pt>
                <ns0:pt idx="1050">
                  <ns0:v>89.8744441325</ns0:v>
                </ns0:pt>
                <ns0:pt idx="1051">
                  <ns0:v>126.137520079</ns0:v>
                </ns0:pt>
                <ns0:pt idx="1052">
                  <ns0:v>125.079401365</ns0:v>
                </ns0:pt>
                <ns0:pt idx="1053">
                  <ns0:v>84.6378308276</ns0:v>
                </ns0:pt>
                <ns0:pt idx="1054">
                  <ns0:v>16.8364240567</ns0:v>
                </ns0:pt>
                <ns0:pt idx="1055">
                  <ns0:v>-46.9867344023</ns0:v>
                </ns0:pt>
                <ns0:pt idx="1056">
                  <ns0:v>-80.1370953528</ns0:v>
                </ns0:pt>
                <ns0:pt idx="1057">
                  <ns0:v>-72.4548117508</ns0:v>
                </ns0:pt>
                <ns0:pt idx="1058">
                  <ns0:v>-32.5784810221</ns0:v>
                </ns0:pt>
                <ns0:pt idx="1059">
                  <ns0:v>7.91030828463</ns0:v>
                </ns0:pt>
                <ns0:pt idx="1060">
                  <ns0:v>19.039003036</ns0:v>
                </ns0:pt>
                <ns0:pt idx="1061">
                  <ns0:v>6.83663029845</ns0:v>
                </ns0:pt>
                <ns0:pt idx="1062">
                  <ns0:v>-3.69151565202</ns0:v>
                </ns0:pt>
                <ns0:pt idx="1063">
                  <ns0:v>-7.14801755812</ns0:v>
                </ns0:pt>
                <ns0:pt idx="1064">
                  <ns0:v>-11.6753919544</ns0:v>
                </ns0:pt>
                <ns0:pt idx="1065">
                  <ns0:v>1.87317903074</ns0:v>
                </ns0:pt>
                <ns0:pt idx="1066">
                  <ns0:v>35.8211224241</ns0:v>
                </ns0:pt>
                <ns0:pt idx="1067">
                  <ns0:v>56.9930137452</ns0:v>
                </ns0:pt>
                <ns0:pt idx="1068">
                  <ns0:v>48.3200364619</ns0:v>
                </ns0:pt>
                <ns0:pt idx="1069">
                  <ns0:v>28.4945084301</ns0:v>
                </ns0:pt>
                <ns0:pt idx="1070">
                  <ns0:v>-0.732021501683</ns0:v>
                </ns0:pt>
                <ns0:pt idx="1071">
                  <ns0:v>-63.8486136184</ns0:v>
                </ns0:pt>
                <ns0:pt idx="1072">
                  <ns0:v>-133.463521427</ns0:v>
                </ns0:pt>
                <ns0:pt idx="1073">
                  <ns0:v>-153.057466034</ns0:v>
                </ns0:pt>
                <ns0:pt idx="1074">
                  <ns0:v>-97.3320264961</ns0:v>
                </ns0:pt>
                <ns0:pt idx="1075">
                  <ns0:v>0.0836423903756</ns0:v>
                </ns0:pt>
                <ns0:pt idx="1076">
                  <ns0:v>84.3557706397</ns0:v>
                </ns0:pt>
                <ns0:pt idx="1077">
                  <ns0:v>123.64216666</ns0:v>
                </ns0:pt>
                <ns0:pt idx="1078">
                  <ns0:v>116.293844023</ns0:v>
                </ns0:pt>
                <ns0:pt idx="1079">
                  <ns0:v>72.1823976003</ns0:v>
                </ns0:pt>
                <ns0:pt idx="1080">
                  <ns0:v>7.43728615826</ns0:v>
                </ns0:pt>
                <ns0:pt idx="1081">
                  <ns0:v>-53.8556371878</ns0:v>
                </ns0:pt>
                <ns0:pt idx="1082">
                  <ns0:v>-84.9057956256</ns0:v>
                </ns0:pt>
                <ns0:pt idx="1083">
                  <ns0:v>-61.8244423838</ns0:v>
                </ns0:pt>
                <ns0:pt idx="1084">
                  <ns0:v>6.91624091172</ns0:v>
                </ns0:pt>
                <ns0:pt idx="1085">
                  <ns0:v>81.6731845925</ns0:v>
                </ns0:pt>
                <ns0:pt idx="1086">
                  <ns0:v>131.186027066</ns0:v>
                </ns0:pt>
                <ns0:pt idx="1087">
                  <ns0:v>137.454629988</ns0:v>
                </ns0:pt>
                <ns0:pt idx="1088">
                  <ns0:v>83.3619452607</ns0:v>
                </ns0:pt>
                <ns0:pt idx="1089">
                  <ns0:v>-14.42045706</ns0:v>
                </ns0:pt>
                <ns0:pt idx="1090">
                  <ns0:v>-99.4834531367</ns0:v>
                </ns0:pt>
                <ns0:pt idx="1091">
                  <ns0:v>-125.871632795</ns0:v>
                </ns0:pt>
                <ns0:pt idx="1092">
                  <ns0:v>-93.8718757775</ns0:v>
                </ns0:pt>
                <ns0:pt idx="1093">
                  <ns0:v>-26.9705859053</ns0:v>
                </ns0:pt>
                <ns0:pt idx="1094">
                  <ns0:v>46.0698890322</ns0:v>
                </ns0:pt>
                <ns0:pt idx="1095">
                  <ns0:v>94.1015384206</ns0:v>
                </ns0:pt>
                <ns0:pt idx="1096">
                  <ns0:v>97.1336732139</ns0:v>
                </ns0:pt>
                <ns0:pt idx="1097">
                  <ns0:v>50.303647548</ns0:v>
                </ns0:pt>
                <ns0:pt idx="1098">
                  <ns0:v>-36.3054942496</ns0:v>
                </ns0:pt>
                <ns0:pt idx="1099">
                  <ns0:v>-121.496083525</ns0:v>
                </ns0:pt>
                <ns0:pt idx="1100">
                  <ns0:v>-154.750967324</ns0:v>
                </ns0:pt>
                <ns0:pt idx="1101">
                  <ns0:v>-119.012598442</ns0:v>
                </ns0:pt>
                <ns0:pt idx="1102">
                  <ns0:v>-44.3097017818</ns0:v>
                </ns0:pt>
                <ns0:pt idx="1103">
                  <ns0:v>22.1169392628</ns0:v>
                </ns0:pt>
                <ns0:pt idx="1104">
                  <ns0:v>53.2377692416</ns0:v>
                </ns0:pt>
                <ns0:pt idx="1105">
                  <ns0:v>51.3966273947</ns0:v>
                </ns0:pt>
                <ns0:pt idx="1106">
                  <ns0:v>35.1153969219</ns0:v>
                </ns0:pt>
                <ns0:pt idx="1107">
                  <ns0:v>13.846038672</ns0:v>
                </ns0:pt>
                <ns0:pt idx="1108">
                  <ns0:v>-6.95642303762</ns0:v>
                </ns0:pt>
                <ns0:pt idx="1109">
                  <ns0:v>-21.0066433927</ns0:v>
                </ns0:pt>
                <ns0:pt idx="1110">
                  <ns0:v>-26.1117492213</ns0:v>
                </ns0:pt>
                <ns0:pt idx="1111">
                  <ns0:v>-22.2283889427</ns0:v>
                </ns0:pt>
                <ns0:pt idx="1112">
                  <ns0:v>-12.3686671798</ns0:v>
                </ns0:pt>
                <ns0:pt idx="1113">
                  <ns0:v>-6.58350079206</ns0:v>
                </ns0:pt>
                <ns0:pt idx="1114">
                  <ns0:v>-10.2473395436</ns0:v>
                </ns0:pt>
                <ns0:pt idx="1115">
                  <ns0:v>-13.3403932605</ns0:v>
                </ns0:pt>
                <ns0:pt idx="1116">
                  <ns0:v>7.26743297338</ns0:v>
                </ns0:pt>
                <ns0:pt idx="1117">
                  <ns0:v>53.5141424367</ns0:v>
                </ns0:pt>
                <ns0:pt idx="1118">
                  <ns0:v>96.0905161719</ns0:v>
                </ns0:pt>
                <ns0:pt idx="1119">
                  <ns0:v>104.787506749</ns0:v>
                </ns0:pt>
                <ns0:pt idx="1120">
                  <ns0:v>69.0829353762</ns0:v>
                </ns0:pt>
                <ns0:pt idx="1121">
                  <ns0:v>-1.41257869354</ns0:v>
                </ns0:pt>
                <ns0:pt idx="1122">
                  <ns0:v>-87.4565200262</ns0:v>
                </ns0:pt>
                <ns0:pt idx="1123">
                  <ns0:v>-147.08869722</ns0:v>
                </ns0:pt>
                <ns0:pt idx="1124">
                  <ns0:v>-130.394294043</ns0:v>
                </ns0:pt>
                <ns0:pt idx="1125">
                  <ns0:v>-27.4655591523</ns0:v>
                </ns0:pt>
                <ns0:pt idx="1126">
                  <ns0:v>100.778222055</ns0:v>
                </ns0:pt>
                <ns0:pt idx="1127">
                  <ns0:v>171.923522589</ns0:v>
                </ns0:pt>
                <ns0:pt idx="1128">
                  <ns0:v>150.533607443</ns0:v>
                </ns0:pt>
                <ns0:pt idx="1129">
                  <ns0:v>63.5753503695</ns0:v>
                </ns0:pt>
                <ns0:pt idx="1130">
                  <ns0:v>-44.0058037151</ns0:v>
                </ns0:pt>
                <ns0:pt idx="1131">
                  <ns0:v>-131.38879768</ns0:v>
                </ns0:pt>
                <ns0:pt idx="1132">
                  <ns0:v>-155.580218784</ns0:v>
                </ns0:pt>
                <ns0:pt idx="1133">
                  <ns0:v>-92.3138062932</ns0:v>
                </ns0:pt>
                <ns0:pt idx="1134">
                  <ns0:v>26.9050406972</ns0:v>
                </ns0:pt>
                <ns0:pt idx="1135">
                  <ns0:v>119.582821105</ns0:v>
                </ns0:pt>
                <ns0:pt idx="1136">
                  <ns0:v>115.954820218</ns0:v>
                </ns0:pt>
                <ns0:pt idx="1137">
                  <ns0:v>23.7192865912</ns0:v>
                </ns0:pt>
                <ns0:pt idx="1138">
                  <ns0:v>-96.4657356028</ns0:v>
                </ns0:pt>
                <ns0:pt idx="1139">
                  <ns0:v>-168.776958184</ns0:v>
                </ns0:pt>
                <ns0:pt idx="1140">
                  <ns0:v>-141.417416907</ns0:v>
                </ns0:pt>
                <ns0:pt idx="1141">
                  <ns0:v>-40.3254010017</ns0:v>
                </ns0:pt>
                <ns0:pt idx="1142">
                  <ns0:v>55.3615575254</ns0:v>
                </ns0:pt>
                <ns0:pt idx="1143">
                  <ns0:v>96.9400885895</ns0:v>
                </ns0:pt>
                <ns0:pt idx="1144">
                  <ns0:v>76.2052010225</ns0:v>
                </ns0:pt>
                <ns0:pt idx="1145">
                  <ns0:v>5.03044868563</ns0:v>
                </ns0:pt>
                <ns0:pt idx="1146">
                  <ns0:v>-80.8517908883</ns0:v>
                </ns0:pt>
                <ns0:pt idx="1147">
                  <ns0:v>-130.564285254</ns0:v>
                </ns0:pt>
                <ns0:pt idx="1148">
                  <ns0:v>-114.939213525</ns0:v>
                </ns0:pt>
                <ns0:pt idx="1149">
                  <ns0:v>-45.3000427909</ns0:v>
                </ns0:pt>
                <ns0:pt idx="1150">
                  <ns0:v>46.7299931455</ns0:v>
                </ns0:pt>
                <ns0:pt idx="1151">
                  <ns0:v>123.99356997</ns0:v>
                </ns0:pt>
                <ns0:pt idx="1152">
                  <ns0:v>151.132810637</ns0:v>
                </ns0:pt>
                <ns0:pt idx="1153">
                  <ns0:v>107.071853529</ns0:v>
                </ns0:pt>
                <ns0:pt idx="1154">
                  <ns0:v>6.42767914064</ns0:v>
                </ns0:pt>
                <ns0:pt idx="1155">
                  <ns0:v>-95.0773400197</ns0:v>
                </ns0:pt>
                <ns0:pt idx="1156">
                  <ns0:v>-140.48237709</ns0:v>
                </ns0:pt>
                <ns0:pt idx="1157">
                  <ns0:v>-124.698475149</ns0:v>
                </ns0:pt>
                <ns0:pt idx="1158">
                  <ns0:v>-71.8558044611</ns0:v>
                </ns0:pt>
                <ns0:pt idx="1159">
                  <ns0:v>1.0729830153</ns0:v>
                </ns0:pt>
                <ns0:pt idx="1160">
                  <ns0:v>65.2378954293</ns0:v>
                </ns0:pt>
                <ns0:pt idx="1161">
                  <ns0:v>89.6501943013</ns0:v>
                </ns0:pt>
                <ns0:pt idx="1162">
                  <ns0:v>66.2565222681</ns0:v>
                </ns0:pt>
                <ns0:pt idx="1163">
                  <ns0:v>9.61000269557</ns0:v>
                </ns0:pt>
                <ns0:pt idx="1164">
                  <ns0:v>-45.3005375036</ns0:v>
                </ns0:pt>
                <ns0:pt idx="1165">
                  <ns0:v>-55.9670750039</ns0:v>
                </ns0:pt>
                <ns0:pt idx="1166">
                  <ns0:v>-24.127762545</ns0:v>
                </ns0:pt>
                <ns0:pt idx="1167">
                  <ns0:v>21.7935955302</ns0:v>
                </ns0:pt>
                <ns0:pt idx="1168">
                  <ns0:v>70.8625449367</ns0:v>
                </ns0:pt>
                <ns0:pt idx="1169">
                  <ns0:v>101.120333574</ns0:v>
                </ns0:pt>
                <ns0:pt idx="1170">
                  <ns0:v>75.1117914482</ns0:v>
                </ns0:pt>
                <ns0:pt idx="1171">
                  <ns0:v>3.64749814554</ns0:v>
                </ns0:pt>
                <ns0:pt idx="1172">
                  <ns0:v>-53.2873518922</ns0:v>
                </ns0:pt>
                <ns0:pt idx="1173">
                  <ns0:v>-66.9567447288</ns0:v>
                </ns0:pt>
                <ns0:pt idx="1174">
                  <ns0:v>-49.4369799042</ns0:v>
                </ns0:pt>
                <ns0:pt idx="1175">
                  <ns0:v>-15.5266140423</ns0:v>
                </ns0:pt>
                <ns0:pt idx="1176">
                  <ns0:v>32.4366943371</ns0:v>
                </ns0:pt>
                <ns0:pt idx="1177">
                  <ns0:v>82.9091308709</ns0:v>
                </ns0:pt>
                <ns0:pt idx="1178">
                  <ns0:v>113.666383023</ns0:v>
                </ns0:pt>
                <ns0:pt idx="1179">
                  <ns0:v>108.768375172</ns0:v>
                </ns0:pt>
                <ns0:pt idx="1180">
                  <ns0:v>63.6857527646</ns0:v>
                </ns0:pt>
                <ns0:pt idx="1181">
                  <ns0:v>-9.51467434784</ns0:v>
                </ns0:pt>
                <ns0:pt idx="1182">
                  <ns0:v>-82.9774384307</ns0:v>
                </ns0:pt>
                <ns0:pt idx="1183">
                  <ns0:v>-123.035426543</ns0:v>
                </ns0:pt>
                <ns0:pt idx="1184">
                  <ns0:v>-115.338982517</ns0:v>
                </ns0:pt>
                <ns0:pt idx="1185">
                  <ns0:v>-65.9514460878</ns0:v>
                </ns0:pt>
                <ns0:pt idx="1186">
                  <ns0:v>7.64972770135</ns0:v>
                </ns0:pt>
                <ns0:pt idx="1187">
                  <ns0:v>75.1048116928</ns0:v>
                </ns0:pt>
                <ns0:pt idx="1188">
                  <ns0:v>98.9856354499</ns0:v>
                </ns0:pt>
                <ns0:pt idx="1189">
                  <ns0:v>67.9355720601</ns0:v>
                </ns0:pt>
                <ns0:pt idx="1190">
                  <ns0:v>12.7274965896</ns0:v>
                </ns0:pt>
                <ns0:pt idx="1191">
                  <ns0:v>-32.0089861589</ns0:v>
                </ns0:pt>
                <ns0:pt idx="1192">
                  <ns0:v>-56.8214038339</ns0:v>
                </ns0:pt>
                <ns0:pt idx="1193">
                  <ns0:v>-65.6712132598</ns0:v>
                </ns0:pt>
                <ns0:pt idx="1194">
                  <ns0:v>-53.5567146247</ns0:v>
                </ns0:pt>
                <ns0:pt idx="1195">
                  <ns0:v>-21.2515754875</ns0:v>
                </ns0:pt>
                <ns0:pt idx="1196">
                  <ns0:v>20.5426097772</ns0:v>
                </ns0:pt>
                <ns0:pt idx="1197">
                  <ns0:v>62.2235985691</ns0:v>
                </ns0:pt>
                <ns0:pt idx="1198">
                  <ns0:v>79.1261630187</ns0:v>
                </ns0:pt>
                <ns0:pt idx="1199">
                  <ns0:v>40.7426435218</ns0:v>
                </ns0:pt>
                <ns0:pt idx="1200">
                  <ns0:v>-28.6394462138</ns0:v>
                </ns0:pt>
                <ns0:pt idx="1201">
                  <ns0:v>-52.8902518963</ns0:v>
                </ns0:pt>
                <ns0:pt idx="1202">
                  <ns0:v>-11.9512860745</ns0:v>
                </ns0:pt>
                <ns0:pt idx="1203">
                  <ns0:v>42.1410979349</ns0:v>
                </ns0:pt>
                <ns0:pt idx="1204">
                  <ns0:v>50.35125227</ns0:v>
                </ns0:pt>
                <ns0:pt idx="1205">
                  <ns0:v>12.3155557319</ns0:v>
                </ns0:pt>
                <ns0:pt idx="1206">
                  <ns0:v>-36.9824515249</ns0:v>
                </ns0:pt>
                <ns0:pt idx="1207">
                  <ns0:v>-69.4235239051</ns0:v>
                </ns0:pt>
                <ns0:pt idx="1208">
                  <ns0:v>-82.2850942311</ns0:v>
                </ns0:pt>
                <ns0:pt idx="1209">
                  <ns0:v>-72.4723326634</ns0:v>
                </ns0:pt>
                <ns0:pt idx="1210">
                  <ns0:v>-35.7225022609</ns0:v>
                </ns0:pt>
                <ns0:pt idx="1211">
                  <ns0:v>17.5021978533</ns0:v>
                </ns0:pt>
                <ns0:pt idx="1212">
                  <ns0:v>60.7940789664</ns0:v>
                </ns0:pt>
                <ns0:pt idx="1213">
                  <ns0:v>60.0768023033</ns0:v>
                </ns0:pt>
                <ns0:pt idx="1214">
                  <ns0:v>1.75564898856</ns0:v>
                </ns0:pt>
                <ns0:pt idx="1215">
                  <ns0:v>-72.3905670414</ns0:v>
                </ns0:pt>
                <ns0:pt idx="1216">
                  <ns0:v>-92.5436712255</ns0:v>
                </ns0:pt>
                <ns0:pt idx="1217">
                  <ns0:v>-52.4338759891</ns0:v>
                </ns0:pt>
                <ns0:pt idx="1218">
                  <ns0:v>-15.8280083021</ns0:v>
                </ns0:pt>
                <ns0:pt idx="1219">
                  <ns0:v>0.940808171466</ns0:v>
                </ns0:pt>
                <ns0:pt idx="1220">
                  <ns0:v>23.6099115987</ns0:v>
                </ns0:pt>
                <ns0:pt idx="1221">
                  <ns0:v>47.0022303425</ns0:v>
                </ns0:pt>
                <ns0:pt idx="1222">
                  <ns0:v>29.8158010909</ns0:v>
                </ns0:pt>
                <ns0:pt idx="1223">
                  <ns0:v>-21.6467025641</ns0:v>
                </ns0:pt>
                <ns0:pt idx="1224">
                  <ns0:v>-60.3001550979</ns0:v>
                </ns0:pt>
                <ns0:pt idx="1225">
                  <ns0:v>-47.5803556285</ns0:v>
                </ns0:pt>
                <ns0:pt idx="1226">
                  <ns0:v>6.83353282204</ns0:v>
                </ns0:pt>
                <ns0:pt idx="1227">
                  <ns0:v>64.7141734503</ns0:v>
                </ns0:pt>
                <ns0:pt idx="1228">
                  <ns0:v>93.2326709145</ns0:v>
                </ns0:pt>
                <ns0:pt idx="1229">
                  <ns0:v>80.8843410545</ns0:v>
                </ns0:pt>
                <ns0:pt idx="1230">
                  <ns0:v>28.3096717553</ns0:v>
                </ns0:pt>
                <ns0:pt idx="1231">
                  <ns0:v>-44.9102109291</ns0:v>
                </ns0:pt>
                <ns0:pt idx="1232">
                  <ns0:v>-96.4833310692</ns0:v>
                </ns0:pt>
                <ns0:pt idx="1233">
                  <ns0:v>-97.2758963445</ns0:v>
                </ns0:pt>
                <ns0:pt idx="1234">
                  <ns0:v>-54.9033889441</ns0:v>
                </ns0:pt>
                <ns0:pt idx="1235">
                  <ns0:v>14.712429752</ns0:v>
                </ns0:pt>
                <ns0:pt idx="1236">
                  <ns0:v>94.9232576165</ns0:v>
                </ns0:pt>
                <ns0:pt idx="1237">
                  <ns0:v>144.217988403</ns0:v>
                </ns0:pt>
                <ns0:pt idx="1238">
                  <ns0:v>125.688281641</ns0:v>
                </ns0:pt>
                <ns0:pt idx="1239">
                  <ns0:v>45.9539764656</ns0:v>
                </ns0:pt>
                <ns0:pt idx="1240">
                  <ns0:v>-52.102282404</ns0:v>
                </ns0:pt>
                <ns0:pt idx="1241">
                  <ns0:v>-119.488055621</ns0:v>
                </ns0:pt>
                <ns0:pt idx="1242">
                  <ns0:v>-114.051423325</ns0:v>
                </ns0:pt>
                <ns0:pt idx="1243">
                  <ns0:v>-37.969670158</ns0:v>
                </ns0:pt>
                <ns0:pt idx="1244">
                  <ns0:v>56.4791032687</ns0:v>
                </ns0:pt>
                <ns0:pt idx="1245">
                  <ns0:v>117.832739716</ns0:v>
                </ns0:pt>
                <ns0:pt idx="1246">
                  <ns0:v>127.547100414</ns0:v>
                </ns0:pt>
                <ns0:pt idx="1247">
                  <ns0:v>87.5057444916</ns0:v>
                </ns0:pt>
                <ns0:pt idx="1248">
                  <ns0:v>13.3754352755</ns0:v>
                </ns0:pt>
                <ns0:pt idx="1249">
                  <ns0:v>-57.5331172352</ns0:v>
                </ns0:pt>
                <ns0:pt idx="1250">
                  <ns0:v>-88.4770604039</ns0:v>
                </ns0:pt>
                <ns0:pt idx="1251">
                  <ns0:v>-71.7214308927</ns0:v>
                </ns0:pt>
                <ns0:pt idx="1252">
                  <ns0:v>-26.3796220643</ns0:v>
                </ns0:pt>
                <ns0:pt idx="1253">
                  <ns0:v>26.3870467987</ns0:v>
                </ns0:pt>
                <ns0:pt idx="1254">
                  <ns0:v>70.2866990945</ns0:v>
                </ns0:pt>
                <ns0:pt idx="1255">
                  <ns0:v>91.0662433231</ns0:v>
                </ns0:pt>
                <ns0:pt idx="1256">
                  <ns0:v>81.9157902411</ns0:v>
                </ns0:pt>
                <ns0:pt idx="1257">
                  <ns0:v>44.6910550696</ns0:v>
                </ns0:pt>
                <ns0:pt idx="1258">
                  <ns0:v>-14.4256856259</ns0:v>
                </ns0:pt>
                <ns0:pt idx="1259">
                  <ns0:v>-82.1699236726</ns0:v>
                </ns0:pt>
                <ns0:pt idx="1260">
                  <ns0:v>-121.204242968</ns0:v>
                </ns0:pt>
                <ns0:pt idx="1261">
                  <ns0:v>-93.446097164</ns0:v>
                </ns0:pt>
                <ns0:pt idx="1262">
                  <ns0:v>-3.71867194947</ns0:v>
                </ns0:pt>
                <ns0:pt idx="1263">
                  <ns0:v>95.2380667882</ns0:v>
                </ns0:pt>
                <ns0:pt idx="1264">
                  <ns0:v>146.245227029</ns0:v>
                </ns0:pt>
                <ns0:pt idx="1265">
                  <ns0:v>121.009513756</ns0:v>
                </ns0:pt>
                <ns0:pt idx="1266">
                  <ns0:v>34.5299926044</ns0:v>
                </ns0:pt>
                <ns0:pt idx="1267">
                  <ns0:v>-62.8152214696</ns0:v>
                </ns0:pt>
                <ns0:pt idx="1268">
                  <ns0:v>-115.41170773</ns0:v>
                </ns0:pt>
                <ns0:pt idx="1269">
                  <ns0:v>-102.10958429</ns0:v>
                </ns0:pt>
                <ns0:pt idx="1270">
                  <ns0:v>-41.6275419921</ns0:v>
                </ns0:pt>
                <ns0:pt idx="1271">
                  <ns0:v>32.0636642602</ns0:v>
                </ns0:pt>
                <ns0:pt idx="1272">
                  <ns0:v>74.0027757903</ns0:v>
                </ns0:pt>
                <ns0:pt idx="1273">
                  <ns0:v>58.2305094839</ns0:v>
                </ns0:pt>
                <ns0:pt idx="1274">
                  <ns0:v>13.3557147321</ns0:v>
                </ns0:pt>
                <ns0:pt idx="1275">
                  <ns0:v>-13.1604245614</ns0:v>
                </ns0:pt>
                <ns0:pt idx="1276">
                  <ns0:v>-19.9604094206</ns0:v>
                </ns0:pt>
                <ns0:pt idx="1277">
                  <ns0:v>-24.99324328</ns0:v>
                </ns0:pt>
                <ns0:pt idx="1278">
                  <ns0:v>-24.7030292037</ns0:v>
                </ns0:pt>
                <ns0:pt idx="1279">
                  <ns0:v>4.59790705084</ns0:v>
                </ns0:pt>
                <ns0:pt idx="1280">
                  <ns0:v>59.7907042151</ns0:v>
                </ns0:pt>
                <ns0:pt idx="1281">
                  <ns0:v>108.003901196</ns0:v>
                </ns0:pt>
                <ns0:pt idx="1282">
                  <ns0:v>115.82285858</ns0:v>
                </ns0:pt>
                <ns0:pt idx="1283">
                  <ns0:v>71.1745753517</ns0:v>
                </ns0:pt>
                <ns0:pt idx="1284">
                  <ns0:v>-5.43448088123</ns0:v>
                </ns0:pt>
                <ns0:pt idx="1285">
                  <ns0:v>-77.4848322569</ns0:v>
                </ns0:pt>
                <ns0:pt idx="1286">
                  <ns0:v>-111.8190197</ns0:v>
                </ns0:pt>
                <ns0:pt idx="1287">
                  <ns0:v>-89.1813077665</ns0:v>
                </ns0:pt>
                <ns0:pt idx="1288">
                  <ns0:v>-15.9283674619</ns0:v>
                </ns0:pt>
                <ns0:pt idx="1289">
                  <ns0:v>73.1142744573</ns0:v>
                </ns0:pt>
                <ns0:pt idx="1290">
                  <ns0:v>132.928955965</ns0:v>
                </ns0:pt>
                <ns0:pt idx="1291">
                  <ns0:v>138.082684105</ns0:v>
                </ns0:pt>
                <ns0:pt idx="1292">
                  <ns0:v>90.3437919438</ns0:v>
                </ns0:pt>
                <ns0:pt idx="1293">
                  <ns0:v>12.2476575388</ns0:v>
                </ns0:pt>
                <ns0:pt idx="1294">
                  <ns0:v>-57.7796338227</ns0:v>
                </ns0:pt>
                <ns0:pt idx="1295">
                  <ns0:v>-86.4785869529</ns0:v>
                </ns0:pt>
                <ns0:pt idx="1296">
                  <ns0:v>-70.4408186025</ns0:v>
                </ns0:pt>
                <ns0:pt idx="1297">
                  <ns0:v>-27.8359492197</ns0:v>
                </ns0:pt>
                <ns0:pt idx="1298">
                  <ns0:v>36.6101764765</ns0:v>
                </ns0:pt>
                <ns0:pt idx="1299">
                  <ns0:v>107.510516954</ns0:v>
                </ns0:pt>
                <ns0:pt idx="1300">
                  <ns0:v>135.717951269</ns0:v>
                </ns0:pt>
                <ns0:pt idx="1301">
                  <ns0:v>94.8023166681</ns0:v>
                </ns0:pt>
                <ns0:pt idx="1302">
                  <ns0:v>16.6688905038</ns0:v>
                </ns0:pt>
                <ns0:pt idx="1303">
                  <ns0:v>-57.0318737106</ns0:v>
                </ns0:pt>
                <ns0:pt idx="1304">
                  <ns0:v>-97.4264458519</ns0:v>
                </ns0:pt>
                <ns0:pt idx="1305">
                  <ns0:v>-73.7646087071</ns0:v>
                </ns0:pt>
                <ns0:pt idx="1306">
                  <ns0:v>-0.593455513274</ns0:v>
                </ns0:pt>
                <ns0:pt idx="1307">
                  <ns0:v>59.2387542599</ns0:v>
                </ns0:pt>
                <ns0:pt idx="1308">
                  <ns0:v>79.5273466352</ns0:v>
                </ns0:pt>
                <ns0:pt idx="1309">
                  <ns0:v>88.5730264427</ns0:v>
                </ns0:pt>
                <ns0:pt idx="1310">
                  <ns0:v>82.9221145802</ns0:v>
                </ns0:pt>
                <ns0:pt idx="1311">
                  <ns0:v>41.1828502679</ns0:v>
                </ns0:pt>
                <ns0:pt idx="1312">
                  <ns0:v>-28.8707315919</ns0:v>
                </ns0:pt>
                <ns0:pt idx="1313">
                  <ns0:v>-80.1357735789</ns0:v>
                </ns0:pt>
                <ns0:pt idx="1314">
                  <ns0:v>-76.0251325763</ns0:v>
                </ns0:pt>
                <ns0:pt idx="1315">
                  <ns0:v>-32.2480211114</ns0:v>
                </ns0:pt>
                <ns0:pt idx="1316">
                  <ns0:v>18.3103080008</ns0:v>
                </ns0:pt>
                <ns0:pt idx="1317">
                  <ns0:v>66.1582644097</ns0:v>
                </ns0:pt>
                <ns0:pt idx="1318">
                  <ns0:v>92.740606885</ns0:v>
                </ns0:pt>
                <ns0:pt idx="1319">
                  <ns0:v>59.1703122493</ns0:v>
                </ns0:pt>
                <ns0:pt idx="1320">
                  <ns0:v>-31.898315035</ns0:v>
                </ns0:pt>
                <ns0:pt idx="1321">
                  <ns0:v>-123.037949135</ns0:v>
                </ns0:pt>
                <ns0:pt idx="1322">
                  <ns0:v>-151.83079811</ns0:v>
                </ns0:pt>
                <ns0:pt idx="1323">
                  <ns0:v>-85.8053333461</ns0:v>
                </ns0:pt>
                <ns0:pt idx="1324">
                  <ns0:v>45.3002430996</ns0:v>
                </ns0:pt>
                <ns0:pt idx="1325">
                  <ns0:v>162.792271306</ns0:v>
                </ns0:pt>
                <ns0:pt idx="1326">
                  <ns0:v>199.44384723</ns0:v>
                </ns0:pt>
                <ns0:pt idx="1327">
                  <ns0:v>145.535927048</ns0:v>
                </ns0:pt>
                <ns0:pt idx="1328">
                  <ns0:v>38.1327164688</ns0:v>
                </ns0:pt>
                <ns0:pt idx="1329">
                  <ns0:v>-72.731903932</ns0:v>
                </ns0:pt>
                <ns0:pt idx="1330">
                  <ns0:v>-136.627803846</ns0:v>
                </ns0:pt>
                <ns0:pt idx="1331">
                  <ns0:v>-119.169244443</ns0:v>
                </ns0:pt>
                <ns0:pt idx="1332">
                  <ns0:v>-33.6347174966</ns0:v>
                </ns0:pt>
                <ns0:pt idx="1333">
                  <ns0:v>65.6139459996</ns0:v>
                </ns0:pt>
                <ns0:pt idx="1334">
                  <ns0:v>121.328484491</ns0:v>
                </ns0:pt>
                <ns0:pt idx="1335">
                  <ns0:v>104.281451645</ns0:v>
                </ns0:pt>
                <ns0:pt idx="1336">
                  <ns0:v>36.5760603928</ns0:v>
                </ns0:pt>
                <ns0:pt idx="1337">
                  <ns0:v>-27.7258542569</ns0:v>
                </ns0:pt>
                <ns0:pt idx="1338">
                  <ns0:v>-63.2085591396</ns0:v>
                </ns0:pt>
                <ns0:pt idx="1339">
                  <ns0:v>-83.7878825632</ns0:v>
                </ns0:pt>
                <ns0:pt idx="1340">
                  <ns0:v>-90.1142405884</ns0:v>
                </ns0:pt>
                <ns0:pt idx="1341">
                  <ns0:v>-62.6463666567</ns0:v>
                </ns0:pt>
                <ns0:pt idx="1342">
                  <ns0:v>-7.07863961396</ns0:v>
                </ns0:pt>
                <ns0:pt idx="1343">
                  <ns0:v>44.4440714684</ns0:v>
                </ns0:pt>
                <ns0:pt idx="1344">
                  <ns0:v>69.0165610051</ns0:v>
                </ns0:pt>
                <ns0:pt idx="1345">
                  <ns0:v>65.4457557434</ns0:v>
                </ns0:pt>
                <ns0:pt idx="1346">
                  <ns0:v>41.9645536932</ns0:v>
                </ns0:pt>
                <ns0:pt idx="1347">
                  <ns0:v>6.96198700618</ns0:v>
                </ns0:pt>
                <ns0:pt idx="1348">
                  <ns0:v>-35.4978814195</ns0:v>
                </ns0:pt>
                <ns0:pt idx="1349">
                  <ns0:v>-74.8898383306</ns0:v>
                </ns0:pt>
                <ns0:pt idx="1350">
                  <ns0:v>-85.6852249403</ns0:v>
                </ns0:pt>
                <ns0:pt idx="1351">
                  <ns0:v>-57.606620416</ns0:v>
                </ns0:pt>
                <ns0:pt idx="1352">
                  <ns0:v>-11.4035469201</ns0:v>
                </ns0:pt>
                <ns0:pt idx="1353">
                  <ns0:v>37.409474413</ns0:v>
                </ns0:pt>
                <ns0:pt idx="1354">
                  <ns0:v>92.2334580604</ns0:v>
                </ns0:pt>
                <ns0:pt idx="1355">
                  <ns0:v>130.867336354</ns0:v>
                </ns0:pt>
                <ns0:pt idx="1356">
                  <ns0:v>126.471208712</ns0:v>
                </ns0:pt>
                <ns0:pt idx="1357">
                  <ns0:v>85.0751026286</ns0:v>
                </ns0:pt>
                <ns0:pt idx="1358">
                  <ns0:v>27.2538764898</ns0:v>
                </ns0:pt>
                <ns0:pt idx="1359">
                  <ns0:v>-32.4803573909</ns0:v>
                </ns0:pt>
                <ns0:pt idx="1360">
                  <ns0:v>-79.2697123095</ns0:v>
                </ns0:pt>
                <ns0:pt idx="1361">
                  <ns0:v>-87.428801373</ns0:v>
                </ns0:pt>
                <ns0:pt idx="1362">
                  <ns0:v>-39.7923788443</ns0:v>
                </ns0:pt>
                <ns0:pt idx="1363">
                  <ns0:v>43.6238793663</ns0:v>
                </ns0:pt>
                <ns0:pt idx="1364">
                  <ns0:v>109.770229337</ns0:v>
                </ns0:pt>
                <ns0:pt idx="1365">
                  <ns0:v>107.393383367</ns0:v>
                </ns0:pt>
                <ns0:pt idx="1366">
                  <ns0:v>42.7030815343</ns0:v>
                </ns0:pt>
                <ns0:pt idx="1367">
                  <ns0:v>-21.3704232494</ns0:v>
                </ns0:pt>
                <ns0:pt idx="1368">
                  <ns0:v>-38.3288650295</ns0:v>
                </ns0:pt>
                <ns0:pt idx="1369">
                  <ns0:v>-8.39590270966</ns0:v>
                </ns0:pt>
                <ns0:pt idx="1370">
                  <ns0:v>48.0296300617</ns0:v>
                </ns0:pt>
                <ns0:pt idx="1371">
                  <ns0:v>97.5551872553</ns0:v>
                </ns0:pt>
                <ns0:pt idx="1372">
                  <ns0:v>105.023823314</ns0:v>
                </ns0:pt>
                <ns0:pt idx="1373">
                  <ns0:v>55.9753209623</ns0:v>
                </ns0:pt>
                <ns0:pt idx="1374">
                  <ns0:v>-28.8825421388</ns0:v>
                </ns0:pt>
                <ns0:pt idx="1375">
                  <ns0:v>-107.730154685</ns0:v>
                </ns0:pt>
                <ns0:pt idx="1376">
                  <ns0:v>-141.318925871</ns0:v>
                </ns0:pt>
                <ns0:pt idx="1377">
                  <ns0:v>-118.56280422</ns0:v>
                </ns0:pt>
                <ns0:pt idx="1378">
                  <ns0:v>-60.094849156</ns0:v>
                </ns0:pt>
                <ns0:pt idx="1379">
                  <ns0:v>4.63649972056</ns0:v>
                </ns0:pt>
                <ns0:pt idx="1380">
                  <ns0:v>54.0174730058</ns0:v>
                </ns0:pt>
                <ns0:pt idx="1381">
                  <ns0:v>78.3692455252</ns0:v>
                </ns0:pt>
                <ns0:pt idx="1382">
                  <ns0:v>74.8504957423</ns0:v>
                </ns0:pt>
                <ns0:pt idx="1383">
                  <ns0:v>43.8802327646</ns0:v>
                </ns0:pt>
                <ns0:pt idx="1384">
                  <ns0:v>-2.87488382231</ns0:v>
                </ns0:pt>
                <ns0:pt idx="1385">
                  <ns0:v>-36.2821126291</ns0:v>
                </ns0:pt>
                <ns0:pt idx="1386">
                  <ns0:v>-23.0149813917</ns0:v>
                </ns0:pt>
                <ns0:pt idx="1387">
                  <ns0:v>24.0473906839</ns0:v>
                </ns0:pt>
                <ns0:pt idx="1388">
                  <ns0:v>53.1512780771</ns0:v>
                </ns0:pt>
                <ns0:pt idx="1389">
                  <ns0:v>30.8317889863</ns0:v>
                </ns0:pt>
                <ns0:pt idx="1390">
                  <ns0:v>-17.6648830921</ns0:v>
                </ns0:pt>
                <ns0:pt idx="1391">
                  <ns0:v>-54.2679741117</ns0:v>
                </ns0:pt>
                <ns0:pt idx="1392">
                  <ns0:v>-60.5869197364</ns0:v>
                </ns0:pt>
                <ns0:pt idx="1393">
                  <ns0:v>-37.5128415888</ns0:v>
                </ns0:pt>
                <ns0:pt idx="1394">
                  <ns0:v>2.4339381243</ns0:v>
                </ns0:pt>
                <ns0:pt idx="1395">
                  <ns0:v>40.8183532296</ns0:v>
                </ns0:pt>
                <ns0:pt idx="1396">
                  <ns0:v>59.1345490982</ns0:v>
                </ns0:pt>
                <ns0:pt idx="1397">
                  <ns0:v>45.1407762565</ns0:v>
                </ns0:pt>
                <ns0:pt idx="1398">
                  <ns0:v>16.6469765061</ns0:v>
                </ns0:pt>
                <ns0:pt idx="1399">
                  <ns0:v>3.44122386449</ns0:v>
                </ns0:pt>
                <ns0:pt idx="1400">
                  <ns0:v>-2.82375813636</ns0:v>
                </ns0:pt>
                <ns0:pt idx="1401">
                  <ns0:v>-26.7673828248</ns0:v>
                </ns0:pt>
                <ns0:pt idx="1402">
                  <ns0:v>-55.863142047</ns0:v>
                </ns0:pt>
                <ns0:pt idx="1403">
                  <ns0:v>-72.1337869979</ns0:v>
                </ns0:pt>
                <ns0:pt idx="1404">
                  <ns0:v>-72.5535123618</ns0:v>
                </ns0:pt>
                <ns0:pt idx="1405">
                  <ns0:v>-45.8086941233</ns0:v>
                </ns0:pt>
                <ns0:pt idx="1406">
                  <ns0:v>16.6086617207</ns0:v>
                </ns0:pt>
                <ns0:pt idx="1407">
                  <ns0:v>82.5634760223</ns0:v>
                </ns0:pt>
                <ns0:pt idx="1408">
                  <ns0:v>104.712051102</ns0:v>
                </ns0:pt>
                <ns0:pt idx="1409">
                  <ns0:v>70.0670724405</ns0:v>
                </ns0:pt>
                <ns0:pt idx="1410">
                  <ns0:v>17.1145850603</ns0:v>
                </ns0:pt>
                <ns0:pt idx="1411">
                  <ns0:v>-15.1924278288</ns0:v>
                </ns0:pt>
                <ns0:pt idx="1412">
                  <ns0:v>-23.5914116663</ns0:v>
                </ns0:pt>
                <ns0:pt idx="1413">
                  <ns0:v>-16.1934814886</ns0:v>
                </ns0:pt>
                <ns0:pt idx="1414">
                  <ns0:v>8.24495386094</ns0:v>
                </ns0:pt>
                <ns0:pt idx="1415">
                  <ns0:v>43.2218384598</ns0:v>
                </ns0:pt>
                <ns0:pt idx="1416">
                  <ns0:v>64.8968002035</ns0:v>
                </ns0:pt>
                <ns0:pt idx="1417">
                  <ns0:v>60.25175805</ns0:v>
                </ns0:pt>
                <ns0:pt idx="1418">
                  <ns0:v>32.2518471089</ns0:v>
                </ns0:pt>
                <ns0:pt idx="1419">
                  <ns0:v>-17.7109946001</ns0:v>
                </ns0:pt>
                <ns0:pt idx="1420">
                  <ns0:v>-77.3376351936</ns0:v>
                </ns0:pt>
                <ns0:pt idx="1421">
                  <ns0:v>-111.258757591</ns0:v>
                </ns0:pt>
                <ns0:pt idx="1422">
                  <ns0:v>-100.363807807</ns0:v>
                </ns0:pt>
                <ns0:pt idx="1423">
                  <ns0:v>-65.8055841201</ns0:v>
                </ns0:pt>
                <ns0:pt idx="1424">
                  <ns0:v>-26.3212226055</ns0:v>
                </ns0:pt>
                <ns0:pt idx="1425">
                  <ns0:v>12.6067243585</ns0:v>
                </ns0:pt>
                <ns0:pt idx="1426">
                  <ns0:v>40.2096427126</ns0:v>
                </ns0:pt>
                <ns0:pt idx="1427">
                  <ns0:v>48.4019554125</ns0:v>
                </ns0:pt>
                <ns0:pt idx="1428">
                  <ns0:v>52.2345832407</ns0:v>
                </ns0:pt>
                <ns0:pt idx="1429">
                  <ns0:v>47.3464496745</ns0:v>
                </ns0:pt>
                <ns0:pt idx="1430">
                  <ns0:v>8.10601408216</ns0:v>
                </ns0:pt>
                <ns0:pt idx="1431">
                  <ns0:v>-50.9448421515</ns0:v>
                </ns0:pt>
                <ns0:pt idx="1432">
                  <ns0:v>-76.1845220874</ns0:v>
                </ns0:pt>
                <ns0:pt idx="1433">
                  <ns0:v>-58.7938960651</ns0:v>
                </ns0:pt>
                <ns0:pt idx="1434">
                  <ns0:v>-43.9267781816</ns0:v>
                </ns0:pt>
                <ns0:pt idx="1435">
                  <ns0:v>-32.4745413419</ns0:v>
                </ns0:pt>
                <ns0:pt idx="1436">
                  <ns0:v>5.58347768325</ns0:v>
                </ns0:pt>
                <ns0:pt idx="1437">
                  <ns0:v>68.3394387716</ns0:v>
                </ns0:pt>
                <ns0:pt idx="1438">
                  <ns0:v>106.218371653</ns0:v>
                </ns0:pt>
                <ns0:pt idx="1439">
                  <ns0:v>85.805255556</ns0:v>
                </ns0:pt>
                <ns0:pt idx="1440">
                  <ns0:v>20.6826422282</ns0:v>
                </ns0:pt>
                <ns0:pt idx="1441">
                  <ns0:v>-52.8573493085</ns0:v>
                </ns0:pt>
                <ns0:pt idx="1442">
                  <ns0:v>-104.951289143</ns0:v>
                </ns0:pt>
                <ns0:pt idx="1443">
                  <ns0:v>-115.940504277</ns0:v>
                </ns0:pt>
                <ns0:pt idx="1444">
                  <ns0:v>-77.197921892</ns0:v>
                </ns0:pt>
                <ns0:pt idx="1445">
                  <ns0:v>4.83222706825</ns0:v>
                </ns0:pt>
                <ns0:pt idx="1446">
                  <ns0:v>98.0937332301</ns0:v>
                </ns0:pt>
                <ns0:pt idx="1447">
                  <ns0:v>149.018317844</ns0:v>
                </ns0:pt>
                <ns0:pt idx="1448">
                  <ns0:v>124.288872516</ns0:v>
                </ns0:pt>
                <ns0:pt idx="1449">
                  <ns0:v>39.3889857449</ns0:v>
                </ns0:pt>
                <ns0:pt idx="1450">
                  <ns0:v>-55.3311734026</ns0:v>
                </ns0:pt>
                <ns0:pt idx="1451">
                  <ns0:v>-104.643848313</ns0:v>
                </ns0:pt>
                <ns0:pt idx="1452">
                  <ns0:v>-90.6866421756</ns0:v>
                </ns0:pt>
                <ns0:pt idx="1453">
                  <ns0:v>-45.0009226719</ns0:v>
                </ns0:pt>
                <ns0:pt idx="1454">
                  <ns0:v>3.44208239661</ns0:v>
                </ns0:pt>
                <ns0:pt idx="1455">
                  <ns0:v>45.3824528325</ns0:v>
                </ns0:pt>
                <ns0:pt idx="1456">
                  <ns0:v>64.7575630059</ns0:v>
                </ns0:pt>
                <ns0:pt idx="1457">
                  <ns0:v>36.4584764047</ns0:v>
                </ns0:pt>
                <ns0:pt idx="1458">
                  <ns0:v>-32.7579776103</ns0:v>
                </ns0:pt>
                <ns0:pt idx="1459">
                  <ns0:v>-101.619091118</ns0:v>
                </ns0:pt>
                <ns0:pt idx="1460">
                  <ns0:v>-131.457812095</ns0:v>
                </ns0:pt>
                <ns0:pt idx="1461">
                  <ns0:v>-111.423629316</ns0:v>
                </ns0:pt>
                <ns0:pt idx="1462">
                  <ns0:v>-48.8279812532</ns0:v>
                </ns0:pt>
                <ns0:pt idx="1463">
                  <ns0:v>37.4016234391</ns0:v>
                </ns0:pt>
                <ns0:pt idx="1464">
                  <ns0:v>105.278660194</ns0:v>
                </ns0:pt>
                <ns0:pt idx="1465">
                  <ns0:v>106.696788783</ns0:v>
                </ns0:pt>
                <ns0:pt idx="1466">
                  <ns0:v>41.3484057368</ns0:v>
                </ns0:pt>
                <ns0:pt idx="1467">
                  <ns0:v>-50.0519285466</ns0:v>
                </ns0:pt>
                <ns0:pt idx="1468">
                  <ns0:v>-125.282760785</ns0:v>
                </ns0:pt>
                <ns0:pt idx="1469">
                  <ns0:v>-150.086105982</ns0:v>
                </ns0:pt>
                <ns0:pt idx="1470">
                  <ns0:v>-101.465736746</ns0:v>
                </ns0:pt>
                <ns0:pt idx="1471">
                  <ns0:v>6.50762198446</ns0:v>
                </ns0:pt>
                <ns0:pt idx="1472">
                  <ns0:v>111.235231871</ns0:v>
                </ns0:pt>
                <ns0:pt idx="1473">
                  <ns0:v>136.572116238</ns0:v>
                </ns0:pt>
                <ns0:pt idx="1474">
                  <ns0:v>68.8267178565</ns0:v>
                </ns0:pt>
                <ns0:pt idx="1475">
                  <ns0:v>-40.8690724741</ns0:v>
                </ns0:pt>
                <ns0:pt idx="1476">
                  <ns0:v>-132.562081561</ns0:v>
                </ns0:pt>
                <ns0:pt idx="1477">
                  <ns0:v>-172.649251002</ns0:v>
                </ns0:pt>
                <ns0:pt idx="1478">
                  <ns0:v>-142.287969399</ns0:v>
                </ns0:pt>
                <ns0:pt idx="1479">
                  <ns0:v>-47.7168519882</ns0:v>
                </ns0:pt>
                <ns0:pt idx="1480">
                  <ns0:v>62.3622734925</ns0:v>
                </ns0:pt>
                <ns0:pt idx="1481">
                  <ns0:v>123.274593271</ns0:v>
                </ns0:pt>
                <ns0:pt idx="1482">
                  <ns0:v>97.1634978343</ns0:v>
                </ns0:pt>
                <ns0:pt idx="1483">
                  <ns0:v>0.623849833367</ns0:v>
                </ns0:pt>
                <ns0:pt idx="1484">
                  <ns0:v>-108.421637838</ns0:v>
                </ns0:pt>
                <ns0:pt idx="1485">
                  <ns0:v>-162.187314399</ns0:v>
                </ns0:pt>
                <ns0:pt idx="1486">
                  <ns0:v>-126.504594304</ns0:v>
                </ns0:pt>
                <ns0:pt idx="1487">
                  <ns0:v>-37.961480019</ns0:v>
                </ns0:pt>
                <ns0:pt idx="1488">
                  <ns0:v>32.6820829809</ns0:v>
                </ns0:pt>
                <ns0:pt idx="1489">
                  <ns0:v>56.9450685951</ns0:v>
                </ns0:pt>
                <ns0:pt idx="1490">
                  <ns0:v>50.0522492833</ns0:v>
                </ns0:pt>
                <ns0:pt idx="1491">
                  <ns0:v>36.4883172231</ns0:v>
                </ns0:pt>
                <ns0:pt idx="1492">
                  <ns0:v>12.4395772035</ns0:v>
                </ns0:pt>
                <ns0:pt idx="1493">
                  <ns0:v>-34.2661783144</ns0:v>
                </ns0:pt>
                <ns0:pt idx="1494">
                  <ns0:v>-95.7311720518</ns0:v>
                </ns0:pt>
                <ns0:pt idx="1495">
                  <ns0:v>-148.275795163</ns0:v>
                </ns0:pt>
                <ns0:pt idx="1496">
                  <ns0:v>-158.854200717</ns0:v>
                </ns0:pt>
                <ns0:pt idx="1497">
                  <ns0:v>-102.870648694</ns0:v>
                </ns0:pt>
                <ns0:pt idx="1498">
                  <ns0:v>2.35434730653</ns0:v>
                </ns0:pt>
                <ns0:pt idx="1499">
                  <ns0:v>98.4405120936</ns0:v>
                </ns0:pt>
                <ns0:pt idx="1500">
                  <ns0:v>129.84004288</ns0:v>
                </ns0:pt>
                <ns0:pt idx="1501">
                  <ns0:v>87.5786848348</ns0:v>
                </ns0:pt>
                <ns0:pt idx="1502">
                  <ns0:v>6.41987535579</ns0:v>
                </ns0:pt>
                <ns0:pt idx="1503">
                  <ns0:v>-69.2702972913</ns0:v>
                </ns0:pt>
                <ns0:pt idx="1504">
                  <ns0:v>-103.142226539</ns0:v>
                </ns0:pt>
                <ns0:pt idx="1505">
                  <ns0:v>-77.9699734</ns0:v>
                </ns0:pt>
                <ns0:pt idx="1506">
                  <ns0:v>-10.7046912568</ns0:v>
                </ns0:pt>
                <ns0:pt idx="1507">
                  <ns0:v>58.1045039976</ns0:v>
                </ns0:pt>
                <ns0:pt idx="1508">
                  <ns0:v>92.1542532872</ns0:v>
                </ns0:pt>
                <ns0:pt idx="1509">
                  <ns0:v>79.4767895675</ns0:v>
                </ns0:pt>
                <ns0:pt idx="1510">
                  <ns0:v>32.8190242867</ns0:v>
                </ns0:pt>
                <ns0:pt idx="1511">
                  <ns0:v>-22.446615799</ns0:v>
                </ns0:pt>
                <ns0:pt idx="1512">
                  <ns0:v>-56.4500568989</ns0:v>
                </ns0:pt>
                <ns0:pt idx="1513">
                  <ns0:v>-52.8994717663</ns0:v>
                </ns0:pt>
                <ns0:pt idx="1514">
                  <ns0:v>-19.5634958901</ns0:v>
                </ns0:pt>
                <ns0:pt idx="1515">
                  <ns0:v>21.7622293976</ns0:v>
                </ns0:pt>
                <ns0:pt idx="1516">
                  <ns0:v>46.3789619387</ns0:v>
                </ns0:pt>
                <ns0:pt idx="1517">
                  <ns0:v>49.7555080816</ns0:v>
                </ns0:pt>
                <ns0:pt idx="1518">
                  <ns0:v>52.000399024</ns0:v>
                </ns0:pt>
                <ns0:pt idx="1519">
                  <ns0:v>42.4699767615</ns0:v>
                </ns0:pt>
                <ns0:pt idx="1520">
                  <ns0:v>-10.0540574084</ns0:v>
                </ns0:pt>
                <ns0:pt idx="1521">
                  <ns0:v>-83.6948936188</ns0:v>
                </ns0:pt>
                <ns0:pt idx="1522">
                  <ns0:v>-123.043163874</ns0:v>
                </ns0:pt>
                <ns0:pt idx="1523">
                  <ns0:v>-98.7552196657</ns0:v>
                </ns0:pt>
                <ns0:pt idx="1524">
                  <ns0:v>-23.2923617847</ns0:v>
                </ns0:pt>
                <ns0:pt idx="1525">
                  <ns0:v>66.0971040494</ns0:v>
                </ns0:pt>
                <ns0:pt idx="1526">
                  <ns0:v>118.694663574</ns0:v>
                </ns0:pt>
                <ns0:pt idx="1527">
                  <ns0:v>100.193057562</ns0:v>
                </ns0:pt>
                <ns0:pt idx="1528">
                  <ns0:v>23.1261983126</ns0:v>
                </ns0:pt>
                <ns0:pt idx="1529">
                  <ns0:v>-61.2514323825</ns0:v>
                </ns0:pt>
                <ns0:pt idx="1530">
                  <ns0:v>-90.070961272</ns0:v>
                </ns0:pt>
                <ns0:pt idx="1531">
                  <ns0:v>-48.0564333424</ns0:v>
                </ns0:pt>
                <ns0:pt idx="1532">
                  <ns0:v>26.9309799957</ns0:v>
                </ns0:pt>
                <ns0:pt idx="1533">
                  <ns0:v>87.9858997015</ns0:v>
                </ns0:pt>
                <ns0:pt idx="1534">
                  <ns0:v>104.239929469</ns0:v>
                </ns0:pt>
                <ns0:pt idx="1535">
                  <ns0:v>57.4870515397</ns0:v>
                </ns0:pt>
                <ns0:pt idx="1536">
                  <ns0:v>-34.957085455</ns0:v>
                </ns0:pt>
                <ns0:pt idx="1537">
                  <ns0:v>-114.09499901</ns0:v>
                </ns0:pt>
                <ns0:pt idx="1538">
                  <ns0:v>-128.218873603</ns0:v>
                </ns0:pt>
                <ns0:pt idx="1539">
                  <ns0:v>-77.166418312</ns0:v>
                </ns0:pt>
                <ns0:pt idx="1540">
                  <ns0:v>5.17266163683</ns0:v>
                </ns0:pt>
                <ns0:pt idx="1541">
                  <ns0:v>82.6640002103</ns0:v>
                </ns0:pt>
                <ns0:pt idx="1542">
                  <ns0:v>116.864261528</ns0:v>
                </ns0:pt>
                <ns0:pt idx="1543">
                  <ns0:v>83.8695307529</ns0:v>
                </ns0:pt>
                <ns0:pt idx="1544">
                  <ns0:v>5.9341963313</ns0:v>
                </ns0:pt>
                <ns0:pt idx="1545">
                  <ns0:v>-61.4596382839</ns0:v>
                </ns0:pt>
                <ns0:pt idx="1546">
                  <ns0:v>-80.9446860161</ns0:v>
                </ns0:pt>
                <ns0:pt idx="1547">
                  <ns0:v>-52.1639035792</ns0:v>
                </ns0:pt>
                <ns0:pt idx="1548">
                  <ns0:v>7.16943245752</ns0:v>
                </ns0:pt>
                <ns0:pt idx="1549">
                  <ns0:v>66.7991250878</ns0:v>
                </ns0:pt>
                <ns0:pt idx="1550">
                  <ns0:v>85.6357311854</ns0:v>
                </ns0:pt>
                <ns0:pt idx="1551">
                  <ns0:v>56.1722486748</ns0:v>
                </ns0:pt>
                <ns0:pt idx="1552">
                  <ns0:v>13.7437456941</ns0:v>
                </ns0:pt>
                <ns0:pt idx="1553">
                  <ns0:v>-25.349732052</ns0:v>
                </ns0:pt>
                <ns0:pt idx="1554">
                  <ns0:v>-80.3645300299</ns0:v>
                </ns0:pt>
                <ns0:pt idx="1555">
                  <ns0:v>-139.569798478</ns0:v>
                </ns0:pt>
                <ns0:pt idx="1556">
                  <ns0:v>-165.557756071</ns0:v>
                </ns0:pt>
                <ns0:pt idx="1557">
                  <ns0:v>-145.452059706</ns0:v>
                </ns0:pt>
                <ns0:pt idx="1558">
                  <ns0:v>-93.4051322604</ns0:v>
                </ns0:pt>
                <ns0:pt idx="1559">
                  <ns0:v>-28.2853781853</ns0:v>
                </ns0:pt>
                <ns0:pt idx="1560">
                  <ns0:v>34.5768611204</ns0:v>
                </ns0:pt>
                <ns0:pt idx="1561">
                  <ns0:v>87.0349008045</ns0:v>
                </ns0:pt>
                <ns0:pt idx="1562">
                  <ns0:v>118.5673592</ns0:v>
                </ns0:pt>
                <ns0:pt idx="1563">
                  <ns0:v>105.52915719</ns0:v>
                </ns0:pt>
                <ns0:pt idx="1564">
                  <ns0:v>40.3194276224</ns0:v>
                </ns0:pt>
                <ns0:pt idx="1565">
                  <ns0:v>-41.5813301014</ns0:v>
                </ns0:pt>
                <ns0:pt idx="1566">
                  <ns0:v>-85.0989568266</ns0:v>
                </ns0:pt>
                <ns0:pt idx="1567">
                  <ns0:v>-75.1582903465</ns0:v>
                </ns0:pt>
                <ns0:pt idx="1568">
                  <ns0:v>-31.7749199742</ns0:v>
                </ns0:pt>
                <ns0:pt idx="1569">
                  <ns0:v>23.5889193634</ns0:v>
                </ns0:pt>
                <ns0:pt idx="1570">
                  <ns0:v>57.4911689191</ns0:v>
                </ns0:pt>
                <ns0:pt idx="1571">
                  <ns0:v>40.749917548</ns0:v>
                </ns0:pt>
                <ns0:pt idx="1572">
                  <ns0:v>-1.36707848096</ns0:v>
                </ns0:pt>
                <ns0:pt idx="1573">
                  <ns0:v>-23.2693050093</ns0:v>
                </ns0:pt>
                <ns0:pt idx="1574">
                  <ns0:v>-22.11742823</ns0:v>
                </ns0:pt>
                <ns0:pt idx="1575">
                  <ns0:v>-9.35939994102</ns0:v>
                </ns0:pt>
                <ns0:pt idx="1576">
                  <ns0:v>18.023449672</ns0:v>
                </ns0:pt>
                <ns0:pt idx="1577">
                  <ns0:v>46.4013212141</ns0:v>
                </ns0:pt>
                <ns0:pt idx="1578">
                  <ns0:v>49.311550604</ns0:v>
                </ns0:pt>
                <ns0:pt idx="1579">
                  <ns0:v>35.8435579222</ns0:v>
                </ns0:pt>
                <ns0:pt idx="1580">
                  <ns0:v>35.9013663074</ns0:v>
                </ns0:pt>
                <ns0:pt idx="1581">
                  <ns0:v>41.1716059764</ns0:v>
                </ns0:pt>
                <ns0:pt idx="1582">
                  <ns0:v>33.8586750342</ns0:v>
                </ns0:pt>
                <ns0:pt idx="1583">
                  <ns0:v>14.8542495375</ns0:v>
                </ns0:pt>
                <ns0:pt idx="1584">
                  <ns0:v>1.24765731506</ns0:v>
                </ns0:pt>
                <ns0:pt idx="1585">
                  <ns0:v>-6.51638219543</ns0:v>
                </ns0:pt>
                <ns0:pt idx="1586">
                  <ns0:v>-21.7308183272</ns0:v>
                </ns0:pt>
                <ns0:pt idx="1587">
                  <ns0:v>-39.7829510365</ns0:v>
                </ns0:pt>
                <ns0:pt idx="1588">
                  <ns0:v>-43.4770643595</ns0:v>
                </ns0:pt>
                <ns0:pt idx="1589">
                  <ns0:v>-23.4649282438</ns0:v>
                </ns0:pt>
                <ns0:pt idx="1590">
                  <ns0:v>14.1039718819</ns0:v>
                </ns0:pt>
                <ns0:pt idx="1591">
                  <ns0:v>49.1475308518</ns0:v>
                </ns0:pt>
                <ns0:pt idx="1592">
                  <ns0:v>60.5393931137</ns0:v>
                </ns0:pt>
                <ns0:pt idx="1593">
                  <ns0:v>49.2085097995</ns0:v>
                </ns0:pt>
                <ns0:pt idx="1594">
                  <ns0:v>28.9792263395</ns0:v>
                </ns0:pt>
                <ns0:pt idx="1595">
                  <ns0:v>5.49896126949</ns0:v>
                </ns0:pt>
                <ns0:pt idx="1596">
                  <ns0:v>-9.05536402284</ns0:v>
                </ns0:pt>
                <ns0:pt idx="1597">
                  <ns0:v>2.42142954201</ns0:v>
                </ns0:pt>
                <ns0:pt idx="1598">
                  <ns0:v>27.6800574609</ns0:v>
                </ns0:pt>
                <ns0:pt idx="1599">
                  <ns0:v>42.6045387184</ns0:v>
                </ns0:pt>
                <ns0:pt idx="1600">
                  <ns0:v>48.3849413426</ns0:v>
                </ns0:pt>
                <ns0:pt idx="1601">
                  <ns0:v>48.2086630374</ns0:v>
                </ns0:pt>
                <ns0:pt idx="1602">
                  <ns0:v>24.6540117597</ns0:v>
                </ns0:pt>
                <ns0:pt idx="1603">
                  <ns0:v>-22.4617118053</ns0:v>
                </ns0:pt>
                <ns0:pt idx="1604">
                  <ns0:v>-59.2528437819</ns0:v>
                </ns0:pt>
                <ns0:pt idx="1605">
                  <ns0:v>-67.4065245702</ns0:v>
                </ns0:pt>
                <ns0:pt idx="1606">
                  <ns0:v>-57.7407462355</ns0:v>
                </ns0:pt>
                <ns0:pt idx="1607">
                  <ns0:v>-31.8293615971</ns0:v>
                </ns0:pt>
                <ns0:pt idx="1608">
                  <ns0:v>7.6028668824</ns0:v>
                </ns0:pt>
                <ns0:pt idx="1609">
                  <ns0:v>34.3515275692</ns0:v>
                </ns0:pt>
                <ns0:pt idx="1610">
                  <ns0:v>19.6323766479</ns0:v>
                </ns0:pt>
                <ns0:pt idx="1611">
                  <ns0:v>-29.0194533974</ns0:v>
                </ns0:pt>
                <ns0:pt idx="1612">
                  <ns0:v>-75.8029053202</ns0:v>
                </ns0:pt>
                <ns0:pt idx="1613">
                  <ns0:v>-82.9807078381</ns0:v>
                </ns0:pt>
                <ns0:pt idx="1614">
                  <ns0:v>-43.604417042</ns0:v>
                </ns0:pt>
                <ns0:pt idx="1615">
                  <ns0:v>21.7469470203</ns0:v>
                </ns0:pt>
                <ns0:pt idx="1616">
                  <ns0:v>94.3523021171</ns0:v>
                </ns0:pt>
                <ns0:pt idx="1617">
                  <ns0:v>139.605426075</ns0:v>
                </ns0:pt>
                <ns0:pt idx="1618">
                  <ns0:v>119.987010908</ns0:v>
                </ns0:pt>
                <ns0:pt idx="1619">
                  <ns0:v>43.6391626232</ns0:v>
                </ns0:pt>
                <ns0:pt idx="1620">
                  <ns0:v>-40.7119590796</ns0:v>
                </ns0:pt>
                <ns0:pt idx="1621">
                  <ns0:v>-91.4123134386</ns0:v>
                </ns0:pt>
                <ns0:pt idx="1622">
                  <ns0:v>-77.7472806868</ns0:v>
                </ns0:pt>
                <ns0:pt idx="1623">
                  <ns0:v>7.8800469484</ns0:v>
                </ns0:pt>
                <ns0:pt idx="1624">
                  <ns0:v>118.403820459</ns0:v>
                </ns0:pt>
                <ns0:pt idx="1625">
                  <ns0:v>183.741999743</ns0:v>
                </ns0:pt>
                <ns0:pt idx="1626">
                  <ns0:v>161.606704239</ns0:v>
                </ns0:pt>
                <ns0:pt idx="1627">
                  <ns0:v>64.0231364196</ns0:v>
                </ns0:pt>
                <ns0:pt idx="1628">
                  <ns0:v>-53.6582663286</ns0:v>
                </ns0:pt>
                <ns0:pt idx="1629">
                  <ns0:v>-136.431562861</ns0:v>
                </ns0:pt>
                <ns0:pt idx="1630">
                  <ns0:v>-155.830719466</ns0:v>
                </ns0:pt>
                <ns0:pt idx="1631">
                  <ns0:v>-105.223293356</ns0:v>
                </ns0:pt>
                <ns0:pt idx="1632">
                  <ns0:v>10.8942430555</ns0:v>
                </ns0:pt>
                <ns0:pt idx="1633">
                  <ns0:v>151.87783018</ns0:v>
                </ns0:pt>
                <ns0:pt idx="1634">
                  <ns0:v>236.506723468</ns0:v>
                </ns0:pt>
                <ns0:pt idx="1635">
                  <ns0:v>208.86313721</ns0:v>
                </ns0:pt>
                <ns0:pt idx="1636">
                  <ns0:v>85.1014988812</ns0:v>
                </ns0:pt>
                <ns0:pt idx="1637">
                  <ns0:v>-65.7495512222</ns0:v>
                </ns0:pt>
                <ns0:pt idx="1638">
                  <ns0:v>-183.044147655</ns0:v>
                </ns0:pt>
                <ns0:pt idx="1639">
                  <ns0:v>-229.09845494</ns0:v>
                </ns0:pt>
                <ns0:pt idx="1640">
                  <ns0:v>-181.123306976</ns0:v>
                </ns0:pt>
                <ns0:pt idx="1641">
                  <ns0:v>-51.6543210718</ns0:v>
                </ns0:pt>
                <ns0:pt idx="1642">
                  <ns0:v>95.5938274465</ns0:v>
                </ns0:pt>
                <ns0:pt idx="1643">
                  <ns0:v>189.524673092</ns0:v>
                </ns0:pt>
                <ns0:pt idx="1644">
                  <ns0:v>188.474338139</ns0:v>
                </ns0:pt>
                <ns0:pt idx="1645">
                  <ns0:v>104.014329188</ns0:v>
                </ns0:pt>
                <ns0:pt idx="1646">
                  <ns0:v>-13.5255656984</ns0:v>
                </ns0:pt>
                <ns0:pt idx="1647">
                  <ns0:v>-103.060628864</ns0:v>
                </ns0:pt>
                <ns0:pt idx="1648">
                  <ns0:v>-124.804723727</ns0:v>
                </ns0:pt>
                <ns0:pt idx="1649">
                  <ns0:v>-82.2681408225</ns0:v>
                </ns0:pt>
                <ns0:pt idx="1650">
                  <ns0:v>-15.9772333418</ns0:v>
                </ns0:pt>
                <ns0:pt idx="1651">
                  <ns0:v>36.680319643</ns0:v>
                </ns0:pt>
                <ns0:pt idx="1652">
                  <ns0:v>58.4459153729</ns0:v>
                </ns0:pt>
                <ns0:pt idx="1653">
                  <ns0:v>50.1564731131</ns0:v>
                </ns0:pt>
                <ns0:pt idx="1654">
                  <ns0:v>22.4584855377</ns0:v>
                </ns0:pt>
                <ns0:pt idx="1655">
                  <ns0:v>-16.0015693121</ns0:v>
                </ns0:pt>
                <ns0:pt idx="1656">
                  <ns0:v>-60.2398245929</ns0:v>
                </ns0:pt>
                <ns0:pt idx="1657">
                  <ns0:v>-94.512964335</ns0:v>
                </ns0:pt>
                <ns0:pt idx="1658">
                  <ns0:v>-98.2647830237</ns0:v>
                </ns0:pt>
                <ns0:pt idx="1659">
                  <ns0:v>-77.1207380216</ns0:v>
                </ns0:pt>
                <ns0:pt idx="1660">
                  <ns0:v>-58.9781795182</ns0:v>
                </ns0:pt>
                <ns0:pt idx="1661">
                  <ns0:v>-45.2144128478</ns0:v>
                </ns0:pt>
                <ns0:pt idx="1662">
                  <ns0:v>-22.1398116692</ns0:v>
                </ns0:pt>
                <ns0:pt idx="1663">
                  <ns0:v>13.8454687579</ns0:v>
                </ns0:pt>
                <ns0:pt idx="1664">
                  <ns0:v>44.7503550549</ns0:v>
                </ns0:pt>
                <ns0:pt idx="1665">
                  <ns0:v>49.4016340326</ns0:v>
                </ns0:pt>
                <ns0:pt idx="1666">
                  <ns0:v>32.169819604</ns0:v>
                </ns0:pt>
                <ns0:pt idx="1667">
                  <ns0:v>15.7765439798</ns0:v>
                </ns0:pt>
                <ns0:pt idx="1668">
                  <ns0:v>7.0149053265</ns0:v>
                </ns0:pt>
                <ns0:pt idx="1669">
                  <ns0:v>2.54240724386</ns0:v>
                </ns0:pt>
                <ns0:pt idx="1670">
                  <ns0:v>7.35985475981</ns0:v>
                </ns0:pt>
                <ns0:pt idx="1671">
                  <ns0:v>18.3623880506</ns0:v>
                </ns0:pt>
                <ns0:pt idx="1672">
                  <ns0:v>14.0339483058</ns0:v>
                </ns0:pt>
                <ns0:pt idx="1673">
                  <ns0:v>-9.48627775614</ns0:v>
                </ns0:pt>
                <ns0:pt idx="1674">
                  <ns0:v>-35.2800153384</ns0:v>
                </ns0:pt>
                <ns0:pt idx="1675">
                  <ns0:v>-53.5051326178</ns0:v>
                </ns0:pt>
                <ns0:pt idx="1676">
                  <ns0:v>-48.2532667143</ns0:v>
                </ns0:pt>
                <ns0:pt idx="1677">
                  <ns0:v>-2.04893786266</ns0:v>
                </ns0:pt>
                <ns0:pt idx="1678">
                  <ns0:v>56.0262680814</ns0:v>
                </ns0:pt>
                <ns0:pt idx="1679">
                  <ns0:v>81.2542988375</ns0:v>
                </ns0:pt>
                <ns0:pt idx="1680">
                  <ns0:v>65.1182872705</ns0:v>
                </ns0:pt>
                <ns0:pt idx="1681">
                  <ns0:v>25.9093304577</ns0:v>
                </ns0:pt>
                <ns0:pt idx="1682">
                  <ns0:v>-23.9634112025</ns0:v>
                </ns0:pt>
                <ns0:pt idx="1683">
                  <ns0:v>-69.8359119962</ns0:v>
                </ns0:pt>
                <ns0:pt idx="1684">
                  <ns0:v>-85.8415736889</ns0:v>
                </ns0:pt>
                <ns0:pt idx="1685">
                  <ns0:v>-53.5632136846</ns0:v>
                </ns0:pt>
                <ns0:pt idx="1686">
                  <ns0:v>20.700358579</ns0:v>
                </ns0:pt>
                <ns0:pt idx="1687">
                  <ns0:v>100.44195922</ns0:v>
                </ns0:pt>
                <ns0:pt idx="1688">
                  <ns0:v>133.7999798</ns0:v>
                </ns0:pt>
                <ns0:pt idx="1689">
                  <ns0:v>88.1740152619</ns0:v>
                </ns0:pt>
                <ns0:pt idx="1690">
                  <ns0:v>-15.2051923559</ns0:v>
                </ns0:pt>
                <ns0:pt idx="1691">
                  <ns0:v>-116.761831239</ns0:v>
                </ns0:pt>
                <ns0:pt idx="1692">
                  <ns0:v>-154.700564988</ns0:v>
                </ns0:pt>
                <ns0:pt idx="1693">
                  <ns0:v>-101.065487545</ns0:v>
                </ns0:pt>
                <ns0:pt idx="1694">
                  <ns0:v>14.8270593098</ns0:v>
                </ns0:pt>
                <ns0:pt idx="1695">
                  <ns0:v>123.400439129</ns0:v>
                </ns0:pt>
                <ns0:pt idx="1696">
                  <ns0:v>164.487659001</ns0:v>
                </ns0:pt>
                <ns0:pt idx="1697">
                  <ns0:v>128.826715856</ns0:v>
                </ns0:pt>
                <ns0:pt idx="1698">
                  <ns0:v>42.9375135196</ns0:v>
                </ns0:pt>
                <ns0:pt idx="1699">
                  <ns0:v>-66.73917478</ns0:v>
                </ns0:pt>
                <ns0:pt idx="1700">
                  <ns0:v>-160.904289782</ns0:v>
                </ns0:pt>
                <ns0:pt idx="1701">
                  <ns0:v>-175.54428455</ns0:v>
                </ns0:pt>
                <ns0:pt idx="1702">
                  <ns0:v>-90.570093304</ns0:v>
                </ns0:pt>
                <ns0:pt idx="1703">
                  <ns0:v>23.9886638362</ns0:v>
                </ns0:pt>
                <ns0:pt idx="1704">
                  <ns0:v>86.185836058</ns0:v>
                </ns0:pt>
                <ns0:pt idx="1705">
                  <ns0:v>78.8694398154</ns0:v>
                </ns0:pt>
                <ns0:pt idx="1706">
                  <ns0:v>23.3931572532</ns0:v>
                </ns0:pt>
                <ns0:pt idx="1707">
                  <ns0:v>-42.1407421622</ns0:v>
                </ns0:pt>
                <ns0:pt idx="1708">
                  <ns0:v>-73.6524104519</ns0:v>
                </ns0:pt>
                <ns0:pt idx="1709">
                  <ns0:v>-55.7642464737</ns0:v>
                </ns0:pt>
                <ns0:pt idx="1710">
                  <ns0:v>-16.9870636993</ns0:v>
                </ns0:pt>
                <ns0:pt idx="1711">
                  <ns0:v>19.5864390525</ns0:v>
                </ns0:pt>
                <ns0:pt idx="1712">
                  <ns0:v>56.2321040392</ns0:v>
                </ns0:pt>
                <ns0:pt idx="1713">
                  <ns0:v>75.7063901263</ns0:v>
                </ns0:pt>
                <ns0:pt idx="1714">
                  <ns0:v>57.033686321</ns0:v>
                </ns0:pt>
                <ns0:pt idx="1715">
                  <ns0:v>13.8760509276</ns0:v>
                </ns0:pt>
                <ns0:pt idx="1716">
                  <ns0:v>-35.4755528295</ns0:v>
                </ns0:pt>
                <ns0:pt idx="1717">
                  <ns0:v>-81.4097791905</ns0:v>
                </ns0:pt>
                <ns0:pt idx="1718">
                  <ns0:v>-88.3320023624</ns0:v>
                </ns0:pt>
                <ns0:pt idx="1719">
                  <ns0:v>-31.1363898728</ns0:v>
                </ns0:pt>
                <ns0:pt idx="1720">
                  <ns0:v>55.7683313055</ns0:v>
                </ns0:pt>
                <ns0:pt idx="1721">
                  <ns0:v>122.859772126</ns0:v>
                </ns0:pt>
                <ns0:pt idx="1722">
                  <ns0:v>137.792067254</ns0:v>
                </ns0:pt>
                <ns0:pt idx="1723">
                  <ns0:v>87.3136680388</ns0:v>
                </ns0:pt>
                <ns0:pt idx="1724">
                  <ns0:v>-6.35346380272</ns0:v>
                </ns0:pt>
                <ns0:pt idx="1725">
                  <ns0:v>-96.0600757158</ns0:v>
                </ns0:pt>
                <ns0:pt idx="1726">
                  <ns0:v>-141.241150178</ns0:v>
                </ns0:pt>
                <ns0:pt idx="1727">
                  <ns0:v>-126.411737461</ns0:v>
                </ns0:pt>
                <ns0:pt idx="1728">
                  <ns0:v>-66.8250061268</ns0:v>
                </ns0:pt>
                <ns0:pt idx="1729">
                  <ns0:v>0.742500091911</ns0:v>
                </ns0:pt>
                <ns0:pt idx="1730">
                  <ns0:v>44.8621071726</ns0:v>
                </ns0:pt>
                <ns0:pt idx="1731">
                  <ns0:v>54.4694606459</ns0:v>
                </ns0:pt>
                <ns0:pt idx="1732">
                  <ns0:v>31.7650324725</ns0:v>
                </ns0:pt>
                <ns0:pt idx="1733">
                  <ns0:v>-20.1286334968</ns0:v>
                </ns0:pt>
                <ns0:pt idx="1734">
                  <ns0:v>-82.9849630562</ns0:v>
                </ns0:pt>
                <ns0:pt idx="1735">
                  <ns0:v>-112.013119523</ns0:v>
                </ns0:pt>
                <ns0:pt idx="1736">
                  <ns0:v>-70.0601965741</ns0:v>
                </ns0:pt>
                <ns0:pt idx="1737">
                  <ns0:v>20.2668101447</ns0:v>
                </ns0:pt>
                <ns0:pt idx="1738">
                  <ns0:v>99.0175378827</ns0:v>
                </ns0:pt>
                <ns0:pt idx="1739">
                  <ns0:v>119.228341381</ns0:v>
                </ns0:pt>
                <ns0:pt idx="1740">
                  <ns0:v>70.3397521988</ns0:v>
                </ns0:pt>
                <ns0:pt idx="1741">
                  <ns0:v>-17.4757916418</ns0:v>
                </ns0:pt>
                <ns0:pt idx="1742">
                  <ns0:v>-91.0921373602</ns0:v>
                </ns0:pt>
                <ns0:pt idx="1743">
                  <ns0:v>-108.982057726</ns0:v>
                </ns0:pt>
                <ns0:pt idx="1744">
                  <ns0:v>-64.7914816774</ns0:v>
                </ns0:pt>
                <ns0:pt idx="1745">
                  <ns0:v>17.1793716067</ns0:v>
                </ns0:pt>
                <ns0:pt idx="1746">
                  <ns0:v>98.3406910937</ns0:v>
                </ns0:pt>
                <ns0:pt idx="1747">
                  <ns0:v>141.609074242</ns0:v>
                </ns0:pt>
                <ns0:pt idx="1748">
                  <ns0:v>116.732615484</ns0:v>
                </ns0:pt>
                <ns0:pt idx="1749">
                  <ns0:v>7.78980356938</ns0:v>
                </ns0:pt>
                <ns0:pt idx="1750">
                  <ns0:v>-136.092195625</ns0:v>
                </ns0:pt>
                <ns0:pt idx="1751">
                  <ns0:v>-212.398546157</ns0:v>
                </ns0:pt>
                <ns0:pt idx="1752">
                  <ns0:v>-164.394084096</ns0:v>
                </ns0:pt>
                <ns0:pt idx="1753">
                  <ns0:v>-33.5430862468</ns0:v>
                </ns0:pt>
                <ns0:pt idx="1754">
                  <ns0:v>104.872583146</ns0:v>
                </ns0:pt>
                <ns0:pt idx="1755">
                  <ns0:v>185.327197239</ns0:v>
                </ns0:pt>
                <ns0:pt idx="1756">
                  <ns0:v>162.435946198</ns0:v>
                </ns0:pt>
                <ns0:pt idx="1757">
                  <ns0:v>68.7013243125</ns0:v>
                </ns0:pt>
                <ns0:pt idx="1758">
                  <ns0:v>-16.8071015268</ns0:v>
                </ns0:pt>
                <ns0:pt idx="1759">
                  <ns0:v>-66.5040133241</ns0:v>
                </ns0:pt>
                <ns0:pt idx="1760">
                  <ns0:v>-88.343515793</ns0:v>
                </ns0:pt>
                <ns0:pt idx="1761">
                  <ns0:v>-87.2348625873</ns0:v>
                </ns0:pt>
                <ns0:pt idx="1762">
                  <ns0:v>-52.1056254915</ns0:v>
                </ns0:pt>
                <ns0:pt idx="1763">
                  <ns0:v>8.17364918493</ns0:v>
                </ns0:pt>
                <ns0:pt idx="1764">
                  <ns0:v>64.4776556551</ns0:v>
                </ns0:pt>
                <ns0:pt idx="1765">
                  <ns0:v>87.7303117639</ns0:v>
                </ns0:pt>
                <ns0:pt idx="1766">
                  <ns0:v>63.2813194069</ns0:v>
                </ns0:pt>
                <ns0:pt idx="1767">
                  <ns0:v>-3.16389898111</ns0:v>
                </ns0:pt>
                <ns0:pt idx="1768">
                  <ns0:v>-75.2743647814</ns0:v>
                </ns0:pt>
                <ns0:pt idx="1769">
                  <ns0:v>-85.9059187987</ns0:v>
                </ns0:pt>
                <ns0:pt idx="1770">
                  <ns0:v>-18.463166914</ns0:v>
                </ns0:pt>
                <ns0:pt idx="1771">
                  <ns0:v>66.9249712564</ns0:v>
                </ns0:pt>
                <ns0:pt idx="1772">
                  <ns0:v>110.182849657</ns0:v>
                </ns0:pt>
                <ns0:pt idx="1773">
                  <ns0:v>108.332048729</ns0:v>
                </ns0:pt>
                <ns0:pt idx="1774">
                  <ns0:v>71.5588691456</ns0:v>
                </ns0:pt>
                <ns0:pt idx="1775">
                  <ns0:v>-8.74060866601</ns0:v>
                </ns0:pt>
                <ns0:pt idx="1776">
                  <ns0:v>-103.708664574</ns0:v>
                </ns0:pt>
                <ns0:pt idx="1777">
                  <ns0:v>-134.29364438</ns0:v>
                </ns0:pt>
                <ns0:pt idx="1778">
                  <ns0:v>-68.9030204942</ns0:v>
                </ns0:pt>
                <ns0:pt idx="1779">
                  <ns0:v>37.1572272182</ns0:v>
                </ns0:pt>
                <ns0:pt idx="1780">
                  <ns0:v>110.804216199</ns0:v>
                </ns0:pt>
                <ns0:pt idx="1781">
                  <ns0:v>118.948408123</ns0:v>
                </ns0:pt>
                <ns0:pt idx="1782">
                  <ns0:v>67.2437792119</ns0:v>
                </ns0:pt>
                <ns0:pt idx="1783">
                  <ns0:v>-21.8754761616</ns0:v>
                </ns0:pt>
                <ns0:pt idx="1784">
                  <ns0:v>-111.307104839</ns0:v>
                </ns0:pt>
                <ns0:pt idx="1785">
                  <ns0:v>-142.487425954</ns0:v>
                </ns0:pt>
                <ns0:pt idx="1786">
                  <ns0:v>-84.4505780904</ns0:v>
                </ns0:pt>
                <ns0:pt idx="1787">
                  <ns0:v>23.1691213902</ns0:v>
                </ns0:pt>
                <ns0:pt idx="1788">
                  <ns0:v>107.568017732</ns0:v>
                </ns0:pt>
                <ns0:pt idx="1789">
                  <ns0:v>122.41009435</ns0:v>
                </ns0:pt>
                <ns0:pt idx="1790">
                  <ns0:v>68.4829767021</ns0:v>
                </ns0:pt>
                <ns0:pt idx="1791">
                  <ns0:v>-21.2065135293</ns0:v>
                </ns0:pt>
                <ns0:pt idx="1792">
                  <ns0:v>-102.753447583</ns0:v>
                </ns0:pt>
                <ns0:pt idx="1793">
                  <ns0:v>-129.563191778</ns0:v>
                </ns0:pt>
                <ns0:pt idx="1794">
                  <ns0:v>-82.9375428141</ns0:v>
                </ns0:pt>
                <ns0:pt idx="1795">
                  <ns0:v>9.24502048915</ns0:v>
                </ns0:pt>
                <ns0:pt idx="1796">
                  <ns0:v>94.4813180288</ns0:v>
                </ns0:pt>
                <ns0:pt idx="1797">
                  <ns0:v>122.66380545</ns0:v>
                </ns0:pt>
                <ns0:pt idx="1798">
                  <ns0:v>82.5605415418</ns0:v>
                </ns0:pt>
                <ns0:pt idx="1799">
                  <ns0:v>8.63136771692</ns0:v>
                </ns0:pt>
                <ns0:pt idx="1800">
                  <ns0:v>-64.4233563624</ns0:v>
                </ns0:pt>
                <ns0:pt idx="1801">
                  <ns0:v>-110.51574726</ns0:v>
                </ns0:pt>
                <ns0:pt idx="1802">
                  <ns0:v>-82.4294337433</ns0:v>
                </ns0:pt>
                <ns0:pt idx="1803">
                  <ns0:v>29.4121304893</ns0:v>
                </ns0:pt>
                <ns0:pt idx="1804">
                  <ns0:v>148.565508012</ns0:v>
                </ns0:pt>
                <ns0:pt idx="1805">
                  <ns0:v>188.97729744</ns0:v>
                </ns0:pt>
                <ns0:pt idx="1806">
                  <ns0:v>128.249081556</ns0:v>
                </ns0:pt>
                <ns0:pt idx="1807">
                  <ns0:v>22.8143717551</ns0:v>
                </ns0:pt>
                <ns0:pt idx="1808">
                  <ns0:v>-62.5343692512</ns0:v>
                </ns0:pt>
                <ns0:pt idx="1809">
                  <ns0:v>-98.8169563399</ns0:v>
                </ns0:pt>
                <ns0:pt idx="1810">
                  <ns0:v>-87.3209400958</ns0:v>
                </ns0:pt>
                <ns0:pt idx="1811">
                  <ns0:v>-40.6602767432</ns0:v>
                </ns0:pt>
                <ns0:pt idx="1812">
                  <ns0:v>33.036571898</ns0:v>
                </ns0:pt>
                <ns0:pt idx="1813">
                  <ns0:v>105.092761485</ns0:v>
                </ns0:pt>
                <ns0:pt idx="1814">
                  <ns0:v>131.368464626</ns0:v>
                </ns0:pt>
                <ns0:pt idx="1815">
                  <ns0:v>97.730729463</ns0:v>
                </ns0:pt>
                <ns0:pt idx="1816">
                  <ns0:v>34.9477905376</ns0:v>
                </ns0:pt>
                <ns0:pt idx="1817">
                  <ns0:v>-21.0104938926</ns0:v>
                </ns0:pt>
                <ns0:pt idx="1818">
                  <ns0:v>-48.6455736669</ns0:v>
                </ns0:pt>
                <ns0:pt idx="1819">
                  <ns0:v>-40.8967590617</ns0:v>
                </ns0:pt>
                <ns0:pt idx="1820">
                  <ns0:v>-9.55227162121</ns0:v>
                </ns0:pt>
                <ns0:pt idx="1821">
                  <ns0:v>24.6356124243</ns0:v>
                </ns0:pt>
                <ns0:pt idx="1822">
                  <ns0:v>56.8964242653</ns0:v>
                </ns0:pt>
                <ns0:pt idx="1823">
                  <ns0:v>81.1699033563</ns0:v>
                </ns0:pt>
                <ns0:pt idx="1824">
                  <ns0:v>70.9561419896</ns0:v>
                </ns0:pt>
                <ns0:pt idx="1825">
                  <ns0:v>11.3643911535</ns0:v>
                </ns0:pt>
                <ns0:pt idx="1826">
                  <ns0:v>-63.9823311899</ns0:v>
                </ns0:pt>
                <ns0:pt idx="1827">
                  <ns0:v>-103.183211717</ns0:v>
                </ns0:pt>
                <ns0:pt idx="1828">
                  <ns0:v>-81.9429161821</ns0:v>
                </ns0:pt>
                <ns0:pt idx="1829">
                  <ns0:v>-10.3616452837</ns0:v>
                </ns0:pt>
                <ns0:pt idx="1830">
                  <ns0:v>76.467746688</ns0:v>
                </ns0:pt>
                <ns0:pt idx="1831">
                  <ns0:v>122.799342145</ns0:v>
                </ns0:pt>
                <ns0:pt idx="1832">
                  <ns0:v>95.6794378633</ns0:v>
                </ns0:pt>
                <ns0:pt idx="1833">
                  <ns0:v>21.7919125739</ns0:v>
                </ns0:pt>
                <ns0:pt idx="1834">
                  <ns0:v>-49.83239269</ns0:v>
                </ns0:pt>
                <ns0:pt idx="1835">
                  <ns0:v>-89.1643098195</ns0:v>
                </ns0:pt>
                <ns0:pt idx="1836">
                  <ns0:v>-81.4701530045</ns0:v>
                </ns0:pt>
                <ns0:pt idx="1837">
                  <ns0:v>-27.6606692752</ns0:v>
                </ns0:pt>
                <ns0:pt idx="1838">
                  <ns0:v>46.9859458632</ns0:v>
                </ns0:pt>
                <ns0:pt idx="1839">
                  <ns0:v>101.479222134</ns0:v>
                </ns0:pt>
                <ns0:pt idx="1840">
                  <ns0:v>104.080659715</ns0:v>
                </ns0:pt>
                <ns0:pt idx="1841">
                  <ns0:v>55.0059429986</ns0:v>
                </ns0:pt>
                <ns0:pt idx="1842">
                  <ns0:v>-18.1141440264</ns0:v>
                </ns0:pt>
                <ns0:pt idx="1843">
                  <ns0:v>-81.2152703948</ns0:v>
                </ns0:pt>
                <ns0:pt idx="1844">
                  <ns0:v>-107.432061285</ns0:v>
                </ns0:pt>
                <ns0:pt idx="1845">
                  <ns0:v>-92.7515999276</ns0:v>
                </ns0:pt>
                <ns0:pt idx="1846">
                  <ns0:v>-48.0852316408</ns0:v>
                </ns0:pt>
                <ns0:pt idx="1847">
                  <ns0:v>10.8858450674</ns0:v>
                </ns0:pt>
                <ns0:pt idx="1848">
                  <ns0:v>54.4230872107</ns0:v>
                </ns0:pt>
                <ns0:pt idx="1849">
                  <ns0:v>53.2839024297</ns0:v>
                </ns0:pt>
                <ns0:pt idx="1850">
                  <ns0:v>14.5949299666</ns0:v>
                </ns0:pt>
                <ns0:pt idx="1851">
                  <ns0:v>-34.8963589891</ns0:v>
                </ns0:pt>
                <ns0:pt idx="1852">
                  <ns0:v>-74.2064270109</ns0:v>
                </ns0:pt>
                <ns0:pt idx="1853">
                  <ns0:v>-78.409315745</ns0:v>
                </ns0:pt>
                <ns0:pt idx="1854">
                  <ns0:v>-37.6606507977</ns0:v>
                </ns0:pt>
                <ns0:pt idx="1855">
                  <ns0:v>16.6334832375</ns0:v>
                </ns0:pt>
                <ns0:pt idx="1856">
                  <ns0:v>55.8523331372</ns0:v>
                </ns0:pt>
                <ns0:pt idx="1857">
                  <ns0:v>77.396304506</ns0:v>
                </ns0:pt>
                <ns0:pt idx="1858">
                  <ns0:v>73.9216461297</ns0:v>
                </ns0:pt>
                <ns0:pt idx="1859">
                  <ns0:v>43.891474671</ns0:v>
                </ns0:pt>
                <ns0:pt idx="1860">
                  <ns0:v>8.9579458704</ns0:v>
                </ns0:pt>
                <ns0:pt idx="1861">
                  <ns0:v>-17.7528146054</ns0:v>
                </ns0:pt>
                <ns0:pt idx="1862">
                  <ns0:v>-41.6859348327</ns0:v>
                </ns0:pt>
                <ns0:pt idx="1863">
                  <ns0:v>-60.1178103088</ns0:v>
                </ns0:pt>
                <ns0:pt idx="1864">
                  <ns0:v>-55.543091493</ns0:v>
                </ns0:pt>
                <ns0:pt idx="1865">
                  <ns0:v>-14.2669328038</ns0:v>
                </ns0:pt>
                <ns0:pt idx="1866">
                  <ns0:v>49.3002659025</ns0:v>
                </ns0:pt>
                <ns0:pt idx="1867">
                  <ns0:v>91.1445911997</ns0:v>
                </ns0:pt>
                <ns0:pt idx="1868">
                  <ns0:v>73.6296500025</ns0:v>
                </ns0:pt>
                <ns0:pt idx="1869">
                  <ns0:v>4.61989178203</ns0:v>
                </ns0:pt>
                <ns0:pt idx="1870">
                  <ns0:v>-75.6764696742</ns0:v>
                </ns0:pt>
                <ns0:pt idx="1871">
                  <ns0:v>-117.507091871</ns0:v>
                </ns0:pt>
                <ns0:pt idx="1872">
                  <ns0:v>-85.661232517</ns0:v>
                </ns0:pt>
                <ns0:pt idx="1873">
                  <ns0:v>-1.39074844134</ns0:v>
                </ns0:pt>
                <ns0:pt idx="1874">
                  <ns0:v>67.6389213171</ns0:v>
                </ns0:pt>
                <ns0:pt idx="1875">
                  <ns0:v>75.0008674171</ns0:v>
                </ns0:pt>
                <ns0:pt idx="1876">
                  <ns0:v>29.6774610262</ns0:v>
                </ns0:pt>
                <ns0:pt idx="1877">
                  <ns0:v>-32.471497614</ns0:v>
                </ns0:pt>
                <ns0:pt idx="1878">
                  <ns0:v>-73.3530313656</ns0:v>
                </ns0:pt>
                <ns0:pt idx="1879">
                  <ns0:v>-72.6655550794</ns0:v>
                </ns0:pt>
                <ns0:pt idx="1880">
                  <ns0:v>-39.7072256968</ns0:v>
                </ns0:pt>
                <ns0:pt idx="1881">
                  <ns0:v>2.29776304618</ns0:v>
                </ns0:pt>
                <ns0:pt idx="1882">
                  <ns0:v>39.2629350088</ns0:v>
                </ns0:pt>
                <ns0:pt idx="1883">
                  <ns0:v>60.7800785209</ns0:v>
                </ns0:pt>
                <ns0:pt idx="1884">
                  <ns0:v>53.4329483415</ns0:v>
                </ns0:pt>
                <ns0:pt idx="1885">
                  <ns0:v>17.9752519131</ns0:v>
                </ns0:pt>
                <ns0:pt idx="1886">
                  <ns0:v>-23.1448562076</ns0:v>
                </ns0:pt>
                <ns0:pt idx="1887">
                  <ns0:v>-46.0822324374</ns0:v>
                </ns0:pt>
                <ns0:pt idx="1888">
                  <ns0:v>-46.0625231717</ns0:v>
                </ns0:pt>
                <ns0:pt idx="1889">
                  <ns0:v>-32.3427377551</ns0:v>
                </ns0:pt>
                <ns0:pt idx="1890">
                  <ns0:v>-10.9897478691</ns0:v>
                </ns0:pt>
                <ns0:pt idx="1891">
                  <ns0:v>12.1962886572</ns0:v>
                </ns0:pt>
                <ns0:pt idx="1892">
                  <ns0:v>27.2395186075</ns0:v>
                </ns0:pt>
                <ns0:pt idx="1893">
                  <ns0:v>32.2930281552</ns0:v>
                </ns0:pt>
                <ns0:pt idx="1894">
                  <ns0:v>41.1455092504</ns0:v>
                </ns0:pt>
                <ns0:pt idx="1895">
                  <ns0:v>56.65644086</ns0:v>
                </ns0:pt>
                <ns0:pt idx="1896">
                  <ns0:v>58.657874219</ns0:v>
                </ns0:pt>
                <ns0:pt idx="1897">
                  <ns0:v>27.5392281183</ns0:v>
                </ns0:pt>
                <ns0:pt idx="1898">
                  <ns0:v>-22.413683974</ns0:v>
                </ns0:pt>
                <ns0:pt idx="1899">
                  <ns0:v>-52.9092202746</ns0:v>
                </ns0:pt>
                <ns0:pt idx="1900">
                  <ns0:v>-50.5278034402</ns0:v>
                </ns0:pt>
                <ns0:pt idx="1901">
                  <ns0:v>-20.529203743</ns0:v>
                </ns0:pt>
                <ns0:pt idx="1902">
                  <ns0:v>28.583499188</ns0:v>
                </ns0:pt>
                <ns0:pt idx="1903">
                  <ns0:v>66.3146973282</ns0:v>
                </ns0:pt>
                <ns0:pt idx="1904">
                  <ns0:v>56.519636137</ns0:v>
                </ns0:pt>
                <ns0:pt idx="1905">
                  <ns0:v>-8.3948331327</ns0:v>
                </ns0:pt>
                <ns0:pt idx="1906">
                  <ns0:v>-98.8577537959</ns0:v>
                </ns0:pt>
                <ns0:pt idx="1907">
                  <ns0:v>-154.369192256</ns0:v>
                </ns0:pt>
                <ns0:pt idx="1908">
                  <ns0:v>-131.936356208</ns0:v>
                </ns0:pt>
                <ns0:pt idx="1909">
                  <ns0:v>-60.4980963172</ns0:v>
                </ns0:pt>
                <ns0:pt idx="1910">
                  <ns0:v>15.373704398</ns0:v>
                </ns0:pt>
                <ns0:pt idx="1911">
                  <ns0:v>78.5238702817</ns0:v>
                </ns0:pt>
                <ns0:pt idx="1912">
                  <ns0:v>109.263840017</ns0:v>
                </ns0:pt>
                <ns0:pt idx="1913">
                  <ns0:v>85.5379971182</ns0:v>
                </ns0:pt>
                <ns0:pt idx="1914">
                  <ns0:v>23.8508291847</ns0:v>
                </ns0:pt>
                <ns0:pt idx="1915">
                  <ns0:v>-41.5572441363</ns0:v>
                </ns0:pt>
                <ns0:pt idx="1916">
                  <ns0:v>-92.2363612546</ns0:v>
                </ns0:pt>
                <ns0:pt idx="1917">
                  <ns0:v>-110.851924509</ns0:v>
                </ns0:pt>
                <ns0:pt idx="1918">
                  <ns0:v>-79.8133822122</ns0:v>
                </ns0:pt>
                <ns0:pt idx="1919">
                  <ns0:v>-3.11407583387</ns0:v>
                </ns0:pt>
                <ns0:pt idx="1920">
                  <ns0:v>85.8154924622</ns0:v>
                </ns0:pt>
                <ns0:pt idx="1921">
                  <ns0:v>136.327931437</ns0:v>
                </ns0:pt>
                <ns0:pt idx="1922">
                  <ns0:v>118.839292725</ns0:v>
                </ns0:pt>
                <ns0:pt idx="1923">
                  <ns0:v>45.4751708686</ns0:v>
                </ns0:pt>
                <ns0:pt idx="1924">
                  <ns0:v>-61.39120097</ns0:v>
                </ns0:pt>
                <ns0:pt idx="1925">
                  <ns0:v>-161.145929965</ns0:v>
                </ns0:pt>
                <ns0:pt idx="1926">
                  <ns0:v>-179.826624934</ns0:v>
                </ns0:pt>
                <ns0:pt idx="1927">
                  <ns0:v>-87.0030954786</ns0:v>
                </ns0:pt>
                <ns0:pt idx="1928">
                  <ns0:v>53.3193895764</ns0:v>
                </ns0:pt>
                <ns0:pt idx="1929">
                  <ns0:v>158.420548472</ns0:v>
                </ns0:pt>
                <ns0:pt idx="1930">
                  <ns0:v>183.799130568</ns0:v>
                </ns0:pt>
                <ns0:pt idx="1931">
                  <ns0:v>124.932103275</ns0:v>
                </ns0:pt>
                <ns0:pt idx="1932">
                  <ns0:v>10.2131396416</ns0:v>
                </ns0:pt>
                <ns0:pt idx="1933">
                  <ns0:v>-118.386181922</ns0:v>
                </ns0:pt>
                <ns0:pt idx="1934">
                  <ns0:v>-210.906777485</ns0:v>
                </ns0:pt>
                <ns0:pt idx="1935">
                  <ns0:v>-211.030980684</ns0:v>
                </ns0:pt>
                <ns0:pt idx="1936">
                  <ns0:v>-107.897850776</ns0:v>
                </ns0:pt>
                <ns0:pt idx="1937">
                  <ns0:v>33.0974404468</ns0:v>
                </ns0:pt>
                <ns0:pt idx="1938">
                  <ns0:v>142.200487166</ns0:v>
                </ns0:pt>
                <ns0:pt idx="1939">
                  <ns0:v>178.204168541</ns0:v>
                </ns0:pt>
                <ns0:pt idx="1940">
                  <ns0:v>125.512849139</ns0:v>
                </ns0:pt>
                <ns0:pt idx="1941">
                  <ns0:v>20.034334347</ns0:v>
                </ns0:pt>
                <ns0:pt idx="1942">
                  <ns0:v>-66.4962838937</ns0:v>
                </ns0:pt>
                <ns0:pt idx="1943">
                  <ns0:v>-104.715223526</ns0:v>
                </ns0:pt>
                <ns0:pt idx="1944">
                  <ns0:v>-111.424622765</ns0:v>
                </ns0:pt>
                <ns0:pt idx="1945">
                  <ns0:v>-82.1719953761</ns0:v>
                </ns0:pt>
                <ns0:pt idx="1946">
                  <ns0:v>-6.73181799026</ns0:v>
                </ns0:pt>
                <ns0:pt idx="1947">
                  <ns0:v>81.9420785088</ns0:v>
                </ns0:pt>
                <ns0:pt idx="1948">
                  <ns0:v>131.081213954</ns0:v>
                </ns0:pt>
                <ns0:pt idx="1949">
                  <ns0:v>115.569439393</ns0:v>
                </ns0:pt>
                <ns0:pt idx="1950">
                  <ns0:v>44.3241370406</ns0:v>
                </ns0:pt>
                <ns0:pt idx="1951">
                  <ns0:v>-51.6508396285</ns0:v>
                </ns0:pt>
                <ns0:pt idx="1952">
                  <ns0:v>-132.351379521</ns0:v>
                </ns0:pt>
                <ns0:pt idx="1953">
                  <ns0:v>-159.196199401</ns0:v>
                </ns0:pt>
                <ns0:pt idx="1954">
                  <ns0:v>-110.679063427</ns0:v>
                </ns0:pt>
                <ns0:pt idx="1955">
                  <ns0:v>-6.37179587514</ns0:v>
                </ns0:pt>
                <ns0:pt idx="1956">
                  <ns0:v>97.8448947506</ns0:v>
                </ns0:pt>
                <ns0:pt idx="1957">
                  <ns0:v>144.925320192</ns0:v>
                </ns0:pt>
                <ns0:pt idx="1958">
                  <ns0:v>107.775468888</ns0:v>
                </ns0:pt>
                <ns0:pt idx="1959">
                  <ns0:v>2.99466043042</ns0:v>
                </ns0:pt>
                <ns0:pt idx="1960">
                  <ns0:v>-112.719517368</ns0:v>
                </ns0:pt>
                <ns0:pt idx="1961">
                  <ns0:v>-170.049026712</ns0:v>
                </ns0:pt>
                <ns0:pt idx="1962">
                  <ns0:v>-145.783975163</ns0:v>
                </ns0:pt>
                <ns0:pt idx="1963">
                  <ns0:v>-73.7046408764</ns0:v>
                </ns0:pt>
                <ns0:pt idx="1964">
                  <ns0:v>10.7097384564</ns0:v>
                </ns0:pt>
                <ns0:pt idx="1965">
                  <ns0:v>72.2158959135</ns0:v>
                </ns0:pt>
                <ns0:pt idx="1966">
                  <ns0:v>79.0090778908</ns0:v>
                </ns0:pt>
                <ns0:pt idx="1967">
                  <ns0:v>33.6869556244</ns0:v>
                </ns0:pt>
                <ns0:pt idx="1968">
                  <ns0:v>-27.0590950141</ns0:v>
                </ns0:pt>
                <ns0:pt idx="1969">
                  <ns0:v>-66.3609305868</ns0:v>
                </ns0:pt>
                <ns0:pt idx="1970">
                  <ns0:v>-65.8180102494</ns0:v>
                </ns0:pt>
                <ns0:pt idx="1971">
                  <ns0:v>-29.3282032263</ns0:v>
                </ns0:pt>
                <ns0:pt idx="1972">
                  <ns0:v>16.495324295</ns0:v>
                </ns0:pt>
                <ns0:pt idx="1973">
                  <ns0:v>46.1413596759</ns0:v>
                </ns0:pt>
                <ns0:pt idx="1974">
                  <ns0:v>52.0140671675</ns0:v>
                </ns0:pt>
                <ns0:pt idx="1975">
                  <ns0:v>34.5552909133</ns0:v>
                </ns0:pt>
                <ns0:pt idx="1976">
                  <ns0:v>-2.28128904702</ns0:v>
                </ns0:pt>
                <ns0:pt idx="1977">
                  <ns0:v>-38.2261078055</ns0:v>
                </ns0:pt>
                <ns0:pt idx="1978">
                  <ns0:v>-41.2728515297</ns0:v>
                </ns0:pt>
                <ns0:pt idx="1979">
                  <ns0:v>-7.46821506319</ns0:v>
                </ns0:pt>
                <ns0:pt idx="1980">
                  <ns0:v>28.1888010214</ns0:v>
                </ns0:pt>
                <ns0:pt idx="1981">
                  <ns0:v>23.3934833706</ns0:v>
                </ns0:pt>
                <ns0:pt idx="1982">
                  <ns0:v>-18.0906186842</ns0:v>
                </ns0:pt>
                <ns0:pt idx="1983">
                  <ns0:v>-65.4911852033</ns0:v>
                </ns0:pt>
                <ns0:pt idx="1984">
                  <ns0:v>-87.9466304332</ns0:v>
                </ns0:pt>
                <ns0:pt idx="1985">
                  <ns0:v>-61.5942738427</ns0:v>
                </ns0:pt>
                <ns0:pt idx="1986">
                  <ns0:v>3.66546974771</ns0:v>
                </ns0:pt>
                <ns0:pt idx="1987">
                  <ns0:v>52.0209368291</ns0:v>
                </ns0:pt>
                <ns0:pt idx="1988">
                  <ns0:v>49.4690729294</ns0:v>
                </ns0:pt>
                <ns0:pt idx="1989">
                  <ns0:v>18.0271976258</ns0:v>
                </ns0:pt>
                <ns0:pt idx="1990">
                  <ns0:v>-10.0619417015</ns0:v>
                </ns0:pt>
                <ns0:pt idx="1991">
                  <ns0:v>-29.595782004</ns0:v>
                </ns0:pt>
                <ns0:pt idx="1992">
                  <ns0:v>-37.1102644054</ns0:v>
                </ns0:pt>
                <ns0:pt idx="1993">
                  <ns0:v>-22.9765203761</ns0:v>
                </ns0:pt>
                <ns0:pt idx="1994">
                  <ns0:v>-1.55352945986</ns0:v>
                </ns0:pt>
                <ns0:pt idx="1995">
                  <ns0:v>-0.322556495252</ns0:v>
                </ns0:pt>
                <ns0:pt idx="1996">
                  <ns0:v>-21.7878641812</ns0:v>
                </ns0:pt>
                <ns0:pt idx="1997">
                  <ns0:v>-48.1897520622</ns0:v>
                </ns0:pt>
                <ns0:pt idx="1998">
                  <ns0:v>-61.2638906395</ns0:v>
                </ns0:pt>
              </ns0:numCache>
            </ns0:numRef>
          </ns0:yVal>
          <ns0:smooth val="0"/>
        </ns0:ser>
        <ns0:axId val="48650112"/>
        <ns0:axId val="48672768"/>
      </ns0:scatterChart>
      <ns0:valAx>
        <ns0:axId val="48672768"/>
        <ns0:scaling>
          <ns0:orientation val="minMax"/>
          <ns0:max val="350"/>
          <ns0:min val="-350"/>
        </ns0:scaling>
        <ns0:delete val="0"/>
        <ns0:axPos val="l"/>
        <ns0:majorGridlines>
          <ns0:spPr>
            <ns1:ln w="4763">
              <ns1:solidFill>
                <ns1:srgbClr val="D8D5CE"/>
              </ns1:solidFill>
              <ns1:prstDash val="solid"/>
            </ns1:ln>
          </ns0:spPr>
        </ns0:majorGridlines>
        <ns0:title>
          <ns0:tx>
            <ns0:rich>
              <ns1:bodyPr/>
              <ns1:lstStyle/>
              <ns1:p>
                <ns1:r>
                  <ns1:rPr sz="1425">
                    <ns1:latin typeface="Arial"/>
                    <ns1:ea typeface="Arial"/>
                    <ns1:cs typeface="Arial"/>
                  </ns1:rPr>
                  <ns1:t>Output (mV)</ns1:t>
                </ns1:r>
              </ns1:p>
            </ns0:rich>
          </ns0:tx>
          <ns0:overlay val="0"/>
          <ns0:txPr>
            <ns1:bodyPr anchorCtr="1"/>
            <ns1:lstStyle/>
            <ns1:p>
              <ns1:pPr>
                <ns1:defRPr sz="1425">
                  <ns1:latin typeface="Arial"/>
                  <ns1:ea typeface="Arial"/>
                  <ns1:cs typeface="Arial"/>
                </ns1:defRPr>
              </ns1:pPr>
            </ns1:p>
          </ns0:txPr>
        </ns0:title>
        <ns0:numFmt formatCode="0"/>
        <ns0:majorTickMark val="none"/>
        <ns0:minorTickMark val="none"/>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50112"/>
        <ns0:majorUnit val="350"/>
      </ns0:valAx>
      <ns0:valAx>
        <ns0:axId val="48650112"/>
        <ns0:scaling>
          <ns0:orientation val="minMax"/>
          <ns0:max val="3.3"/>
          <ns0:min val="0"/>
        </ns0:scaling>
        <ns0:delete val="0"/>
        <ns0:axPos val="b"/>
        <ns0:numFmt formatCode="0.0"/>
        <ns0:majorTickMark val="none"/>
        <ns0:minorTickMark val="none"/>
        <ns0:tickLblPos val="low"/>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72768"/>
        <ns0:majorUnit val="1"/>
      </ns0:valAx>
      <ns0:spPr>
        <ns1:solidFill>
          <ns1:srgbClr val="F5F3EF"/>
        </ns1:solidFill>
        <ns1:ln w="0">
          <ns1:noFill/>
          <ns1:prstDash val="solid"/>
        </ns1:ln>
      </ns0:spPr>
    </ns0:plotArea>
    <ns0:legend>
      <ns0:legendPos val="b"/>
      <ns0:overlay val="0"/>
      <ns0:txPr>
        <ns1:bodyPr anchorCtr="1"/>
        <ns1:lstStyle/>
        <ns1:p>
          <ns1:pPr>
            <ns1:defRPr sz="1350">
              <ns1:solidFill>
                <ns1:srgbClr val="1C1C1C"/>
              </ns1:solidFill>
              <ns1:latin typeface="Arial"/>
              <ns1:ea typeface="Arial"/>
              <ns1:cs typeface="Arial"/>
            </ns1:defRPr>
          </ns1:pPr>
        </ns1:p>
      </ns0:txPr>
    </ns0:legend>
    <ns0:plotVisOnly val="1"/>
  </ns0:chart>
  <ns0:spPr>
    <ns1:solidFill>
      <ns1:srgbClr val="F5F3EF"/>
    </ns1:solidFill>
    <ns1:ln w="0">
      <ns1:noFill/>
      <ns1:prstDash val="solid"/>
    </ns1:ln>
  </ns0:spPr>
  <ns0:externalData r:id="rIdChartSnapshot1">
    <ns0:autoUpdate val="0"/>
  </ns0:externalData>
</ns0:chartSpace>
</file>

<file path=ppt/slides/charts/chart4.xml><?xml version="1.0" encoding="utf-8"?>
<ns0:chartSpace xmlns:ns0="http://schemas.openxmlformats.org/drawingml/2006/chart" xmlns:ns1="http://schemas.openxmlformats.org/drawingml/2006/main" xmlns:r="http://schemas.openxmlformats.org/officeDocument/2006/relationships">
  <ns0:lang val="en-US"/>
  <ns0:chart>
    <ns0:title>
      <ns0:tx>
        <ns0:rich>
          <ns1:bodyPr/>
          <ns1:lstStyle/>
          <ns1:p>
            <ns1:r>
              <ns1:rPr sz="1500">
                <ns1:solidFill>
                  <ns1:srgbClr val="1C1C1C"/>
                </ns1:solidFill>
                <ns1:latin typeface="Arial"/>
                <ns1:ea typeface="Arial"/>
                <ns1:cs typeface="Arial"/>
              </ns1:rPr>
              <ns1:t>Residual: Prediction Minus Measurement</ns1:t>
            </ns1:r>
          </ns1:p>
        </ns0:rich>
      </ns0:tx>
      <ns0:overlay val="0"/>
      <ns0:txPr>
        <ns1:bodyPr anchorCtr="1"/>
        <ns1:lstStyle/>
        <ns1:p>
          <ns1:pPr>
            <ns1:defRPr sz="1500">
              <ns1:solidFill>
                <ns1:srgbClr val="1C1C1C"/>
              </ns1:solidFill>
              <ns1:latin typeface="Arial"/>
              <ns1:ea typeface="Arial"/>
              <ns1:cs typeface="Arial"/>
            </ns1:defRPr>
          </ns1:pPr>
        </ns1:p>
      </ns0:txPr>
    </ns0:title>
    <ns0:plotArea>
      <ns0:scatterChart>
        <ns0:scatterStyle val="lineMarker"/>
        <ns0:varyColors val="0"/>
        <ns0:ser>
          <ns0:idx val="0"/>
          <ns0:order val="0"/>
          <ns0:tx>
            <ns0:v>Neural ODE Residual</ns0:v>
          </ns0:tx>
          <ns0:spPr>
            <ns1:ln w="13335">
              <ns1:solidFill>
                <ns1:srgbClr val="A4343A"/>
              </ns1:solidFill>
              <ns1:prstDash val="solid"/>
            </ns1:ln>
          </ns0:spPr>
          <ns0:marker>
            <ns0:symbol val="none"/>
          </ns0:marker>
          <ns0:xVal>
            <ns0:numRef>
              <ns0:f>'Chart Data'!$A$2:$A$1999</ns0:f>
              <ns0:numCache>
                <ns0:formatCode>General</ns0:formatCode>
                <ns0:ptCount val="1998"/>
                <ns0:pt idx="0">
                  <ns0:v>0.00163840419431</ns0:v>
                </ns0:pt>
                <ns0:pt idx="1">
                  <ns0:v>0.00327680838863</ns0:v>
                </ns0:pt>
                <ns0:pt idx="2">
                  <ns0:v>0.00491521258294</ns0:v>
                </ns0:pt>
                <ns0:pt idx="3">
                  <ns0:v>0.00655361677726</ns0:v>
                </ns0:pt>
                <ns0:pt idx="4">
                  <ns0:v>0.00819202097157</ns0:v>
                </ns0:pt>
                <ns0:pt idx="5">
                  <ns0:v>0.00983042516589</ns0:v>
                </ns0:pt>
                <ns0:pt idx="6">
                  <ns0:v>0.0114688293602</ns0:v>
                </ns0:pt>
                <ns0:pt idx="7">
                  <ns0:v>0.0131072335545</ns0:v>
                </ns0:pt>
                <ns0:pt idx="8">
                  <ns0:v>0.0147456377488</ns0:v>
                </ns0:pt>
                <ns0:pt idx="9">
                  <ns0:v>0.0163840419431</ns0:v>
                </ns0:pt>
                <ns0:pt idx="10">
                  <ns0:v>0.0180224461375</ns0:v>
                </ns0:pt>
                <ns0:pt idx="11">
                  <ns0:v>0.0196608503318</ns0:v>
                </ns0:pt>
                <ns0:pt idx="12">
                  <ns0:v>0.0212992545261</ns0:v>
                </ns0:pt>
                <ns0:pt idx="13">
                  <ns0:v>0.0229376587204</ns0:v>
                </ns0:pt>
                <ns0:pt idx="14">
                  <ns0:v>0.0245760629147</ns0:v>
                </ns0:pt>
                <ns0:pt idx="15">
                  <ns0:v>0.026214467109</ns0:v>
                </ns0:pt>
                <ns0:pt idx="16">
                  <ns0:v>0.0278528713034</ns0:v>
                </ns0:pt>
                <ns0:pt idx="17">
                  <ns0:v>0.0294912754977</ns0:v>
                </ns0:pt>
                <ns0:pt idx="18">
                  <ns0:v>0.031129679692</ns0:v>
                </ns0:pt>
                <ns0:pt idx="19">
                  <ns0:v>0.0327680838863</ns0:v>
                </ns0:pt>
                <ns0:pt idx="20">
                  <ns0:v>0.0344064880806</ns0:v>
                </ns0:pt>
                <ns0:pt idx="21">
                  <ns0:v>0.0360448922749</ns0:v>
                </ns0:pt>
                <ns0:pt idx="22">
                  <ns0:v>0.0376832964692</ns0:v>
                </ns0:pt>
                <ns0:pt idx="23">
                  <ns0:v>0.0393217006636</ns0:v>
                </ns0:pt>
                <ns0:pt idx="24">
                  <ns0:v>0.0409601048579</ns0:v>
                </ns0:pt>
                <ns0:pt idx="25">
                  <ns0:v>0.0425985090522</ns0:v>
                </ns0:pt>
                <ns0:pt idx="26">
                  <ns0:v>0.0442369132465</ns0:v>
                </ns0:pt>
                <ns0:pt idx="27">
                  <ns0:v>0.0458753174408</ns0:v>
                </ns0:pt>
                <ns0:pt idx="28">
                  <ns0:v>0.0475137216351</ns0:v>
                </ns0:pt>
                <ns0:pt idx="29">
                  <ns0:v>0.0491521258294</ns0:v>
                </ns0:pt>
                <ns0:pt idx="30">
                  <ns0:v>0.0507905300238</ns0:v>
                </ns0:pt>
                <ns0:pt idx="31">
                  <ns0:v>0.0524289342181</ns0:v>
                </ns0:pt>
                <ns0:pt idx="32">
                  <ns0:v>0.0540673384124</ns0:v>
                </ns0:pt>
                <ns0:pt idx="33">
                  <ns0:v>0.0557057426067</ns0:v>
                </ns0:pt>
                <ns0:pt idx="34">
                  <ns0:v>0.057344146801</ns0:v>
                </ns0:pt>
                <ns0:pt idx="35">
                  <ns0:v>0.0589825509953</ns0:v>
                </ns0:pt>
                <ns0:pt idx="36">
                  <ns0:v>0.0606209551896</ns0:v>
                </ns0:pt>
                <ns0:pt idx="37">
                  <ns0:v>0.062259359384</ns0:v>
                </ns0:pt>
                <ns0:pt idx="38">
                  <ns0:v>0.0638977635783</ns0:v>
                </ns0:pt>
                <ns0:pt idx="39">
                  <ns0:v>0.0655361677726</ns0:v>
                </ns0:pt>
                <ns0:pt idx="40">
                  <ns0:v>0.0671745719669</ns0:v>
                </ns0:pt>
                <ns0:pt idx="41">
                  <ns0:v>0.0688129761612</ns0:v>
                </ns0:pt>
                <ns0:pt idx="42">
                  <ns0:v>0.0704513803555</ns0:v>
                </ns0:pt>
                <ns0:pt idx="43">
                  <ns0:v>0.0720897845498</ns0:v>
                </ns0:pt>
                <ns0:pt idx="44">
                  <ns0:v>0.0737281887442</ns0:v>
                </ns0:pt>
                <ns0:pt idx="45">
                  <ns0:v>0.0753665929385</ns0:v>
                </ns0:pt>
                <ns0:pt idx="46">
                  <ns0:v>0.0770049971328</ns0:v>
                </ns0:pt>
                <ns0:pt idx="47">
                  <ns0:v>0.0786434013271</ns0:v>
                </ns0:pt>
                <ns0:pt idx="48">
                  <ns0:v>0.0802818055214</ns0:v>
                </ns0:pt>
                <ns0:pt idx="49">
                  <ns0:v>0.0819202097157</ns0:v>
                </ns0:pt>
                <ns0:pt idx="50">
                  <ns0:v>0.0835586139101</ns0:v>
                </ns0:pt>
                <ns0:pt idx="51">
                  <ns0:v>0.0851970181044</ns0:v>
                </ns0:pt>
                <ns0:pt idx="52">
                  <ns0:v>0.0868354222987</ns0:v>
                </ns0:pt>
                <ns0:pt idx="53">
                  <ns0:v>0.088473826493</ns0:v>
                </ns0:pt>
                <ns0:pt idx="54">
                  <ns0:v>0.0901122306873</ns0:v>
                </ns0:pt>
                <ns0:pt idx="55">
                  <ns0:v>0.0917506348816</ns0:v>
                </ns0:pt>
                <ns0:pt idx="56">
                  <ns0:v>0.0933890390759</ns0:v>
                </ns0:pt>
                <ns0:pt idx="57">
                  <ns0:v>0.0950274432703</ns0:v>
                </ns0:pt>
                <ns0:pt idx="58">
                  <ns0:v>0.0966658474646</ns0:v>
                </ns0:pt>
                <ns0:pt idx="59">
                  <ns0:v>0.0983042516589</ns0:v>
                </ns0:pt>
                <ns0:pt idx="60">
                  <ns0:v>0.0999426558532</ns0:v>
                </ns0:pt>
                <ns0:pt idx="61">
                  <ns0:v>0.101581060048</ns0:v>
                </ns0:pt>
                <ns0:pt idx="62">
                  <ns0:v>0.103219464242</ns0:v>
                </ns0:pt>
                <ns0:pt idx="63">
                  <ns0:v>0.104857868436</ns0:v>
                </ns0:pt>
                <ns0:pt idx="64">
                  <ns0:v>0.10649627263</ns0:v>
                </ns0:pt>
                <ns0:pt idx="65">
                  <ns0:v>0.108134676825</ns0:v>
                </ns0:pt>
                <ns0:pt idx="66">
                  <ns0:v>0.109773081019</ns0:v>
                </ns0:pt>
                <ns0:pt idx="67">
                  <ns0:v>0.111411485213</ns0:v>
                </ns0:pt>
                <ns0:pt idx="68">
                  <ns0:v>0.113049889408</ns0:v>
                </ns0:pt>
                <ns0:pt idx="69">
                  <ns0:v>0.114688293602</ns0:v>
                </ns0:pt>
                <ns0:pt idx="70">
                  <ns0:v>0.116326697796</ns0:v>
                </ns0:pt>
                <ns0:pt idx="71">
                  <ns0:v>0.117965101991</ns0:v>
                </ns0:pt>
                <ns0:pt idx="72">
                  <ns0:v>0.119603506185</ns0:v>
                </ns0:pt>
                <ns0:pt idx="73">
                  <ns0:v>0.121241910379</ns0:v>
                </ns0:pt>
                <ns0:pt idx="74">
                  <ns0:v>0.122880314574</ns0:v>
                </ns0:pt>
                <ns0:pt idx="75">
                  <ns0:v>0.124518718768</ns0:v>
                </ns0:pt>
                <ns0:pt idx="76">
                  <ns0:v>0.126157122962</ns0:v>
                </ns0:pt>
                <ns0:pt idx="77">
                  <ns0:v>0.127795527157</ns0:v>
                </ns0:pt>
                <ns0:pt idx="78">
                  <ns0:v>0.129433931351</ns0:v>
                </ns0:pt>
                <ns0:pt idx="79">
                  <ns0:v>0.131072335545</ns0:v>
                </ns0:pt>
                <ns0:pt idx="80">
                  <ns0:v>0.132710739739</ns0:v>
                </ns0:pt>
                <ns0:pt idx="81">
                  <ns0:v>0.134349143934</ns0:v>
                </ns0:pt>
                <ns0:pt idx="82">
                  <ns0:v>0.135987548128</ns0:v>
                </ns0:pt>
                <ns0:pt idx="83">
                  <ns0:v>0.137625952322</ns0:v>
                </ns0:pt>
                <ns0:pt idx="84">
                  <ns0:v>0.139264356517</ns0:v>
                </ns0:pt>
                <ns0:pt idx="85">
                  <ns0:v>0.140902760711</ns0:v>
                </ns0:pt>
                <ns0:pt idx="86">
                  <ns0:v>0.142541164905</ns0:v>
                </ns0:pt>
                <ns0:pt idx="87">
                  <ns0:v>0.1441795691</ns0:v>
                </ns0:pt>
                <ns0:pt idx="88">
                  <ns0:v>0.145817973294</ns0:v>
                </ns0:pt>
                <ns0:pt idx="89">
                  <ns0:v>0.147456377488</ns0:v>
                </ns0:pt>
                <ns0:pt idx="90">
                  <ns0:v>0.149094781683</ns0:v>
                </ns0:pt>
                <ns0:pt idx="91">
                  <ns0:v>0.150733185877</ns0:v>
                </ns0:pt>
                <ns0:pt idx="92">
                  <ns0:v>0.152371590071</ns0:v>
                </ns0:pt>
                <ns0:pt idx="93">
                  <ns0:v>0.154009994266</ns0:v>
                </ns0:pt>
                <ns0:pt idx="94">
                  <ns0:v>0.15564839846</ns0:v>
                </ns0:pt>
                <ns0:pt idx="95">
                  <ns0:v>0.157286802654</ns0:v>
                </ns0:pt>
                <ns0:pt idx="96">
                  <ns0:v>0.158925206849</ns0:v>
                </ns0:pt>
                <ns0:pt idx="97">
                  <ns0:v>0.160563611043</ns0:v>
                </ns0:pt>
                <ns0:pt idx="98">
                  <ns0:v>0.162202015237</ns0:v>
                </ns0:pt>
                <ns0:pt idx="99">
                  <ns0:v>0.163840419431</ns0:v>
                </ns0:pt>
                <ns0:pt idx="100">
                  <ns0:v>0.165478823626</ns0:v>
                </ns0:pt>
                <ns0:pt idx="101">
                  <ns0:v>0.16711722782</ns0:v>
                </ns0:pt>
                <ns0:pt idx="102">
                  <ns0:v>0.168755632014</ns0:v>
                </ns0:pt>
                <ns0:pt idx="103">
                  <ns0:v>0.170394036209</ns0:v>
                </ns0:pt>
                <ns0:pt idx="104">
                  <ns0:v>0.172032440403</ns0:v>
                </ns0:pt>
                <ns0:pt idx="105">
                  <ns0:v>0.173670844597</ns0:v>
                </ns0:pt>
                <ns0:pt idx="106">
                  <ns0:v>0.175309248792</ns0:v>
                </ns0:pt>
                <ns0:pt idx="107">
                  <ns0:v>0.176947652986</ns0:v>
                </ns0:pt>
                <ns0:pt idx="108">
                  <ns0:v>0.17858605718</ns0:v>
                </ns0:pt>
                <ns0:pt idx="109">
                  <ns0:v>0.180224461375</ns0:v>
                </ns0:pt>
                <ns0:pt idx="110">
                  <ns0:v>0.181862865569</ns0:v>
                </ns0:pt>
                <ns0:pt idx="111">
                  <ns0:v>0.183501269763</ns0:v>
                </ns0:pt>
                <ns0:pt idx="112">
                  <ns0:v>0.185139673958</ns0:v>
                </ns0:pt>
                <ns0:pt idx="113">
                  <ns0:v>0.186778078152</ns0:v>
                </ns0:pt>
                <ns0:pt idx="114">
                  <ns0:v>0.188416482346</ns0:v>
                </ns0:pt>
                <ns0:pt idx="115">
                  <ns0:v>0.190054886541</ns0:v>
                </ns0:pt>
                <ns0:pt idx="116">
                  <ns0:v>0.191693290735</ns0:v>
                </ns0:pt>
                <ns0:pt idx="117">
                  <ns0:v>0.193331694929</ns0:v>
                </ns0:pt>
                <ns0:pt idx="118">
                  <ns0:v>0.194970099123</ns0:v>
                </ns0:pt>
                <ns0:pt idx="119">
                  <ns0:v>0.196608503318</ns0:v>
                </ns0:pt>
                <ns0:pt idx="120">
                  <ns0:v>0.198246907512</ns0:v>
                </ns0:pt>
                <ns0:pt idx="121">
                  <ns0:v>0.199885311706</ns0:v>
                </ns0:pt>
                <ns0:pt idx="122">
                  <ns0:v>0.201523715901</ns0:v>
                </ns0:pt>
                <ns0:pt idx="123">
                  <ns0:v>0.203162120095</ns0:v>
                </ns0:pt>
                <ns0:pt idx="124">
                  <ns0:v>0.204800524289</ns0:v>
                </ns0:pt>
                <ns0:pt idx="125">
                  <ns0:v>0.206438928484</ns0:v>
                </ns0:pt>
                <ns0:pt idx="126">
                  <ns0:v>0.208077332678</ns0:v>
                </ns0:pt>
                <ns0:pt idx="127">
                  <ns0:v>0.209715736872</ns0:v>
                </ns0:pt>
                <ns0:pt idx="128">
                  <ns0:v>0.211354141067</ns0:v>
                </ns0:pt>
                <ns0:pt idx="129">
                  <ns0:v>0.212992545261</ns0:v>
                </ns0:pt>
                <ns0:pt idx="130">
                  <ns0:v>0.214630949455</ns0:v>
                </ns0:pt>
                <ns0:pt idx="131">
                  <ns0:v>0.21626935365</ns0:v>
                </ns0:pt>
                <ns0:pt idx="132">
                  <ns0:v>0.217907757844</ns0:v>
                </ns0:pt>
                <ns0:pt idx="133">
                  <ns0:v>0.219546162038</ns0:v>
                </ns0:pt>
                <ns0:pt idx="134">
                  <ns0:v>0.221184566232</ns0:v>
                </ns0:pt>
                <ns0:pt idx="135">
                  <ns0:v>0.222822970427</ns0:v>
                </ns0:pt>
                <ns0:pt idx="136">
                  <ns0:v>0.224461374621</ns0:v>
                </ns0:pt>
                <ns0:pt idx="137">
                  <ns0:v>0.226099778815</ns0:v>
                </ns0:pt>
                <ns0:pt idx="138">
                  <ns0:v>0.22773818301</ns0:v>
                </ns0:pt>
                <ns0:pt idx="139">
                  <ns0:v>0.229376587204</ns0:v>
                </ns0:pt>
                <ns0:pt idx="140">
                  <ns0:v>0.231014991398</ns0:v>
                </ns0:pt>
                <ns0:pt idx="141">
                  <ns0:v>0.232653395593</ns0:v>
                </ns0:pt>
                <ns0:pt idx="142">
                  <ns0:v>0.234291799787</ns0:v>
                </ns0:pt>
                <ns0:pt idx="143">
                  <ns0:v>0.235930203981</ns0:v>
                </ns0:pt>
                <ns0:pt idx="144">
                  <ns0:v>0.237568608176</ns0:v>
                </ns0:pt>
                <ns0:pt idx="145">
                  <ns0:v>0.23920701237</ns0:v>
                </ns0:pt>
                <ns0:pt idx="146">
                  <ns0:v>0.240845416564</ns0:v>
                </ns0:pt>
                <ns0:pt idx="147">
                  <ns0:v>0.242483820759</ns0:v>
                </ns0:pt>
                <ns0:pt idx="148">
                  <ns0:v>0.244122224953</ns0:v>
                </ns0:pt>
                <ns0:pt idx="149">
                  <ns0:v>0.245760629147</ns0:v>
                </ns0:pt>
                <ns0:pt idx="150">
                  <ns0:v>0.247399033342</ns0:v>
                </ns0:pt>
                <ns0:pt idx="151">
                  <ns0:v>0.249037437536</ns0:v>
                </ns0:pt>
                <ns0:pt idx="152">
                  <ns0:v>0.25067584173</ns0:v>
                </ns0:pt>
                <ns0:pt idx="153">
                  <ns0:v>0.252314245924</ns0:v>
                </ns0:pt>
                <ns0:pt idx="154">
                  <ns0:v>0.253952650119</ns0:v>
                </ns0:pt>
                <ns0:pt idx="155">
                  <ns0:v>0.255591054313</ns0:v>
                </ns0:pt>
                <ns0:pt idx="156">
                  <ns0:v>0.257229458507</ns0:v>
                </ns0:pt>
                <ns0:pt idx="157">
                  <ns0:v>0.258867862702</ns0:v>
                </ns0:pt>
                <ns0:pt idx="158">
                  <ns0:v>0.260506266896</ns0:v>
                </ns0:pt>
                <ns0:pt idx="159">
                  <ns0:v>0.26214467109</ns0:v>
                </ns0:pt>
                <ns0:pt idx="160">
                  <ns0:v>0.263783075285</ns0:v>
                </ns0:pt>
                <ns0:pt idx="161">
                  <ns0:v>0.265421479479</ns0:v>
                </ns0:pt>
                <ns0:pt idx="162">
                  <ns0:v>0.267059883673</ns0:v>
                </ns0:pt>
                <ns0:pt idx="163">
                  <ns0:v>0.268698287868</ns0:v>
                </ns0:pt>
                <ns0:pt idx="164">
                  <ns0:v>0.270336692062</ns0:v>
                </ns0:pt>
                <ns0:pt idx="165">
                  <ns0:v>0.271975096256</ns0:v>
                </ns0:pt>
                <ns0:pt idx="166">
                  <ns0:v>0.273613500451</ns0:v>
                </ns0:pt>
                <ns0:pt idx="167">
                  <ns0:v>0.275251904645</ns0:v>
                </ns0:pt>
                <ns0:pt idx="168">
                  <ns0:v>0.276890308839</ns0:v>
                </ns0:pt>
                <ns0:pt idx="169">
                  <ns0:v>0.278528713034</ns0:v>
                </ns0:pt>
                <ns0:pt idx="170">
                  <ns0:v>0.280167117228</ns0:v>
                </ns0:pt>
                <ns0:pt idx="171">
                  <ns0:v>0.281805521422</ns0:v>
                </ns0:pt>
                <ns0:pt idx="172">
                  <ns0:v>0.283443925616</ns0:v>
                </ns0:pt>
                <ns0:pt idx="173">
                  <ns0:v>0.285082329811</ns0:v>
                </ns0:pt>
                <ns0:pt idx="174">
                  <ns0:v>0.286720734005</ns0:v>
                </ns0:pt>
                <ns0:pt idx="175">
                  <ns0:v>0.288359138199</ns0:v>
                </ns0:pt>
                <ns0:pt idx="176">
                  <ns0:v>0.289997542394</ns0:v>
                </ns0:pt>
                <ns0:pt idx="177">
                  <ns0:v>0.291635946588</ns0:v>
                </ns0:pt>
                <ns0:pt idx="178">
                  <ns0:v>0.293274350782</ns0:v>
                </ns0:pt>
                <ns0:pt idx="179">
                  <ns0:v>0.294912754977</ns0:v>
                </ns0:pt>
                <ns0:pt idx="180">
                  <ns0:v>0.296551159171</ns0:v>
                </ns0:pt>
                <ns0:pt idx="181">
                  <ns0:v>0.298189563365</ns0:v>
                </ns0:pt>
                <ns0:pt idx="182">
                  <ns0:v>0.29982796756</ns0:v>
                </ns0:pt>
                <ns0:pt idx="183">
                  <ns0:v>0.301466371754</ns0:v>
                </ns0:pt>
                <ns0:pt idx="184">
                  <ns0:v>0.303104775948</ns0:v>
                </ns0:pt>
                <ns0:pt idx="185">
                  <ns0:v>0.304743180143</ns0:v>
                </ns0:pt>
                <ns0:pt idx="186">
                  <ns0:v>0.306381584337</ns0:v>
                </ns0:pt>
                <ns0:pt idx="187">
                  <ns0:v>0.308019988531</ns0:v>
                </ns0:pt>
                <ns0:pt idx="188">
                  <ns0:v>0.309658392725</ns0:v>
                </ns0:pt>
                <ns0:pt idx="189">
                  <ns0:v>0.31129679692</ns0:v>
                </ns0:pt>
                <ns0:pt idx="190">
                  <ns0:v>0.312935201114</ns0:v>
                </ns0:pt>
                <ns0:pt idx="191">
                  <ns0:v>0.314573605308</ns0:v>
                </ns0:pt>
                <ns0:pt idx="192">
                  <ns0:v>0.316212009503</ns0:v>
                </ns0:pt>
                <ns0:pt idx="193">
                  <ns0:v>0.317850413697</ns0:v>
                </ns0:pt>
                <ns0:pt idx="194">
                  <ns0:v>0.319488817891</ns0:v>
                </ns0:pt>
                <ns0:pt idx="195">
                  <ns0:v>0.321127222086</ns0:v>
                </ns0:pt>
                <ns0:pt idx="196">
                  <ns0:v>0.32276562628</ns0:v>
                </ns0:pt>
                <ns0:pt idx="197">
                  <ns0:v>0.324404030474</ns0:v>
                </ns0:pt>
                <ns0:pt idx="198">
                  <ns0:v>0.326042434669</ns0:v>
                </ns0:pt>
                <ns0:pt idx="199">
                  <ns0:v>0.327680838863</ns0:v>
                </ns0:pt>
                <ns0:pt idx="200">
                  <ns0:v>0.329319243057</ns0:v>
                </ns0:pt>
                <ns0:pt idx="201">
                  <ns0:v>0.330957647252</ns0:v>
                </ns0:pt>
                <ns0:pt idx="202">
                  <ns0:v>0.332596051446</ns0:v>
                </ns0:pt>
                <ns0:pt idx="203">
                  <ns0:v>0.33423445564</ns0:v>
                </ns0:pt>
                <ns0:pt idx="204">
                  <ns0:v>0.335872859835</ns0:v>
                </ns0:pt>
                <ns0:pt idx="205">
                  <ns0:v>0.337511264029</ns0:v>
                </ns0:pt>
                <ns0:pt idx="206">
                  <ns0:v>0.339149668223</ns0:v>
                </ns0:pt>
                <ns0:pt idx="207">
                  <ns0:v>0.340788072417</ns0:v>
                </ns0:pt>
                <ns0:pt idx="208">
                  <ns0:v>0.342426476612</ns0:v>
                </ns0:pt>
                <ns0:pt idx="209">
                  <ns0:v>0.344064880806</ns0:v>
                </ns0:pt>
                <ns0:pt idx="210">
                  <ns0:v>0.345703285</ns0:v>
                </ns0:pt>
                <ns0:pt idx="211">
                  <ns0:v>0.347341689195</ns0:v>
                </ns0:pt>
                <ns0:pt idx="212">
                  <ns0:v>0.348980093389</ns0:v>
                </ns0:pt>
                <ns0:pt idx="213">
                  <ns0:v>0.350618497583</ns0:v>
                </ns0:pt>
                <ns0:pt idx="214">
                  <ns0:v>0.352256901778</ns0:v>
                </ns0:pt>
                <ns0:pt idx="215">
                  <ns0:v>0.353895305972</ns0:v>
                </ns0:pt>
                <ns0:pt idx="216">
                  <ns0:v>0.355533710166</ns0:v>
                </ns0:pt>
                <ns0:pt idx="217">
                  <ns0:v>0.357172114361</ns0:v>
                </ns0:pt>
                <ns0:pt idx="218">
                  <ns0:v>0.358810518555</ns0:v>
                </ns0:pt>
                <ns0:pt idx="219">
                  <ns0:v>0.360448922749</ns0:v>
                </ns0:pt>
                <ns0:pt idx="220">
                  <ns0:v>0.362087326944</ns0:v>
                </ns0:pt>
                <ns0:pt idx="221">
                  <ns0:v>0.363725731138</ns0:v>
                </ns0:pt>
                <ns0:pt idx="222">
                  <ns0:v>0.365364135332</ns0:v>
                </ns0:pt>
                <ns0:pt idx="223">
                  <ns0:v>0.367002539527</ns0:v>
                </ns0:pt>
                <ns0:pt idx="224">
                  <ns0:v>0.368640943721</ns0:v>
                </ns0:pt>
                <ns0:pt idx="225">
                  <ns0:v>0.370279347915</ns0:v>
                </ns0:pt>
                <ns0:pt idx="226">
                  <ns0:v>0.371917752109</ns0:v>
                </ns0:pt>
                <ns0:pt idx="227">
                  <ns0:v>0.373556156304</ns0:v>
                </ns0:pt>
                <ns0:pt idx="228">
                  <ns0:v>0.375194560498</ns0:v>
                </ns0:pt>
                <ns0:pt idx="229">
                  <ns0:v>0.376832964692</ns0:v>
                </ns0:pt>
                <ns0:pt idx="230">
                  <ns0:v>0.378471368887</ns0:v>
                </ns0:pt>
                <ns0:pt idx="231">
                  <ns0:v>0.380109773081</ns0:v>
                </ns0:pt>
                <ns0:pt idx="232">
                  <ns0:v>0.381748177275</ns0:v>
                </ns0:pt>
                <ns0:pt idx="233">
                  <ns0:v>0.38338658147</ns0:v>
                </ns0:pt>
                <ns0:pt idx="234">
                  <ns0:v>0.385024985664</ns0:v>
                </ns0:pt>
                <ns0:pt idx="235">
                  <ns0:v>0.386663389858</ns0:v>
                </ns0:pt>
                <ns0:pt idx="236">
                  <ns0:v>0.388301794053</ns0:v>
                </ns0:pt>
                <ns0:pt idx="237">
                  <ns0:v>0.389940198247</ns0:v>
                </ns0:pt>
                <ns0:pt idx="238">
                  <ns0:v>0.391578602441</ns0:v>
                </ns0:pt>
                <ns0:pt idx="239">
                  <ns0:v>0.393217006636</ns0:v>
                </ns0:pt>
                <ns0:pt idx="240">
                  <ns0:v>0.39485541083</ns0:v>
                </ns0:pt>
                <ns0:pt idx="241">
                  <ns0:v>0.396493815024</ns0:v>
                </ns0:pt>
                <ns0:pt idx="242">
                  <ns0:v>0.398132219218</ns0:v>
                </ns0:pt>
                <ns0:pt idx="243">
                  <ns0:v>0.399770623413</ns0:v>
                </ns0:pt>
                <ns0:pt idx="244">
                  <ns0:v>0.401409027607</ns0:v>
                </ns0:pt>
                <ns0:pt idx="245">
                  <ns0:v>0.403047431801</ns0:v>
                </ns0:pt>
                <ns0:pt idx="246">
                  <ns0:v>0.404685835996</ns0:v>
                </ns0:pt>
                <ns0:pt idx="247">
                  <ns0:v>0.40632424019</ns0:v>
                </ns0:pt>
                <ns0:pt idx="248">
                  <ns0:v>0.407962644384</ns0:v>
                </ns0:pt>
                <ns0:pt idx="249">
                  <ns0:v>0.409601048579</ns0:v>
                </ns0:pt>
                <ns0:pt idx="250">
                  <ns0:v>0.411239452773</ns0:v>
                </ns0:pt>
                <ns0:pt idx="251">
                  <ns0:v>0.412877856967</ns0:v>
                </ns0:pt>
                <ns0:pt idx="252">
                  <ns0:v>0.414516261162</ns0:v>
                </ns0:pt>
                <ns0:pt idx="253">
                  <ns0:v>0.416154665356</ns0:v>
                </ns0:pt>
                <ns0:pt idx="254">
                  <ns0:v>0.41779306955</ns0:v>
                </ns0:pt>
                <ns0:pt idx="255">
                  <ns0:v>0.419431473745</ns0:v>
                </ns0:pt>
                <ns0:pt idx="256">
                  <ns0:v>0.421069877939</ns0:v>
                </ns0:pt>
                <ns0:pt idx="257">
                  <ns0:v>0.422708282133</ns0:v>
                </ns0:pt>
                <ns0:pt idx="258">
                  <ns0:v>0.424346686328</ns0:v>
                </ns0:pt>
                <ns0:pt idx="259">
                  <ns0:v>0.425985090522</ns0:v>
                </ns0:pt>
                <ns0:pt idx="260">
                  <ns0:v>0.427623494716</ns0:v>
                </ns0:pt>
                <ns0:pt idx="261">
                  <ns0:v>0.42926189891</ns0:v>
                </ns0:pt>
                <ns0:pt idx="262">
                  <ns0:v>0.430900303105</ns0:v>
                </ns0:pt>
                <ns0:pt idx="263">
                  <ns0:v>0.432538707299</ns0:v>
                </ns0:pt>
                <ns0:pt idx="264">
                  <ns0:v>0.434177111493</ns0:v>
                </ns0:pt>
                <ns0:pt idx="265">
                  <ns0:v>0.435815515688</ns0:v>
                </ns0:pt>
                <ns0:pt idx="266">
                  <ns0:v>0.437453919882</ns0:v>
                </ns0:pt>
                <ns0:pt idx="267">
                  <ns0:v>0.439092324076</ns0:v>
                </ns0:pt>
                <ns0:pt idx="268">
                  <ns0:v>0.440730728271</ns0:v>
                </ns0:pt>
                <ns0:pt idx="269">
                  <ns0:v>0.442369132465</ns0:v>
                </ns0:pt>
                <ns0:pt idx="270">
                  <ns0:v>0.444007536659</ns0:v>
                </ns0:pt>
                <ns0:pt idx="271">
                  <ns0:v>0.445645940854</ns0:v>
                </ns0:pt>
                <ns0:pt idx="272">
                  <ns0:v>0.447284345048</ns0:v>
                </ns0:pt>
                <ns0:pt idx="273">
                  <ns0:v>0.448922749242</ns0:v>
                </ns0:pt>
                <ns0:pt idx="274">
                  <ns0:v>0.450561153437</ns0:v>
                </ns0:pt>
                <ns0:pt idx="275">
                  <ns0:v>0.452199557631</ns0:v>
                </ns0:pt>
                <ns0:pt idx="276">
                  <ns0:v>0.453837961825</ns0:v>
                </ns0:pt>
                <ns0:pt idx="277">
                  <ns0:v>0.455476366019</ns0:v>
                </ns0:pt>
                <ns0:pt idx="278">
                  <ns0:v>0.457114770214</ns0:v>
                </ns0:pt>
                <ns0:pt idx="279">
                  <ns0:v>0.458753174408</ns0:v>
                </ns0:pt>
                <ns0:pt idx="280">
                  <ns0:v>0.460391578602</ns0:v>
                </ns0:pt>
                <ns0:pt idx="281">
                  <ns0:v>0.462029982797</ns0:v>
                </ns0:pt>
                <ns0:pt idx="282">
                  <ns0:v>0.463668386991</ns0:v>
                </ns0:pt>
                <ns0:pt idx="283">
                  <ns0:v>0.465306791185</ns0:v>
                </ns0:pt>
                <ns0:pt idx="284">
                  <ns0:v>0.46694519538</ns0:v>
                </ns0:pt>
                <ns0:pt idx="285">
                  <ns0:v>0.468583599574</ns0:v>
                </ns0:pt>
                <ns0:pt idx="286">
                  <ns0:v>0.470222003768</ns0:v>
                </ns0:pt>
                <ns0:pt idx="287">
                  <ns0:v>0.471860407963</ns0:v>
                </ns0:pt>
                <ns0:pt idx="288">
                  <ns0:v>0.473498812157</ns0:v>
                </ns0:pt>
                <ns0:pt idx="289">
                  <ns0:v>0.475137216351</ns0:v>
                </ns0:pt>
                <ns0:pt idx="290">
                  <ns0:v>0.476775620546</ns0:v>
                </ns0:pt>
                <ns0:pt idx="291">
                  <ns0:v>0.47841402474</ns0:v>
                </ns0:pt>
                <ns0:pt idx="292">
                  <ns0:v>0.480052428934</ns0:v>
                </ns0:pt>
                <ns0:pt idx="293">
                  <ns0:v>0.481690833129</ns0:v>
                </ns0:pt>
                <ns0:pt idx="294">
                  <ns0:v>0.483329237323</ns0:v>
                </ns0:pt>
                <ns0:pt idx="295">
                  <ns0:v>0.484967641517</ns0:v>
                </ns0:pt>
                <ns0:pt idx="296">
                  <ns0:v>0.486606045711</ns0:v>
                </ns0:pt>
                <ns0:pt idx="297">
                  <ns0:v>0.488244449906</ns0:v>
                </ns0:pt>
                <ns0:pt idx="298">
                  <ns0:v>0.4898828541</ns0:v>
                </ns0:pt>
                <ns0:pt idx="299">
                  <ns0:v>0.491521258294</ns0:v>
                </ns0:pt>
                <ns0:pt idx="300">
                  <ns0:v>0.493159662489</ns0:v>
                </ns0:pt>
                <ns0:pt idx="301">
                  <ns0:v>0.494798066683</ns0:v>
                </ns0:pt>
                <ns0:pt idx="302">
                  <ns0:v>0.496436470877</ns0:v>
                </ns0:pt>
                <ns0:pt idx="303">
                  <ns0:v>0.498074875072</ns0:v>
                </ns0:pt>
                <ns0:pt idx="304">
                  <ns0:v>0.499713279266</ns0:v>
                </ns0:pt>
                <ns0:pt idx="305">
                  <ns0:v>0.50135168346</ns0:v>
                </ns0:pt>
                <ns0:pt idx="306">
                  <ns0:v>0.502990087655</ns0:v>
                </ns0:pt>
                <ns0:pt idx="307">
                  <ns0:v>0.504628491849</ns0:v>
                </ns0:pt>
                <ns0:pt idx="308">
                  <ns0:v>0.506266896043</ns0:v>
                </ns0:pt>
                <ns0:pt idx="309">
                  <ns0:v>0.507905300238</ns0:v>
                </ns0:pt>
                <ns0:pt idx="310">
                  <ns0:v>0.509543704432</ns0:v>
                </ns0:pt>
                <ns0:pt idx="311">
                  <ns0:v>0.511182108626</ns0:v>
                </ns0:pt>
                <ns0:pt idx="312">
                  <ns0:v>0.512820512821</ns0:v>
                </ns0:pt>
                <ns0:pt idx="313">
                  <ns0:v>0.514458917015</ns0:v>
                </ns0:pt>
                <ns0:pt idx="314">
                  <ns0:v>0.516097321209</ns0:v>
                </ns0:pt>
                <ns0:pt idx="315">
                  <ns0:v>0.517735725403</ns0:v>
                </ns0:pt>
                <ns0:pt idx="316">
                  <ns0:v>0.519374129598</ns0:v>
                </ns0:pt>
                <ns0:pt idx="317">
                  <ns0:v>0.521012533792</ns0:v>
                </ns0:pt>
                <ns0:pt idx="318">
                  <ns0:v>0.522650937986</ns0:v>
                </ns0:pt>
                <ns0:pt idx="319">
                  <ns0:v>0.524289342181</ns0:v>
                </ns0:pt>
                <ns0:pt idx="320">
                  <ns0:v>0.525927746375</ns0:v>
                </ns0:pt>
                <ns0:pt idx="321">
                  <ns0:v>0.527566150569</ns0:v>
                </ns0:pt>
                <ns0:pt idx="322">
                  <ns0:v>0.529204554764</ns0:v>
                </ns0:pt>
                <ns0:pt idx="323">
                  <ns0:v>0.530842958958</ns0:v>
                </ns0:pt>
                <ns0:pt idx="324">
                  <ns0:v>0.532481363152</ns0:v>
                </ns0:pt>
                <ns0:pt idx="325">
                  <ns0:v>0.534119767347</ns0:v>
                </ns0:pt>
                <ns0:pt idx="326">
                  <ns0:v>0.535758171541</ns0:v>
                </ns0:pt>
                <ns0:pt idx="327">
                  <ns0:v>0.537396575735</ns0:v>
                </ns0:pt>
                <ns0:pt idx="328">
                  <ns0:v>0.53903497993</ns0:v>
                </ns0:pt>
                <ns0:pt idx="329">
                  <ns0:v>0.540673384124</ns0:v>
                </ns0:pt>
                <ns0:pt idx="330">
                  <ns0:v>0.542311788318</ns0:v>
                </ns0:pt>
                <ns0:pt idx="331">
                  <ns0:v>0.543950192512</ns0:v>
                </ns0:pt>
                <ns0:pt idx="332">
                  <ns0:v>0.545588596707</ns0:v>
                </ns0:pt>
                <ns0:pt idx="333">
                  <ns0:v>0.547227000901</ns0:v>
                </ns0:pt>
                <ns0:pt idx="334">
                  <ns0:v>0.548865405095</ns0:v>
                </ns0:pt>
                <ns0:pt idx="335">
                  <ns0:v>0.55050380929</ns0:v>
                </ns0:pt>
                <ns0:pt idx="336">
                  <ns0:v>0.552142213484</ns0:v>
                </ns0:pt>
                <ns0:pt idx="337">
                  <ns0:v>0.553780617678</ns0:v>
                </ns0:pt>
                <ns0:pt idx="338">
                  <ns0:v>0.555419021873</ns0:v>
                </ns0:pt>
                <ns0:pt idx="339">
                  <ns0:v>0.557057426067</ns0:v>
                </ns0:pt>
                <ns0:pt idx="340">
                  <ns0:v>0.558695830261</ns0:v>
                </ns0:pt>
                <ns0:pt idx="341">
                  <ns0:v>0.560334234456</ns0:v>
                </ns0:pt>
                <ns0:pt idx="342">
                  <ns0:v>0.56197263865</ns0:v>
                </ns0:pt>
                <ns0:pt idx="343">
                  <ns0:v>0.563611042844</ns0:v>
                </ns0:pt>
                <ns0:pt idx="344">
                  <ns0:v>0.565249447039</ns0:v>
                </ns0:pt>
                <ns0:pt idx="345">
                  <ns0:v>0.566887851233</ns0:v>
                </ns0:pt>
                <ns0:pt idx="346">
                  <ns0:v>0.568526255427</ns0:v>
                </ns0:pt>
                <ns0:pt idx="347">
                  <ns0:v>0.570164659622</ns0:v>
                </ns0:pt>
                <ns0:pt idx="348">
                  <ns0:v>0.571803063816</ns0:v>
                </ns0:pt>
                <ns0:pt idx="349">
                  <ns0:v>0.57344146801</ns0:v>
                </ns0:pt>
                <ns0:pt idx="350">
                  <ns0:v>0.575079872204</ns0:v>
                </ns0:pt>
                <ns0:pt idx="351">
                  <ns0:v>0.576718276399</ns0:v>
                </ns0:pt>
                <ns0:pt idx="352">
                  <ns0:v>0.578356680593</ns0:v>
                </ns0:pt>
                <ns0:pt idx="353">
                  <ns0:v>0.579995084787</ns0:v>
                </ns0:pt>
                <ns0:pt idx="354">
                  <ns0:v>0.581633488982</ns0:v>
                </ns0:pt>
                <ns0:pt idx="355">
                  <ns0:v>0.583271893176</ns0:v>
                </ns0:pt>
                <ns0:pt idx="356">
                  <ns0:v>0.58491029737</ns0:v>
                </ns0:pt>
                <ns0:pt idx="357">
                  <ns0:v>0.586548701565</ns0:v>
                </ns0:pt>
                <ns0:pt idx="358">
                  <ns0:v>0.588187105759</ns0:v>
                </ns0:pt>
                <ns0:pt idx="359">
                  <ns0:v>0.589825509953</ns0:v>
                </ns0:pt>
                <ns0:pt idx="360">
                  <ns0:v>0.591463914148</ns0:v>
                </ns0:pt>
                <ns0:pt idx="361">
                  <ns0:v>0.593102318342</ns0:v>
                </ns0:pt>
                <ns0:pt idx="362">
                  <ns0:v>0.594740722536</ns0:v>
                </ns0:pt>
                <ns0:pt idx="363">
                  <ns0:v>0.596379126731</ns0:v>
                </ns0:pt>
                <ns0:pt idx="364">
                  <ns0:v>0.598017530925</ns0:v>
                </ns0:pt>
                <ns0:pt idx="365">
                  <ns0:v>0.599655935119</ns0:v>
                </ns0:pt>
                <ns0:pt idx="366">
                  <ns0:v>0.601294339314</ns0:v>
                </ns0:pt>
                <ns0:pt idx="367">
                  <ns0:v>0.602932743508</ns0:v>
                </ns0:pt>
                <ns0:pt idx="368">
                  <ns0:v>0.604571147702</ns0:v>
                </ns0:pt>
                <ns0:pt idx="369">
                  <ns0:v>0.606209551896</ns0:v>
                </ns0:pt>
                <ns0:pt idx="370">
                  <ns0:v>0.607847956091</ns0:v>
                </ns0:pt>
                <ns0:pt idx="371">
                  <ns0:v>0.609486360285</ns0:v>
                </ns0:pt>
                <ns0:pt idx="372">
                  <ns0:v>0.611124764479</ns0:v>
                </ns0:pt>
                <ns0:pt idx="373">
                  <ns0:v>0.612763168674</ns0:v>
                </ns0:pt>
                <ns0:pt idx="374">
                  <ns0:v>0.614401572868</ns0:v>
                </ns0:pt>
                <ns0:pt idx="375">
                  <ns0:v>0.616039977062</ns0:v>
                </ns0:pt>
                <ns0:pt idx="376">
                  <ns0:v>0.617678381257</ns0:v>
                </ns0:pt>
                <ns0:pt idx="377">
                  <ns0:v>0.619316785451</ns0:v>
                </ns0:pt>
                <ns0:pt idx="378">
                  <ns0:v>0.620955189645</ns0:v>
                </ns0:pt>
                <ns0:pt idx="379">
                  <ns0:v>0.62259359384</ns0:v>
                </ns0:pt>
                <ns0:pt idx="380">
                  <ns0:v>0.624231998034</ns0:v>
                </ns0:pt>
                <ns0:pt idx="381">
                  <ns0:v>0.625870402228</ns0:v>
                </ns0:pt>
                <ns0:pt idx="382">
                  <ns0:v>0.627508806423</ns0:v>
                </ns0:pt>
                <ns0:pt idx="383">
                  <ns0:v>0.629147210617</ns0:v>
                </ns0:pt>
                <ns0:pt idx="384">
                  <ns0:v>0.630785614811</ns0:v>
                </ns0:pt>
                <ns0:pt idx="385">
                  <ns0:v>0.632424019005</ns0:v>
                </ns0:pt>
                <ns0:pt idx="386">
                  <ns0:v>0.6340624232</ns0:v>
                </ns0:pt>
                <ns0:pt idx="387">
                  <ns0:v>0.635700827394</ns0:v>
                </ns0:pt>
                <ns0:pt idx="388">
                  <ns0:v>0.637339231588</ns0:v>
                </ns0:pt>
                <ns0:pt idx="389">
                  <ns0:v>0.638977635783</ns0:v>
                </ns0:pt>
                <ns0:pt idx="390">
                  <ns0:v>0.640616039977</ns0:v>
                </ns0:pt>
                <ns0:pt idx="391">
                  <ns0:v>0.642254444171</ns0:v>
                </ns0:pt>
                <ns0:pt idx="392">
                  <ns0:v>0.643892848366</ns0:v>
                </ns0:pt>
                <ns0:pt idx="393">
                  <ns0:v>0.64553125256</ns0:v>
                </ns0:pt>
                <ns0:pt idx="394">
                  <ns0:v>0.647169656754</ns0:v>
                </ns0:pt>
                <ns0:pt idx="395">
                  <ns0:v>0.648808060949</ns0:v>
                </ns0:pt>
                <ns0:pt idx="396">
                  <ns0:v>0.650446465143</ns0:v>
                </ns0:pt>
                <ns0:pt idx="397">
                  <ns0:v>0.652084869337</ns0:v>
                </ns0:pt>
                <ns0:pt idx="398">
                  <ns0:v>0.653723273532</ns0:v>
                </ns0:pt>
                <ns0:pt idx="399">
                  <ns0:v>0.655361677726</ns0:v>
                </ns0:pt>
                <ns0:pt idx="400">
                  <ns0:v>0.65700008192</ns0:v>
                </ns0:pt>
                <ns0:pt idx="401">
                  <ns0:v>0.658638486115</ns0:v>
                </ns0:pt>
                <ns0:pt idx="402">
                  <ns0:v>0.660276890309</ns0:v>
                </ns0:pt>
                <ns0:pt idx="403">
                  <ns0:v>0.661915294503</ns0:v>
                </ns0:pt>
                <ns0:pt idx="404">
                  <ns0:v>0.663553698697</ns0:v>
                </ns0:pt>
                <ns0:pt idx="405">
                  <ns0:v>0.665192102892</ns0:v>
                </ns0:pt>
                <ns0:pt idx="406">
                  <ns0:v>0.666830507086</ns0:v>
                </ns0:pt>
                <ns0:pt idx="407">
                  <ns0:v>0.66846891128</ns0:v>
                </ns0:pt>
                <ns0:pt idx="408">
                  <ns0:v>0.670107315475</ns0:v>
                </ns0:pt>
                <ns0:pt idx="409">
                  <ns0:v>0.671745719669</ns0:v>
                </ns0:pt>
                <ns0:pt idx="410">
                  <ns0:v>0.673384123863</ns0:v>
                </ns0:pt>
                <ns0:pt idx="411">
                  <ns0:v>0.675022528058</ns0:v>
                </ns0:pt>
                <ns0:pt idx="412">
                  <ns0:v>0.676660932252</ns0:v>
                </ns0:pt>
                <ns0:pt idx="413">
                  <ns0:v>0.678299336446</ns0:v>
                </ns0:pt>
                <ns0:pt idx="414">
                  <ns0:v>0.679937740641</ns0:v>
                </ns0:pt>
                <ns0:pt idx="415">
                  <ns0:v>0.681576144835</ns0:v>
                </ns0:pt>
                <ns0:pt idx="416">
                  <ns0:v>0.683214549029</ns0:v>
                </ns0:pt>
                <ns0:pt idx="417">
                  <ns0:v>0.684852953224</ns0:v>
                </ns0:pt>
                <ns0:pt idx="418">
                  <ns0:v>0.686491357418</ns0:v>
                </ns0:pt>
                <ns0:pt idx="419">
                  <ns0:v>0.688129761612</ns0:v>
                </ns0:pt>
                <ns0:pt idx="420">
                  <ns0:v>0.689768165807</ns0:v>
                </ns0:pt>
                <ns0:pt idx="421">
                  <ns0:v>0.691406570001</ns0:v>
                </ns0:pt>
                <ns0:pt idx="422">
                  <ns0:v>0.693044974195</ns0:v>
                </ns0:pt>
                <ns0:pt idx="423">
                  <ns0:v>0.694683378389</ns0:v>
                </ns0:pt>
                <ns0:pt idx="424">
                  <ns0:v>0.696321782584</ns0:v>
                </ns0:pt>
                <ns0:pt idx="425">
                  <ns0:v>0.697960186778</ns0:v>
                </ns0:pt>
                <ns0:pt idx="426">
                  <ns0:v>0.699598590972</ns0:v>
                </ns0:pt>
                <ns0:pt idx="427">
                  <ns0:v>0.701236995167</ns0:v>
                </ns0:pt>
                <ns0:pt idx="428">
                  <ns0:v>0.702875399361</ns0:v>
                </ns0:pt>
                <ns0:pt idx="429">
                  <ns0:v>0.704513803555</ns0:v>
                </ns0:pt>
                <ns0:pt idx="430">
                  <ns0:v>0.70615220775</ns0:v>
                </ns0:pt>
                <ns0:pt idx="431">
                  <ns0:v>0.707790611944</ns0:v>
                </ns0:pt>
                <ns0:pt idx="432">
                  <ns0:v>0.709429016138</ns0:v>
                </ns0:pt>
                <ns0:pt idx="433">
                  <ns0:v>0.711067420333</ns0:v>
                </ns0:pt>
                <ns0:pt idx="434">
                  <ns0:v>0.712705824527</ns0:v>
                </ns0:pt>
                <ns0:pt idx="435">
                  <ns0:v>0.714344228721</ns0:v>
                </ns0:pt>
                <ns0:pt idx="436">
                  <ns0:v>0.715982632916</ns0:v>
                </ns0:pt>
                <ns0:pt idx="437">
                  <ns0:v>0.71762103711</ns0:v>
                </ns0:pt>
                <ns0:pt idx="438">
                  <ns0:v>0.719259441304</ns0:v>
                </ns0:pt>
                <ns0:pt idx="439">
                  <ns0:v>0.720897845498</ns0:v>
                </ns0:pt>
                <ns0:pt idx="440">
                  <ns0:v>0.722536249693</ns0:v>
                </ns0:pt>
                <ns0:pt idx="441">
                  <ns0:v>0.724174653887</ns0:v>
                </ns0:pt>
                <ns0:pt idx="442">
                  <ns0:v>0.725813058081</ns0:v>
                </ns0:pt>
                <ns0:pt idx="443">
                  <ns0:v>0.727451462276</ns0:v>
                </ns0:pt>
                <ns0:pt idx="444">
                  <ns0:v>0.72908986647</ns0:v>
                </ns0:pt>
                <ns0:pt idx="445">
                  <ns0:v>0.730728270664</ns0:v>
                </ns0:pt>
                <ns0:pt idx="446">
                  <ns0:v>0.732366674859</ns0:v>
                </ns0:pt>
                <ns0:pt idx="447">
                  <ns0:v>0.734005079053</ns0:v>
                </ns0:pt>
                <ns0:pt idx="448">
                  <ns0:v>0.735643483247</ns0:v>
                </ns0:pt>
                <ns0:pt idx="449">
                  <ns0:v>0.737281887442</ns0:v>
                </ns0:pt>
                <ns0:pt idx="450">
                  <ns0:v>0.738920291636</ns0:v>
                </ns0:pt>
                <ns0:pt idx="451">
                  <ns0:v>0.74055869583</ns0:v>
                </ns0:pt>
                <ns0:pt idx="452">
                  <ns0:v>0.742197100025</ns0:v>
                </ns0:pt>
                <ns0:pt idx="453">
                  <ns0:v>0.743835504219</ns0:v>
                </ns0:pt>
                <ns0:pt idx="454">
                  <ns0:v>0.745473908413</ns0:v>
                </ns0:pt>
                <ns0:pt idx="455">
                  <ns0:v>0.747112312608</ns0:v>
                </ns0:pt>
                <ns0:pt idx="456">
                  <ns0:v>0.748750716802</ns0:v>
                </ns0:pt>
                <ns0:pt idx="457">
                  <ns0:v>0.750389120996</ns0:v>
                </ns0:pt>
                <ns0:pt idx="458">
                  <ns0:v>0.75202752519</ns0:v>
                </ns0:pt>
                <ns0:pt idx="459">
                  <ns0:v>0.753665929385</ns0:v>
                </ns0:pt>
                <ns0:pt idx="460">
                  <ns0:v>0.755304333579</ns0:v>
                </ns0:pt>
                <ns0:pt idx="461">
                  <ns0:v>0.756942737773</ns0:v>
                </ns0:pt>
                <ns0:pt idx="462">
                  <ns0:v>0.758581141968</ns0:v>
                </ns0:pt>
                <ns0:pt idx="463">
                  <ns0:v>0.760219546162</ns0:v>
                </ns0:pt>
                <ns0:pt idx="464">
                  <ns0:v>0.761857950356</ns0:v>
                </ns0:pt>
                <ns0:pt idx="465">
                  <ns0:v>0.763496354551</ns0:v>
                </ns0:pt>
                <ns0:pt idx="466">
                  <ns0:v>0.765134758745</ns0:v>
                </ns0:pt>
                <ns0:pt idx="467">
                  <ns0:v>0.766773162939</ns0:v>
                </ns0:pt>
                <ns0:pt idx="468">
                  <ns0:v>0.768411567134</ns0:v>
                </ns0:pt>
                <ns0:pt idx="469">
                  <ns0:v>0.770049971328</ns0:v>
                </ns0:pt>
                <ns0:pt idx="470">
                  <ns0:v>0.771688375522</ns0:v>
                </ns0:pt>
                <ns0:pt idx="471">
                  <ns0:v>0.773326779717</ns0:v>
                </ns0:pt>
                <ns0:pt idx="472">
                  <ns0:v>0.774965183911</ns0:v>
                </ns0:pt>
                <ns0:pt idx="473">
                  <ns0:v>0.776603588105</ns0:v>
                </ns0:pt>
                <ns0:pt idx="474">
                  <ns0:v>0.7782419923</ns0:v>
                </ns0:pt>
                <ns0:pt idx="475">
                  <ns0:v>0.779880396494</ns0:v>
                </ns0:pt>
                <ns0:pt idx="476">
                  <ns0:v>0.781518800688</ns0:v>
                </ns0:pt>
                <ns0:pt idx="477">
                  <ns0:v>0.783157204882</ns0:v>
                </ns0:pt>
                <ns0:pt idx="478">
                  <ns0:v>0.784795609077</ns0:v>
                </ns0:pt>
                <ns0:pt idx="479">
                  <ns0:v>0.786434013271</ns0:v>
                </ns0:pt>
                <ns0:pt idx="480">
                  <ns0:v>0.788072417465</ns0:v>
                </ns0:pt>
                <ns0:pt idx="481">
                  <ns0:v>0.78971082166</ns0:v>
                </ns0:pt>
                <ns0:pt idx="482">
                  <ns0:v>0.791349225854</ns0:v>
                </ns0:pt>
                <ns0:pt idx="483">
                  <ns0:v>0.792987630048</ns0:v>
                </ns0:pt>
                <ns0:pt idx="484">
                  <ns0:v>0.794626034243</ns0:v>
                </ns0:pt>
                <ns0:pt idx="485">
                  <ns0:v>0.796264438437</ns0:v>
                </ns0:pt>
                <ns0:pt idx="486">
                  <ns0:v>0.797902842631</ns0:v>
                </ns0:pt>
                <ns0:pt idx="487">
                  <ns0:v>0.799541246826</ns0:v>
                </ns0:pt>
                <ns0:pt idx="488">
                  <ns0:v>0.80117965102</ns0:v>
                </ns0:pt>
                <ns0:pt idx="489">
                  <ns0:v>0.802818055214</ns0:v>
                </ns0:pt>
                <ns0:pt idx="490">
                  <ns0:v>0.804456459409</ns0:v>
                </ns0:pt>
                <ns0:pt idx="491">
                  <ns0:v>0.806094863603</ns0:v>
                </ns0:pt>
                <ns0:pt idx="492">
                  <ns0:v>0.807733267797</ns0:v>
                </ns0:pt>
                <ns0:pt idx="493">
                  <ns0:v>0.809371671991</ns0:v>
                </ns0:pt>
                <ns0:pt idx="494">
                  <ns0:v>0.811010076186</ns0:v>
                </ns0:pt>
                <ns0:pt idx="495">
                  <ns0:v>0.81264848038</ns0:v>
                </ns0:pt>
                <ns0:pt idx="496">
                  <ns0:v>0.814286884574</ns0:v>
                </ns0:pt>
                <ns0:pt idx="497">
                  <ns0:v>0.815925288769</ns0:v>
                </ns0:pt>
                <ns0:pt idx="498">
                  <ns0:v>0.817563692963</ns0:v>
                </ns0:pt>
                <ns0:pt idx="499">
                  <ns0:v>0.819202097157</ns0:v>
                </ns0:pt>
                <ns0:pt idx="500">
                  <ns0:v>0.820840501352</ns0:v>
                </ns0:pt>
                <ns0:pt idx="501">
                  <ns0:v>0.822478905546</ns0:v>
                </ns0:pt>
                <ns0:pt idx="502">
                  <ns0:v>0.82411730974</ns0:v>
                </ns0:pt>
                <ns0:pt idx="503">
                  <ns0:v>0.825755713935</ns0:v>
                </ns0:pt>
                <ns0:pt idx="504">
                  <ns0:v>0.827394118129</ns0:v>
                </ns0:pt>
                <ns0:pt idx="505">
                  <ns0:v>0.829032522323</ns0:v>
                </ns0:pt>
                <ns0:pt idx="506">
                  <ns0:v>0.830670926518</ns0:v>
                </ns0:pt>
                <ns0:pt idx="507">
                  <ns0:v>0.832309330712</ns0:v>
                </ns0:pt>
                <ns0:pt idx="508">
                  <ns0:v>0.833947734906</ns0:v>
                </ns0:pt>
                <ns0:pt idx="509">
                  <ns0:v>0.835586139101</ns0:v>
                </ns0:pt>
                <ns0:pt idx="510">
                  <ns0:v>0.837224543295</ns0:v>
                </ns0:pt>
                <ns0:pt idx="511">
                  <ns0:v>0.838862947489</ns0:v>
                </ns0:pt>
                <ns0:pt idx="512">
                  <ns0:v>0.840501351683</ns0:v>
                </ns0:pt>
                <ns0:pt idx="513">
                  <ns0:v>0.842139755878</ns0:v>
                </ns0:pt>
                <ns0:pt idx="514">
                  <ns0:v>0.843778160072</ns0:v>
                </ns0:pt>
                <ns0:pt idx="515">
                  <ns0:v>0.845416564266</ns0:v>
                </ns0:pt>
                <ns0:pt idx="516">
                  <ns0:v>0.847054968461</ns0:v>
                </ns0:pt>
                <ns0:pt idx="517">
                  <ns0:v>0.848693372655</ns0:v>
                </ns0:pt>
                <ns0:pt idx="518">
                  <ns0:v>0.850331776849</ns0:v>
                </ns0:pt>
                <ns0:pt idx="519">
                  <ns0:v>0.851970181044</ns0:v>
                </ns0:pt>
                <ns0:pt idx="520">
                  <ns0:v>0.853608585238</ns0:v>
                </ns0:pt>
                <ns0:pt idx="521">
                  <ns0:v>0.855246989432</ns0:v>
                </ns0:pt>
                <ns0:pt idx="522">
                  <ns0:v>0.856885393627</ns0:v>
                </ns0:pt>
                <ns0:pt idx="523">
                  <ns0:v>0.858523797821</ns0:v>
                </ns0:pt>
                <ns0:pt idx="524">
                  <ns0:v>0.860162202015</ns0:v>
                </ns0:pt>
                <ns0:pt idx="525">
                  <ns0:v>0.86180060621</ns0:v>
                </ns0:pt>
                <ns0:pt idx="526">
                  <ns0:v>0.863439010404</ns0:v>
                </ns0:pt>
                <ns0:pt idx="527">
                  <ns0:v>0.865077414598</ns0:v>
                </ns0:pt>
                <ns0:pt idx="528">
                  <ns0:v>0.866715818792</ns0:v>
                </ns0:pt>
                <ns0:pt idx="529">
                  <ns0:v>0.868354222987</ns0:v>
                </ns0:pt>
                <ns0:pt idx="530">
                  <ns0:v>0.869992627181</ns0:v>
                </ns0:pt>
                <ns0:pt idx="531">
                  <ns0:v>0.871631031375</ns0:v>
                </ns0:pt>
                <ns0:pt idx="532">
                  <ns0:v>0.87326943557</ns0:v>
                </ns0:pt>
                <ns0:pt idx="533">
                  <ns0:v>0.874907839764</ns0:v>
                </ns0:pt>
                <ns0:pt idx="534">
                  <ns0:v>0.876546243958</ns0:v>
                </ns0:pt>
                <ns0:pt idx="535">
                  <ns0:v>0.878184648153</ns0:v>
                </ns0:pt>
                <ns0:pt idx="536">
                  <ns0:v>0.879823052347</ns0:v>
                </ns0:pt>
                <ns0:pt idx="537">
                  <ns0:v>0.881461456541</ns0:v>
                </ns0:pt>
                <ns0:pt idx="538">
                  <ns0:v>0.883099860736</ns0:v>
                </ns0:pt>
                <ns0:pt idx="539">
                  <ns0:v>0.88473826493</ns0:v>
                </ns0:pt>
                <ns0:pt idx="540">
                  <ns0:v>0.886376669124</ns0:v>
                </ns0:pt>
                <ns0:pt idx="541">
                  <ns0:v>0.888015073319</ns0:v>
                </ns0:pt>
                <ns0:pt idx="542">
                  <ns0:v>0.889653477513</ns0:v>
                </ns0:pt>
                <ns0:pt idx="543">
                  <ns0:v>0.891291881707</ns0:v>
                </ns0:pt>
                <ns0:pt idx="544">
                  <ns0:v>0.892930285902</ns0:v>
                </ns0:pt>
                <ns0:pt idx="545">
                  <ns0:v>0.894568690096</ns0:v>
                </ns0:pt>
                <ns0:pt idx="546">
                  <ns0:v>0.89620709429</ns0:v>
                </ns0:pt>
                <ns0:pt idx="547">
                  <ns0:v>0.897845498484</ns0:v>
                </ns0:pt>
                <ns0:pt idx="548">
                  <ns0:v>0.899483902679</ns0:v>
                </ns0:pt>
                <ns0:pt idx="549">
                  <ns0:v>0.901122306873</ns0:v>
                </ns0:pt>
                <ns0:pt idx="550">
                  <ns0:v>0.902760711067</ns0:v>
                </ns0:pt>
                <ns0:pt idx="551">
                  <ns0:v>0.904399115262</ns0:v>
                </ns0:pt>
                <ns0:pt idx="552">
                  <ns0:v>0.906037519456</ns0:v>
                </ns0:pt>
                <ns0:pt idx="553">
                  <ns0:v>0.90767592365</ns0:v>
                </ns0:pt>
                <ns0:pt idx="554">
                  <ns0:v>0.909314327845</ns0:v>
                </ns0:pt>
                <ns0:pt idx="555">
                  <ns0:v>0.910952732039</ns0:v>
                </ns0:pt>
                <ns0:pt idx="556">
                  <ns0:v>0.912591136233</ns0:v>
                </ns0:pt>
                <ns0:pt idx="557">
                  <ns0:v>0.914229540428</ns0:v>
                </ns0:pt>
                <ns0:pt idx="558">
                  <ns0:v>0.915867944622</ns0:v>
                </ns0:pt>
                <ns0:pt idx="559">
                  <ns0:v>0.917506348816</ns0:v>
                </ns0:pt>
                <ns0:pt idx="560">
                  <ns0:v>0.919144753011</ns0:v>
                </ns0:pt>
                <ns0:pt idx="561">
                  <ns0:v>0.920783157205</ns0:v>
                </ns0:pt>
                <ns0:pt idx="562">
                  <ns0:v>0.922421561399</ns0:v>
                </ns0:pt>
                <ns0:pt idx="563">
                  <ns0:v>0.924059965594</ns0:v>
                </ns0:pt>
                <ns0:pt idx="564">
                  <ns0:v>0.925698369788</ns0:v>
                </ns0:pt>
                <ns0:pt idx="565">
                  <ns0:v>0.927336773982</ns0:v>
                </ns0:pt>
                <ns0:pt idx="566">
                  <ns0:v>0.928975178176</ns0:v>
                </ns0:pt>
                <ns0:pt idx="567">
                  <ns0:v>0.930613582371</ns0:v>
                </ns0:pt>
                <ns0:pt idx="568">
                  <ns0:v>0.932251986565</ns0:v>
                </ns0:pt>
                <ns0:pt idx="569">
                  <ns0:v>0.933890390759</ns0:v>
                </ns0:pt>
                <ns0:pt idx="570">
                  <ns0:v>0.935528794954</ns0:v>
                </ns0:pt>
                <ns0:pt idx="571">
                  <ns0:v>0.937167199148</ns0:v>
                </ns0:pt>
                <ns0:pt idx="572">
                  <ns0:v>0.938805603342</ns0:v>
                </ns0:pt>
                <ns0:pt idx="573">
                  <ns0:v>0.940444007537</ns0:v>
                </ns0:pt>
                <ns0:pt idx="574">
                  <ns0:v>0.942082411731</ns0:v>
                </ns0:pt>
                <ns0:pt idx="575">
                  <ns0:v>0.943720815925</ns0:v>
                </ns0:pt>
                <ns0:pt idx="576">
                  <ns0:v>0.94535922012</ns0:v>
                </ns0:pt>
                <ns0:pt idx="577">
                  <ns0:v>0.946997624314</ns0:v>
                </ns0:pt>
                <ns0:pt idx="578">
                  <ns0:v>0.948636028508</ns0:v>
                </ns0:pt>
                <ns0:pt idx="579">
                  <ns0:v>0.950274432703</ns0:v>
                </ns0:pt>
                <ns0:pt idx="580">
                  <ns0:v>0.951912836897</ns0:v>
                </ns0:pt>
                <ns0:pt idx="581">
                  <ns0:v>0.953551241091</ns0:v>
                </ns0:pt>
                <ns0:pt idx="582">
                  <ns0:v>0.955189645285</ns0:v>
                </ns0:pt>
                <ns0:pt idx="583">
                  <ns0:v>0.95682804948</ns0:v>
                </ns0:pt>
                <ns0:pt idx="584">
                  <ns0:v>0.958466453674</ns0:v>
                </ns0:pt>
                <ns0:pt idx="585">
                  <ns0:v>0.960104857868</ns0:v>
                </ns0:pt>
                <ns0:pt idx="586">
                  <ns0:v>0.961743262063</ns0:v>
                </ns0:pt>
                <ns0:pt idx="587">
                  <ns0:v>0.963381666257</ns0:v>
                </ns0:pt>
                <ns0:pt idx="588">
                  <ns0:v>0.965020070451</ns0:v>
                </ns0:pt>
                <ns0:pt idx="589">
                  <ns0:v>0.966658474646</ns0:v>
                </ns0:pt>
                <ns0:pt idx="590">
                  <ns0:v>0.96829687884</ns0:v>
                </ns0:pt>
                <ns0:pt idx="591">
                  <ns0:v>0.969935283034</ns0:v>
                </ns0:pt>
                <ns0:pt idx="592">
                  <ns0:v>0.971573687229</ns0:v>
                </ns0:pt>
                <ns0:pt idx="593">
                  <ns0:v>0.973212091423</ns0:v>
                </ns0:pt>
                <ns0:pt idx="594">
                  <ns0:v>0.974850495617</ns0:v>
                </ns0:pt>
                <ns0:pt idx="595">
                  <ns0:v>0.976488899812</ns0:v>
                </ns0:pt>
                <ns0:pt idx="596">
                  <ns0:v>0.978127304006</ns0:v>
                </ns0:pt>
                <ns0:pt idx="597">
                  <ns0:v>0.9797657082</ns0:v>
                </ns0:pt>
                <ns0:pt idx="598">
                  <ns0:v>0.981404112395</ns0:v>
                </ns0:pt>
                <ns0:pt idx="599">
                  <ns0:v>0.983042516589</ns0:v>
                </ns0:pt>
                <ns0:pt idx="600">
                  <ns0:v>0.984680920783</ns0:v>
                </ns0:pt>
                <ns0:pt idx="601">
                  <ns0:v>0.986319324977</ns0:v>
                </ns0:pt>
                <ns0:pt idx="602">
                  <ns0:v>0.987957729172</ns0:v>
                </ns0:pt>
                <ns0:pt idx="603">
                  <ns0:v>0.989596133366</ns0:v>
                </ns0:pt>
                <ns0:pt idx="604">
                  <ns0:v>0.99123453756</ns0:v>
                </ns0:pt>
                <ns0:pt idx="605">
                  <ns0:v>0.992872941755</ns0:v>
                </ns0:pt>
                <ns0:pt idx="606">
                  <ns0:v>0.994511345949</ns0:v>
                </ns0:pt>
                <ns0:pt idx="607">
                  <ns0:v>0.996149750143</ns0:v>
                </ns0:pt>
                <ns0:pt idx="608">
                  <ns0:v>0.997788154338</ns0:v>
                </ns0:pt>
                <ns0:pt idx="609">
                  <ns0:v>0.999426558532</ns0:v>
                </ns0:pt>
                <ns0:pt idx="610">
                  <ns0:v>1.00106496273</ns0:v>
                </ns0:pt>
                <ns0:pt idx="611">
                  <ns0:v>1.00270336692</ns0:v>
                </ns0:pt>
                <ns0:pt idx="612">
                  <ns0:v>1.00434177111</ns0:v>
                </ns0:pt>
                <ns0:pt idx="613">
                  <ns0:v>1.00598017531</ns0:v>
                </ns0:pt>
                <ns0:pt idx="614">
                  <ns0:v>1.0076185795</ns0:v>
                </ns0:pt>
                <ns0:pt idx="615">
                  <ns0:v>1.0092569837</ns0:v>
                </ns0:pt>
                <ns0:pt idx="616">
                  <ns0:v>1.01089538789</ns0:v>
                </ns0:pt>
                <ns0:pt idx="617">
                  <ns0:v>1.01253379209</ns0:v>
                </ns0:pt>
                <ns0:pt idx="618">
                  <ns0:v>1.01417219628</ns0:v>
                </ns0:pt>
                <ns0:pt idx="619">
                  <ns0:v>1.01581060048</ns0:v>
                </ns0:pt>
                <ns0:pt idx="620">
                  <ns0:v>1.01744900467</ns0:v>
                </ns0:pt>
                <ns0:pt idx="621">
                  <ns0:v>1.01908740886</ns0:v>
                </ns0:pt>
                <ns0:pt idx="622">
                  <ns0:v>1.02072581306</ns0:v>
                </ns0:pt>
                <ns0:pt idx="623">
                  <ns0:v>1.02236421725</ns0:v>
                </ns0:pt>
                <ns0:pt idx="624">
                  <ns0:v>1.02400262145</ns0:v>
                </ns0:pt>
                <ns0:pt idx="625">
                  <ns0:v>1.02564102564</ns0:v>
                </ns0:pt>
                <ns0:pt idx="626">
                  <ns0:v>1.02727942984</ns0:v>
                </ns0:pt>
                <ns0:pt idx="627">
                  <ns0:v>1.02891783403</ns0:v>
                </ns0:pt>
                <ns0:pt idx="628">
                  <ns0:v>1.03055623822</ns0:v>
                </ns0:pt>
                <ns0:pt idx="629">
                  <ns0:v>1.03219464242</ns0:v>
                </ns0:pt>
                <ns0:pt idx="630">
                  <ns0:v>1.03383304661</ns0:v>
                </ns0:pt>
                <ns0:pt idx="631">
                  <ns0:v>1.03547145081</ns0:v>
                </ns0:pt>
                <ns0:pt idx="632">
                  <ns0:v>1.037109855</ns0:v>
                </ns0:pt>
                <ns0:pt idx="633">
                  <ns0:v>1.0387482592</ns0:v>
                </ns0:pt>
                <ns0:pt idx="634">
                  <ns0:v>1.04038666339</ns0:v>
                </ns0:pt>
                <ns0:pt idx="635">
                  <ns0:v>1.04202506758</ns0:v>
                </ns0:pt>
                <ns0:pt idx="636">
                  <ns0:v>1.04366347178</ns0:v>
                </ns0:pt>
                <ns0:pt idx="637">
                  <ns0:v>1.04530187597</ns0:v>
                </ns0:pt>
                <ns0:pt idx="638">
                  <ns0:v>1.04694028017</ns0:v>
                </ns0:pt>
                <ns0:pt idx="639">
                  <ns0:v>1.04857868436</ns0:v>
                </ns0:pt>
                <ns0:pt idx="640">
                  <ns0:v>1.05021708856</ns0:v>
                </ns0:pt>
                <ns0:pt idx="641">
                  <ns0:v>1.05185549275</ns0:v>
                </ns0:pt>
                <ns0:pt idx="642">
                  <ns0:v>1.05349389694</ns0:v>
                </ns0:pt>
                <ns0:pt idx="643">
                  <ns0:v>1.05513230114</ns0:v>
                </ns0:pt>
                <ns0:pt idx="644">
                  <ns0:v>1.05677070533</ns0:v>
                </ns0:pt>
                <ns0:pt idx="645">
                  <ns0:v>1.05840910953</ns0:v>
                </ns0:pt>
                <ns0:pt idx="646">
                  <ns0:v>1.06004751372</ns0:v>
                </ns0:pt>
                <ns0:pt idx="647">
                  <ns0:v>1.06168591792</ns0:v>
                </ns0:pt>
                <ns0:pt idx="648">
                  <ns0:v>1.06332432211</ns0:v>
                </ns0:pt>
                <ns0:pt idx="649">
                  <ns0:v>1.0649627263</ns0:v>
                </ns0:pt>
                <ns0:pt idx="650">
                  <ns0:v>1.0666011305</ns0:v>
                </ns0:pt>
                <ns0:pt idx="651">
                  <ns0:v>1.06823953469</ns0:v>
                </ns0:pt>
                <ns0:pt idx="652">
                  <ns0:v>1.06987793889</ns0:v>
                </ns0:pt>
                <ns0:pt idx="653">
                  <ns0:v>1.07151634308</ns0:v>
                </ns0:pt>
                <ns0:pt idx="654">
                  <ns0:v>1.07315474728</ns0:v>
                </ns0:pt>
                <ns0:pt idx="655">
                  <ns0:v>1.07479315147</ns0:v>
                </ns0:pt>
                <ns0:pt idx="656">
                  <ns0:v>1.07643155566</ns0:v>
                </ns0:pt>
                <ns0:pt idx="657">
                  <ns0:v>1.07806995986</ns0:v>
                </ns0:pt>
                <ns0:pt idx="658">
                  <ns0:v>1.07970836405</ns0:v>
                </ns0:pt>
                <ns0:pt idx="659">
                  <ns0:v>1.08134676825</ns0:v>
                </ns0:pt>
                <ns0:pt idx="660">
                  <ns0:v>1.08298517244</ns0:v>
                </ns0:pt>
                <ns0:pt idx="661">
                  <ns0:v>1.08462357664</ns0:v>
                </ns0:pt>
                <ns0:pt idx="662">
                  <ns0:v>1.08626198083</ns0:v>
                </ns0:pt>
                <ns0:pt idx="663">
                  <ns0:v>1.08790038502</ns0:v>
                </ns0:pt>
                <ns0:pt idx="664">
                  <ns0:v>1.08953878922</ns0:v>
                </ns0:pt>
                <ns0:pt idx="665">
                  <ns0:v>1.09117719341</ns0:v>
                </ns0:pt>
                <ns0:pt idx="666">
                  <ns0:v>1.09281559761</ns0:v>
                </ns0:pt>
                <ns0:pt idx="667">
                  <ns0:v>1.0944540018</ns0:v>
                </ns0:pt>
                <ns0:pt idx="668">
                  <ns0:v>1.096092406</ns0:v>
                </ns0:pt>
                <ns0:pt idx="669">
                  <ns0:v>1.09773081019</ns0:v>
                </ns0:pt>
                <ns0:pt idx="670">
                  <ns0:v>1.09936921439</ns0:v>
                </ns0:pt>
                <ns0:pt idx="671">
                  <ns0:v>1.10100761858</ns0:v>
                </ns0:pt>
                <ns0:pt idx="672">
                  <ns0:v>1.10264602277</ns0:v>
                </ns0:pt>
                <ns0:pt idx="673">
                  <ns0:v>1.10428442697</ns0:v>
                </ns0:pt>
                <ns0:pt idx="674">
                  <ns0:v>1.10592283116</ns0:v>
                </ns0:pt>
                <ns0:pt idx="675">
                  <ns0:v>1.10756123536</ns0:v>
                </ns0:pt>
                <ns0:pt idx="676">
                  <ns0:v>1.10919963955</ns0:v>
                </ns0:pt>
                <ns0:pt idx="677">
                  <ns0:v>1.11083804375</ns0:v>
                </ns0:pt>
                <ns0:pt idx="678">
                  <ns0:v>1.11247644794</ns0:v>
                </ns0:pt>
                <ns0:pt idx="679">
                  <ns0:v>1.11411485213</ns0:v>
                </ns0:pt>
                <ns0:pt idx="680">
                  <ns0:v>1.11575325633</ns0:v>
                </ns0:pt>
                <ns0:pt idx="681">
                  <ns0:v>1.11739166052</ns0:v>
                </ns0:pt>
                <ns0:pt idx="682">
                  <ns0:v>1.11903006472</ns0:v>
                </ns0:pt>
                <ns0:pt idx="683">
                  <ns0:v>1.12066846891</ns0:v>
                </ns0:pt>
                <ns0:pt idx="684">
                  <ns0:v>1.12230687311</ns0:v>
                </ns0:pt>
                <ns0:pt idx="685">
                  <ns0:v>1.1239452773</ns0:v>
                </ns0:pt>
                <ns0:pt idx="686">
                  <ns0:v>1.12558368149</ns0:v>
                </ns0:pt>
                <ns0:pt idx="687">
                  <ns0:v>1.12722208569</ns0:v>
                </ns0:pt>
                <ns0:pt idx="688">
                  <ns0:v>1.12886048988</ns0:v>
                </ns0:pt>
                <ns0:pt idx="689">
                  <ns0:v>1.13049889408</ns0:v>
                </ns0:pt>
                <ns0:pt idx="690">
                  <ns0:v>1.13213729827</ns0:v>
                </ns0:pt>
                <ns0:pt idx="691">
                  <ns0:v>1.13377570247</ns0:v>
                </ns0:pt>
                <ns0:pt idx="692">
                  <ns0:v>1.13541410666</ns0:v>
                </ns0:pt>
                <ns0:pt idx="693">
                  <ns0:v>1.13705251085</ns0:v>
                </ns0:pt>
                <ns0:pt idx="694">
                  <ns0:v>1.13869091505</ns0:v>
                </ns0:pt>
                <ns0:pt idx="695">
                  <ns0:v>1.14032931924</ns0:v>
                </ns0:pt>
                <ns0:pt idx="696">
                  <ns0:v>1.14196772344</ns0:v>
                </ns0:pt>
                <ns0:pt idx="697">
                  <ns0:v>1.14360612763</ns0:v>
                </ns0:pt>
                <ns0:pt idx="698">
                  <ns0:v>1.14524453183</ns0:v>
                </ns0:pt>
                <ns0:pt idx="699">
                  <ns0:v>1.14688293602</ns0:v>
                </ns0:pt>
                <ns0:pt idx="700">
                  <ns0:v>1.14852134021</ns0:v>
                </ns0:pt>
                <ns0:pt idx="701">
                  <ns0:v>1.15015974441</ns0:v>
                </ns0:pt>
                <ns0:pt idx="702">
                  <ns0:v>1.1517981486</ns0:v>
                </ns0:pt>
                <ns0:pt idx="703">
                  <ns0:v>1.1534365528</ns0:v>
                </ns0:pt>
                <ns0:pt idx="704">
                  <ns0:v>1.15507495699</ns0:v>
                </ns0:pt>
                <ns0:pt idx="705">
                  <ns0:v>1.15671336119</ns0:v>
                </ns0:pt>
                <ns0:pt idx="706">
                  <ns0:v>1.15835176538</ns0:v>
                </ns0:pt>
                <ns0:pt idx="707">
                  <ns0:v>1.15999016957</ns0:v>
                </ns0:pt>
                <ns0:pt idx="708">
                  <ns0:v>1.16162857377</ns0:v>
                </ns0:pt>
                <ns0:pt idx="709">
                  <ns0:v>1.16326697796</ns0:v>
                </ns0:pt>
                <ns0:pt idx="710">
                  <ns0:v>1.16490538216</ns0:v>
                </ns0:pt>
                <ns0:pt idx="711">
                  <ns0:v>1.16654378635</ns0:v>
                </ns0:pt>
                <ns0:pt idx="712">
                  <ns0:v>1.16818219055</ns0:v>
                </ns0:pt>
                <ns0:pt idx="713">
                  <ns0:v>1.16982059474</ns0:v>
                </ns0:pt>
                <ns0:pt idx="714">
                  <ns0:v>1.17145899894</ns0:v>
                </ns0:pt>
                <ns0:pt idx="715">
                  <ns0:v>1.17309740313</ns0:v>
                </ns0:pt>
                <ns0:pt idx="716">
                  <ns0:v>1.17473580732</ns0:v>
                </ns0:pt>
                <ns0:pt idx="717">
                  <ns0:v>1.17637421152</ns0:v>
                </ns0:pt>
                <ns0:pt idx="718">
                  <ns0:v>1.17801261571</ns0:v>
                </ns0:pt>
                <ns0:pt idx="719">
                  <ns0:v>1.17965101991</ns0:v>
                </ns0:pt>
                <ns0:pt idx="720">
                  <ns0:v>1.1812894241</ns0:v>
                </ns0:pt>
                <ns0:pt idx="721">
                  <ns0:v>1.1829278283</ns0:v>
                </ns0:pt>
                <ns0:pt idx="722">
                  <ns0:v>1.18456623249</ns0:v>
                </ns0:pt>
                <ns0:pt idx="723">
                  <ns0:v>1.18620463668</ns0:v>
                </ns0:pt>
                <ns0:pt idx="724">
                  <ns0:v>1.18784304088</ns0:v>
                </ns0:pt>
                <ns0:pt idx="725">
                  <ns0:v>1.18948144507</ns0:v>
                </ns0:pt>
                <ns0:pt idx="726">
                  <ns0:v>1.19111984927</ns0:v>
                </ns0:pt>
                <ns0:pt idx="727">
                  <ns0:v>1.19275825346</ns0:v>
                </ns0:pt>
                <ns0:pt idx="728">
                  <ns0:v>1.19439665766</ns0:v>
                </ns0:pt>
                <ns0:pt idx="729">
                  <ns0:v>1.19603506185</ns0:v>
                </ns0:pt>
                <ns0:pt idx="730">
                  <ns0:v>1.19767346604</ns0:v>
                </ns0:pt>
                <ns0:pt idx="731">
                  <ns0:v>1.19931187024</ns0:v>
                </ns0:pt>
                <ns0:pt idx="732">
                  <ns0:v>1.20095027443</ns0:v>
                </ns0:pt>
                <ns0:pt idx="733">
                  <ns0:v>1.20258867863</ns0:v>
                </ns0:pt>
                <ns0:pt idx="734">
                  <ns0:v>1.20422708282</ns0:v>
                </ns0:pt>
                <ns0:pt idx="735">
                  <ns0:v>1.20586548702</ns0:v>
                </ns0:pt>
                <ns0:pt idx="736">
                  <ns0:v>1.20750389121</ns0:v>
                </ns0:pt>
                <ns0:pt idx="737">
                  <ns0:v>1.2091422954</ns0:v>
                </ns0:pt>
                <ns0:pt idx="738">
                  <ns0:v>1.2107806996</ns0:v>
                </ns0:pt>
                <ns0:pt idx="739">
                  <ns0:v>1.21241910379</ns0:v>
                </ns0:pt>
                <ns0:pt idx="740">
                  <ns0:v>1.21405750799</ns0:v>
                </ns0:pt>
                <ns0:pt idx="741">
                  <ns0:v>1.21569591218</ns0:v>
                </ns0:pt>
                <ns0:pt idx="742">
                  <ns0:v>1.21733431638</ns0:v>
                </ns0:pt>
                <ns0:pt idx="743">
                  <ns0:v>1.21897272057</ns0:v>
                </ns0:pt>
                <ns0:pt idx="744">
                  <ns0:v>1.22061112476</ns0:v>
                </ns0:pt>
                <ns0:pt idx="745">
                  <ns0:v>1.22224952896</ns0:v>
                </ns0:pt>
                <ns0:pt idx="746">
                  <ns0:v>1.22388793315</ns0:v>
                </ns0:pt>
                <ns0:pt idx="747">
                  <ns0:v>1.22552633735</ns0:v>
                </ns0:pt>
                <ns0:pt idx="748">
                  <ns0:v>1.22716474154</ns0:v>
                </ns0:pt>
                <ns0:pt idx="749">
                  <ns0:v>1.22880314574</ns0:v>
                </ns0:pt>
                <ns0:pt idx="750">
                  <ns0:v>1.23044154993</ns0:v>
                </ns0:pt>
                <ns0:pt idx="751">
                  <ns0:v>1.23207995412</ns0:v>
                </ns0:pt>
                <ns0:pt idx="752">
                  <ns0:v>1.23371835832</ns0:v>
                </ns0:pt>
                <ns0:pt idx="753">
                  <ns0:v>1.23535676251</ns0:v>
                </ns0:pt>
                <ns0:pt idx="754">
                  <ns0:v>1.23699516671</ns0:v>
                </ns0:pt>
                <ns0:pt idx="755">
                  <ns0:v>1.2386335709</ns0:v>
                </ns0:pt>
                <ns0:pt idx="756">
                  <ns0:v>1.2402719751</ns0:v>
                </ns0:pt>
                <ns0:pt idx="757">
                  <ns0:v>1.24191037929</ns0:v>
                </ns0:pt>
                <ns0:pt idx="758">
                  <ns0:v>1.24354878348</ns0:v>
                </ns0:pt>
                <ns0:pt idx="759">
                  <ns0:v>1.24518718768</ns0:v>
                </ns0:pt>
                <ns0:pt idx="760">
                  <ns0:v>1.24682559187</ns0:v>
                </ns0:pt>
                <ns0:pt idx="761">
                  <ns0:v>1.24846399607</ns0:v>
                </ns0:pt>
                <ns0:pt idx="762">
                  <ns0:v>1.25010240026</ns0:v>
                </ns0:pt>
                <ns0:pt idx="763">
                  <ns0:v>1.25174080446</ns0:v>
                </ns0:pt>
                <ns0:pt idx="764">
                  <ns0:v>1.25337920865</ns0:v>
                </ns0:pt>
                <ns0:pt idx="765">
                  <ns0:v>1.25501761285</ns0:v>
                </ns0:pt>
                <ns0:pt idx="766">
                  <ns0:v>1.25665601704</ns0:v>
                </ns0:pt>
                <ns0:pt idx="767">
                  <ns0:v>1.25829442123</ns0:v>
                </ns0:pt>
                <ns0:pt idx="768">
                  <ns0:v>1.25993282543</ns0:v>
                </ns0:pt>
                <ns0:pt idx="769">
                  <ns0:v>1.26157122962</ns0:v>
                </ns0:pt>
                <ns0:pt idx="770">
                  <ns0:v>1.26320963382</ns0:v>
                </ns0:pt>
                <ns0:pt idx="771">
                  <ns0:v>1.26484803801</ns0:v>
                </ns0:pt>
                <ns0:pt idx="772">
                  <ns0:v>1.26648644221</ns0:v>
                </ns0:pt>
                <ns0:pt idx="773">
                  <ns0:v>1.2681248464</ns0:v>
                </ns0:pt>
                <ns0:pt idx="774">
                  <ns0:v>1.26976325059</ns0:v>
                </ns0:pt>
                <ns0:pt idx="775">
                  <ns0:v>1.27140165479</ns0:v>
                </ns0:pt>
                <ns0:pt idx="776">
                  <ns0:v>1.27304005898</ns0:v>
                </ns0:pt>
                <ns0:pt idx="777">
                  <ns0:v>1.27467846318</ns0:v>
                </ns0:pt>
                <ns0:pt idx="778">
                  <ns0:v>1.27631686737</ns0:v>
                </ns0:pt>
                <ns0:pt idx="779">
                  <ns0:v>1.27795527157</ns0:v>
                </ns0:pt>
                <ns0:pt idx="780">
                  <ns0:v>1.27959367576</ns0:v>
                </ns0:pt>
                <ns0:pt idx="781">
                  <ns0:v>1.28123207995</ns0:v>
                </ns0:pt>
                <ns0:pt idx="782">
                  <ns0:v>1.28287048415</ns0:v>
                </ns0:pt>
                <ns0:pt idx="783">
                  <ns0:v>1.28450888834</ns0:v>
                </ns0:pt>
                <ns0:pt idx="784">
                  <ns0:v>1.28614729254</ns0:v>
                </ns0:pt>
                <ns0:pt idx="785">
                  <ns0:v>1.28778569673</ns0:v>
                </ns0:pt>
                <ns0:pt idx="786">
                  <ns0:v>1.28942410093</ns0:v>
                </ns0:pt>
                <ns0:pt idx="787">
                  <ns0:v>1.29106250512</ns0:v>
                </ns0:pt>
                <ns0:pt idx="788">
                  <ns0:v>1.29270090931</ns0:v>
                </ns0:pt>
                <ns0:pt idx="789">
                  <ns0:v>1.29433931351</ns0:v>
                </ns0:pt>
                <ns0:pt idx="790">
                  <ns0:v>1.2959777177</ns0:v>
                </ns0:pt>
                <ns0:pt idx="791">
                  <ns0:v>1.2976161219</ns0:v>
                </ns0:pt>
                <ns0:pt idx="792">
                  <ns0:v>1.29925452609</ns0:v>
                </ns0:pt>
                <ns0:pt idx="793">
                  <ns0:v>1.30089293029</ns0:v>
                </ns0:pt>
                <ns0:pt idx="794">
                  <ns0:v>1.30253133448</ns0:v>
                </ns0:pt>
                <ns0:pt idx="795">
                  <ns0:v>1.30416973867</ns0:v>
                </ns0:pt>
                <ns0:pt idx="796">
                  <ns0:v>1.30580814287</ns0:v>
                </ns0:pt>
                <ns0:pt idx="797">
                  <ns0:v>1.30744654706</ns0:v>
                </ns0:pt>
                <ns0:pt idx="798">
                  <ns0:v>1.30908495126</ns0:v>
                </ns0:pt>
                <ns0:pt idx="799">
                  <ns0:v>1.31072335545</ns0:v>
                </ns0:pt>
                <ns0:pt idx="800">
                  <ns0:v>1.31236175965</ns0:v>
                </ns0:pt>
                <ns0:pt idx="801">
                  <ns0:v>1.31400016384</ns0:v>
                </ns0:pt>
                <ns0:pt idx="802">
                  <ns0:v>1.31563856803</ns0:v>
                </ns0:pt>
                <ns0:pt idx="803">
                  <ns0:v>1.31727697223</ns0:v>
                </ns0:pt>
                <ns0:pt idx="804">
                  <ns0:v>1.31891537642</ns0:v>
                </ns0:pt>
                <ns0:pt idx="805">
                  <ns0:v>1.32055378062</ns0:v>
                </ns0:pt>
                <ns0:pt idx="806">
                  <ns0:v>1.32219218481</ns0:v>
                </ns0:pt>
                <ns0:pt idx="807">
                  <ns0:v>1.32383058901</ns0:v>
                </ns0:pt>
                <ns0:pt idx="808">
                  <ns0:v>1.3254689932</ns0:v>
                </ns0:pt>
                <ns0:pt idx="809">
                  <ns0:v>1.32710739739</ns0:v>
                </ns0:pt>
                <ns0:pt idx="810">
                  <ns0:v>1.32874580159</ns0:v>
                </ns0:pt>
                <ns0:pt idx="811">
                  <ns0:v>1.33038420578</ns0:v>
                </ns0:pt>
                <ns0:pt idx="812">
                  <ns0:v>1.33202260998</ns0:v>
                </ns0:pt>
                <ns0:pt idx="813">
                  <ns0:v>1.33366101417</ns0:v>
                </ns0:pt>
                <ns0:pt idx="814">
                  <ns0:v>1.33529941837</ns0:v>
                </ns0:pt>
                <ns0:pt idx="815">
                  <ns0:v>1.33693782256</ns0:v>
                </ns0:pt>
                <ns0:pt idx="816">
                  <ns0:v>1.33857622676</ns0:v>
                </ns0:pt>
                <ns0:pt idx="817">
                  <ns0:v>1.34021463095</ns0:v>
                </ns0:pt>
                <ns0:pt idx="818">
                  <ns0:v>1.34185303514</ns0:v>
                </ns0:pt>
                <ns0:pt idx="819">
                  <ns0:v>1.34349143934</ns0:v>
                </ns0:pt>
                <ns0:pt idx="820">
                  <ns0:v>1.34512984353</ns0:v>
                </ns0:pt>
                <ns0:pt idx="821">
                  <ns0:v>1.34676824773</ns0:v>
                </ns0:pt>
                <ns0:pt idx="822">
                  <ns0:v>1.34840665192</ns0:v>
                </ns0:pt>
                <ns0:pt idx="823">
                  <ns0:v>1.35004505612</ns0:v>
                </ns0:pt>
                <ns0:pt idx="824">
                  <ns0:v>1.35168346031</ns0:v>
                </ns0:pt>
                <ns0:pt idx="825">
                  <ns0:v>1.3533218645</ns0:v>
                </ns0:pt>
                <ns0:pt idx="826">
                  <ns0:v>1.3549602687</ns0:v>
                </ns0:pt>
                <ns0:pt idx="827">
                  <ns0:v>1.35659867289</ns0:v>
                </ns0:pt>
                <ns0:pt idx="828">
                  <ns0:v>1.35823707709</ns0:v>
                </ns0:pt>
                <ns0:pt idx="829">
                  <ns0:v>1.35987548128</ns0:v>
                </ns0:pt>
                <ns0:pt idx="830">
                  <ns0:v>1.36151388548</ns0:v>
                </ns0:pt>
                <ns0:pt idx="831">
                  <ns0:v>1.36315228967</ns0:v>
                </ns0:pt>
                <ns0:pt idx="832">
                  <ns0:v>1.36479069386</ns0:v>
                </ns0:pt>
                <ns0:pt idx="833">
                  <ns0:v>1.36642909806</ns0:v>
                </ns0:pt>
                <ns0:pt idx="834">
                  <ns0:v>1.36806750225</ns0:v>
                </ns0:pt>
                <ns0:pt idx="835">
                  <ns0:v>1.36970590645</ns0:v>
                </ns0:pt>
                <ns0:pt idx="836">
                  <ns0:v>1.37134431064</ns0:v>
                </ns0:pt>
                <ns0:pt idx="837">
                  <ns0:v>1.37298271484</ns0:v>
                </ns0:pt>
                <ns0:pt idx="838">
                  <ns0:v>1.37462111903</ns0:v>
                </ns0:pt>
                <ns0:pt idx="839">
                  <ns0:v>1.37625952322</ns0:v>
                </ns0:pt>
                <ns0:pt idx="840">
                  <ns0:v>1.37789792742</ns0:v>
                </ns0:pt>
                <ns0:pt idx="841">
                  <ns0:v>1.37953633161</ns0:v>
                </ns0:pt>
                <ns0:pt idx="842">
                  <ns0:v>1.38117473581</ns0:v>
                </ns0:pt>
                <ns0:pt idx="843">
                  <ns0:v>1.38281314</ns0:v>
                </ns0:pt>
                <ns0:pt idx="844">
                  <ns0:v>1.3844515442</ns0:v>
                </ns0:pt>
                <ns0:pt idx="845">
                  <ns0:v>1.38608994839</ns0:v>
                </ns0:pt>
                <ns0:pt idx="846">
                  <ns0:v>1.38772835258</ns0:v>
                </ns0:pt>
                <ns0:pt idx="847">
                  <ns0:v>1.38936675678</ns0:v>
                </ns0:pt>
                <ns0:pt idx="848">
                  <ns0:v>1.39100516097</ns0:v>
                </ns0:pt>
                <ns0:pt idx="849">
                  <ns0:v>1.39264356517</ns0:v>
                </ns0:pt>
                <ns0:pt idx="850">
                  <ns0:v>1.39428196936</ns0:v>
                </ns0:pt>
                <ns0:pt idx="851">
                  <ns0:v>1.39592037356</ns0:v>
                </ns0:pt>
                <ns0:pt idx="852">
                  <ns0:v>1.39755877775</ns0:v>
                </ns0:pt>
                <ns0:pt idx="853">
                  <ns0:v>1.39919718194</ns0:v>
                </ns0:pt>
                <ns0:pt idx="854">
                  <ns0:v>1.40083558614</ns0:v>
                </ns0:pt>
                <ns0:pt idx="855">
                  <ns0:v>1.40247399033</ns0:v>
                </ns0:pt>
                <ns0:pt idx="856">
                  <ns0:v>1.40411239453</ns0:v>
                </ns0:pt>
                <ns0:pt idx="857">
                  <ns0:v>1.40575079872</ns0:v>
                </ns0:pt>
                <ns0:pt idx="858">
                  <ns0:v>1.40738920292</ns0:v>
                </ns0:pt>
                <ns0:pt idx="859">
                  <ns0:v>1.40902760711</ns0:v>
                </ns0:pt>
                <ns0:pt idx="860">
                  <ns0:v>1.4106660113</ns0:v>
                </ns0:pt>
                <ns0:pt idx="861">
                  <ns0:v>1.4123044155</ns0:v>
                </ns0:pt>
                <ns0:pt idx="862">
                  <ns0:v>1.41394281969</ns0:v>
                </ns0:pt>
                <ns0:pt idx="863">
                  <ns0:v>1.41558122389</ns0:v>
                </ns0:pt>
                <ns0:pt idx="864">
                  <ns0:v>1.41721962808</ns0:v>
                </ns0:pt>
                <ns0:pt idx="865">
                  <ns0:v>1.41885803228</ns0:v>
                </ns0:pt>
                <ns0:pt idx="866">
                  <ns0:v>1.42049643647</ns0:v>
                </ns0:pt>
                <ns0:pt idx="867">
                  <ns0:v>1.42213484067</ns0:v>
                </ns0:pt>
                <ns0:pt idx="868">
                  <ns0:v>1.42377324486</ns0:v>
                </ns0:pt>
                <ns0:pt idx="869">
                  <ns0:v>1.42541164905</ns0:v>
                </ns0:pt>
                <ns0:pt idx="870">
                  <ns0:v>1.42705005325</ns0:v>
                </ns0:pt>
                <ns0:pt idx="871">
                  <ns0:v>1.42868845744</ns0:v>
                </ns0:pt>
                <ns0:pt idx="872">
                  <ns0:v>1.43032686164</ns0:v>
                </ns0:pt>
                <ns0:pt idx="873">
                  <ns0:v>1.43196526583</ns0:v>
                </ns0:pt>
                <ns0:pt idx="874">
                  <ns0:v>1.43360367003</ns0:v>
                </ns0:pt>
                <ns0:pt idx="875">
                  <ns0:v>1.43524207422</ns0:v>
                </ns0:pt>
                <ns0:pt idx="876">
                  <ns0:v>1.43688047841</ns0:v>
                </ns0:pt>
                <ns0:pt idx="877">
                  <ns0:v>1.43851888261</ns0:v>
                </ns0:pt>
                <ns0:pt idx="878">
                  <ns0:v>1.4401572868</ns0:v>
                </ns0:pt>
                <ns0:pt idx="879">
                  <ns0:v>1.441795691</ns0:v>
                </ns0:pt>
                <ns0:pt idx="880">
                  <ns0:v>1.44343409519</ns0:v>
                </ns0:pt>
                <ns0:pt idx="881">
                  <ns0:v>1.44507249939</ns0:v>
                </ns0:pt>
                <ns0:pt idx="882">
                  <ns0:v>1.44671090358</ns0:v>
                </ns0:pt>
                <ns0:pt idx="883">
                  <ns0:v>1.44834930777</ns0:v>
                </ns0:pt>
                <ns0:pt idx="884">
                  <ns0:v>1.44998771197</ns0:v>
                </ns0:pt>
                <ns0:pt idx="885">
                  <ns0:v>1.45162611616</ns0:v>
                </ns0:pt>
                <ns0:pt idx="886">
                  <ns0:v>1.45326452036</ns0:v>
                </ns0:pt>
                <ns0:pt idx="887">
                  <ns0:v>1.45490292455</ns0:v>
                </ns0:pt>
                <ns0:pt idx="888">
                  <ns0:v>1.45654132875</ns0:v>
                </ns0:pt>
                <ns0:pt idx="889">
                  <ns0:v>1.45817973294</ns0:v>
                </ns0:pt>
                <ns0:pt idx="890">
                  <ns0:v>1.45981813713</ns0:v>
                </ns0:pt>
                <ns0:pt idx="891">
                  <ns0:v>1.46145654133</ns0:v>
                </ns0:pt>
                <ns0:pt idx="892">
                  <ns0:v>1.46309494552</ns0:v>
                </ns0:pt>
                <ns0:pt idx="893">
                  <ns0:v>1.46473334972</ns0:v>
                </ns0:pt>
                <ns0:pt idx="894">
                  <ns0:v>1.46637175391</ns0:v>
                </ns0:pt>
                <ns0:pt idx="895">
                  <ns0:v>1.46801015811</ns0:v>
                </ns0:pt>
                <ns0:pt idx="896">
                  <ns0:v>1.4696485623</ns0:v>
                </ns0:pt>
                <ns0:pt idx="897">
                  <ns0:v>1.47128696649</ns0:v>
                </ns0:pt>
                <ns0:pt idx="898">
                  <ns0:v>1.47292537069</ns0:v>
                </ns0:pt>
                <ns0:pt idx="899">
                  <ns0:v>1.47456377488</ns0:v>
                </ns0:pt>
                <ns0:pt idx="900">
                  <ns0:v>1.47620217908</ns0:v>
                </ns0:pt>
                <ns0:pt idx="901">
                  <ns0:v>1.47784058327</ns0:v>
                </ns0:pt>
                <ns0:pt idx="902">
                  <ns0:v>1.47947898747</ns0:v>
                </ns0:pt>
                <ns0:pt idx="903">
                  <ns0:v>1.48111739166</ns0:v>
                </ns0:pt>
                <ns0:pt idx="904">
                  <ns0:v>1.48275579585</ns0:v>
                </ns0:pt>
                <ns0:pt idx="905">
                  <ns0:v>1.48439420005</ns0:v>
                </ns0:pt>
                <ns0:pt idx="906">
                  <ns0:v>1.48603260424</ns0:v>
                </ns0:pt>
                <ns0:pt idx="907">
                  <ns0:v>1.48767100844</ns0:v>
                </ns0:pt>
                <ns0:pt idx="908">
                  <ns0:v>1.48930941263</ns0:v>
                </ns0:pt>
                <ns0:pt idx="909">
                  <ns0:v>1.49094781683</ns0:v>
                </ns0:pt>
                <ns0:pt idx="910">
                  <ns0:v>1.49258622102</ns0:v>
                </ns0:pt>
                <ns0:pt idx="911">
                  <ns0:v>1.49422462522</ns0:v>
                </ns0:pt>
                <ns0:pt idx="912">
                  <ns0:v>1.49586302941</ns0:v>
                </ns0:pt>
                <ns0:pt idx="913">
                  <ns0:v>1.4975014336</ns0:v>
                </ns0:pt>
                <ns0:pt idx="914">
                  <ns0:v>1.4991398378</ns0:v>
                </ns0:pt>
                <ns0:pt idx="915">
                  <ns0:v>1.50077824199</ns0:v>
                </ns0:pt>
                <ns0:pt idx="916">
                  <ns0:v>1.50241664619</ns0:v>
                </ns0:pt>
                <ns0:pt idx="917">
                  <ns0:v>1.50405505038</ns0:v>
                </ns0:pt>
                <ns0:pt idx="918">
                  <ns0:v>1.50569345458</ns0:v>
                </ns0:pt>
                <ns0:pt idx="919">
                  <ns0:v>1.50733185877</ns0:v>
                </ns0:pt>
                <ns0:pt idx="920">
                  <ns0:v>1.50897026296</ns0:v>
                </ns0:pt>
                <ns0:pt idx="921">
                  <ns0:v>1.51060866716</ns0:v>
                </ns0:pt>
                <ns0:pt idx="922">
                  <ns0:v>1.51224707135</ns0:v>
                </ns0:pt>
                <ns0:pt idx="923">
                  <ns0:v>1.51388547555</ns0:v>
                </ns0:pt>
                <ns0:pt idx="924">
                  <ns0:v>1.51552387974</ns0:v>
                </ns0:pt>
                <ns0:pt idx="925">
                  <ns0:v>1.51716228394</ns0:v>
                </ns0:pt>
                <ns0:pt idx="926">
                  <ns0:v>1.51880068813</ns0:v>
                </ns0:pt>
                <ns0:pt idx="927">
                  <ns0:v>1.52043909232</ns0:v>
                </ns0:pt>
                <ns0:pt idx="928">
                  <ns0:v>1.52207749652</ns0:v>
                </ns0:pt>
                <ns0:pt idx="929">
                  <ns0:v>1.52371590071</ns0:v>
                </ns0:pt>
                <ns0:pt idx="930">
                  <ns0:v>1.52535430491</ns0:v>
                </ns0:pt>
                <ns0:pt idx="931">
                  <ns0:v>1.5269927091</ns0:v>
                </ns0:pt>
                <ns0:pt idx="932">
                  <ns0:v>1.5286311133</ns0:v>
                </ns0:pt>
                <ns0:pt idx="933">
                  <ns0:v>1.53026951749</ns0:v>
                </ns0:pt>
                <ns0:pt idx="934">
                  <ns0:v>1.53190792168</ns0:v>
                </ns0:pt>
                <ns0:pt idx="935">
                  <ns0:v>1.53354632588</ns0:v>
                </ns0:pt>
                <ns0:pt idx="936">
                  <ns0:v>1.53518473007</ns0:v>
                </ns0:pt>
                <ns0:pt idx="937">
                  <ns0:v>1.53682313427</ns0:v>
                </ns0:pt>
                <ns0:pt idx="938">
                  <ns0:v>1.53846153846</ns0:v>
                </ns0:pt>
                <ns0:pt idx="939">
                  <ns0:v>1.54009994266</ns0:v>
                </ns0:pt>
                <ns0:pt idx="940">
                  <ns0:v>1.54173834685</ns0:v>
                </ns0:pt>
                <ns0:pt idx="941">
                  <ns0:v>1.54337675104</ns0:v>
                </ns0:pt>
                <ns0:pt idx="942">
                  <ns0:v>1.54501515524</ns0:v>
                </ns0:pt>
                <ns0:pt idx="943">
                  <ns0:v>1.54665355943</ns0:v>
                </ns0:pt>
                <ns0:pt idx="944">
                  <ns0:v>1.54829196363</ns0:v>
                </ns0:pt>
                <ns0:pt idx="945">
                  <ns0:v>1.54993036782</ns0:v>
                </ns0:pt>
                <ns0:pt idx="946">
                  <ns0:v>1.55156877202</ns0:v>
                </ns0:pt>
                <ns0:pt idx="947">
                  <ns0:v>1.55320717621</ns0:v>
                </ns0:pt>
                <ns0:pt idx="948">
                  <ns0:v>1.5548455804</ns0:v>
                </ns0:pt>
                <ns0:pt idx="949">
                  <ns0:v>1.5564839846</ns0:v>
                </ns0:pt>
                <ns0:pt idx="950">
                  <ns0:v>1.55812238879</ns0:v>
                </ns0:pt>
                <ns0:pt idx="951">
                  <ns0:v>1.55976079299</ns0:v>
                </ns0:pt>
                <ns0:pt idx="952">
                  <ns0:v>1.56139919718</ns0:v>
                </ns0:pt>
                <ns0:pt idx="953">
                  <ns0:v>1.56303760138</ns0:v>
                </ns0:pt>
                <ns0:pt idx="954">
                  <ns0:v>1.56467600557</ns0:v>
                </ns0:pt>
                <ns0:pt idx="955">
                  <ns0:v>1.56631440976</ns0:v>
                </ns0:pt>
                <ns0:pt idx="956">
                  <ns0:v>1.56795281396</ns0:v>
                </ns0:pt>
                <ns0:pt idx="957">
                  <ns0:v>1.56959121815</ns0:v>
                </ns0:pt>
                <ns0:pt idx="958">
                  <ns0:v>1.57122962235</ns0:v>
                </ns0:pt>
                <ns0:pt idx="959">
                  <ns0:v>1.57286802654</ns0:v>
                </ns0:pt>
                <ns0:pt idx="960">
                  <ns0:v>1.57450643074</ns0:v>
                </ns0:pt>
                <ns0:pt idx="961">
                  <ns0:v>1.57614483493</ns0:v>
                </ns0:pt>
                <ns0:pt idx="962">
                  <ns0:v>1.57778323913</ns0:v>
                </ns0:pt>
                <ns0:pt idx="963">
                  <ns0:v>1.57942164332</ns0:v>
                </ns0:pt>
                <ns0:pt idx="964">
                  <ns0:v>1.58106004751</ns0:v>
                </ns0:pt>
                <ns0:pt idx="965">
                  <ns0:v>1.58269845171</ns0:v>
                </ns0:pt>
                <ns0:pt idx="966">
                  <ns0:v>1.5843368559</ns0:v>
                </ns0:pt>
                <ns0:pt idx="967">
                  <ns0:v>1.5859752601</ns0:v>
                </ns0:pt>
                <ns0:pt idx="968">
                  <ns0:v>1.58761366429</ns0:v>
                </ns0:pt>
                <ns0:pt idx="969">
                  <ns0:v>1.58925206849</ns0:v>
                </ns0:pt>
                <ns0:pt idx="970">
                  <ns0:v>1.59089047268</ns0:v>
                </ns0:pt>
                <ns0:pt idx="971">
                  <ns0:v>1.59252887687</ns0:v>
                </ns0:pt>
                <ns0:pt idx="972">
                  <ns0:v>1.59416728107</ns0:v>
                </ns0:pt>
                <ns0:pt idx="973">
                  <ns0:v>1.59580568526</ns0:v>
                </ns0:pt>
                <ns0:pt idx="974">
                  <ns0:v>1.59744408946</ns0:v>
                </ns0:pt>
                <ns0:pt idx="975">
                  <ns0:v>1.59908249365</ns0:v>
                </ns0:pt>
                <ns0:pt idx="976">
                  <ns0:v>1.60072089785</ns0:v>
                </ns0:pt>
                <ns0:pt idx="977">
                  <ns0:v>1.60235930204</ns0:v>
                </ns0:pt>
                <ns0:pt idx="978">
                  <ns0:v>1.60399770623</ns0:v>
                </ns0:pt>
                <ns0:pt idx="979">
                  <ns0:v>1.60563611043</ns0:v>
                </ns0:pt>
                <ns0:pt idx="980">
                  <ns0:v>1.60727451462</ns0:v>
                </ns0:pt>
                <ns0:pt idx="981">
                  <ns0:v>1.60891291882</ns0:v>
                </ns0:pt>
                <ns0:pt idx="982">
                  <ns0:v>1.61055132301</ns0:v>
                </ns0:pt>
                <ns0:pt idx="983">
                  <ns0:v>1.61218972721</ns0:v>
                </ns0:pt>
                <ns0:pt idx="984">
                  <ns0:v>1.6138281314</ns0:v>
                </ns0:pt>
                <ns0:pt idx="985">
                  <ns0:v>1.61546653559</ns0:v>
                </ns0:pt>
                <ns0:pt idx="986">
                  <ns0:v>1.61710493979</ns0:v>
                </ns0:pt>
                <ns0:pt idx="987">
                  <ns0:v>1.61874334398</ns0:v>
                </ns0:pt>
                <ns0:pt idx="988">
                  <ns0:v>1.62038174818</ns0:v>
                </ns0:pt>
                <ns0:pt idx="989">
                  <ns0:v>1.62202015237</ns0:v>
                </ns0:pt>
                <ns0:pt idx="990">
                  <ns0:v>1.62365855657</ns0:v>
                </ns0:pt>
                <ns0:pt idx="991">
                  <ns0:v>1.62529696076</ns0:v>
                </ns0:pt>
                <ns0:pt idx="992">
                  <ns0:v>1.62693536495</ns0:v>
                </ns0:pt>
                <ns0:pt idx="993">
                  <ns0:v>1.62857376915</ns0:v>
                </ns0:pt>
                <ns0:pt idx="994">
                  <ns0:v>1.63021217334</ns0:v>
                </ns0:pt>
                <ns0:pt idx="995">
                  <ns0:v>1.63185057754</ns0:v>
                </ns0:pt>
                <ns0:pt idx="996">
                  <ns0:v>1.63348898173</ns0:v>
                </ns0:pt>
                <ns0:pt idx="997">
                  <ns0:v>1.63512738593</ns0:v>
                </ns0:pt>
                <ns0:pt idx="998">
                  <ns0:v>1.63676579012</ns0:v>
                </ns0:pt>
                <ns0:pt idx="999">
                  <ns0:v>1.63840419431</ns0:v>
                </ns0:pt>
                <ns0:pt idx="1000">
                  <ns0:v>1.64004259851</ns0:v>
                </ns0:pt>
                <ns0:pt idx="1001">
                  <ns0:v>1.6416810027</ns0:v>
                </ns0:pt>
                <ns0:pt idx="1002">
                  <ns0:v>1.6433194069</ns0:v>
                </ns0:pt>
                <ns0:pt idx="1003">
                  <ns0:v>1.64495781109</ns0:v>
                </ns0:pt>
                <ns0:pt idx="1004">
                  <ns0:v>1.64659621529</ns0:v>
                </ns0:pt>
                <ns0:pt idx="1005">
                  <ns0:v>1.64823461948</ns0:v>
                </ns0:pt>
                <ns0:pt idx="1006">
                  <ns0:v>1.64987302367</ns0:v>
                </ns0:pt>
                <ns0:pt idx="1007">
                  <ns0:v>1.65151142787</ns0:v>
                </ns0:pt>
                <ns0:pt idx="1008">
                  <ns0:v>1.65314983206</ns0:v>
                </ns0:pt>
                <ns0:pt idx="1009">
                  <ns0:v>1.65478823626</ns0:v>
                </ns0:pt>
                <ns0:pt idx="1010">
                  <ns0:v>1.65642664045</ns0:v>
                </ns0:pt>
                <ns0:pt idx="1011">
                  <ns0:v>1.65806504465</ns0:v>
                </ns0:pt>
                <ns0:pt idx="1012">
                  <ns0:v>1.65970344884</ns0:v>
                </ns0:pt>
                <ns0:pt idx="1013">
                  <ns0:v>1.66134185304</ns0:v>
                </ns0:pt>
                <ns0:pt idx="1014">
                  <ns0:v>1.66298025723</ns0:v>
                </ns0:pt>
                <ns0:pt idx="1015">
                  <ns0:v>1.66461866142</ns0:v>
                </ns0:pt>
                <ns0:pt idx="1016">
                  <ns0:v>1.66625706562</ns0:v>
                </ns0:pt>
                <ns0:pt idx="1017">
                  <ns0:v>1.66789546981</ns0:v>
                </ns0:pt>
                <ns0:pt idx="1018">
                  <ns0:v>1.66953387401</ns0:v>
                </ns0:pt>
                <ns0:pt idx="1019">
                  <ns0:v>1.6711722782</ns0:v>
                </ns0:pt>
                <ns0:pt idx="1020">
                  <ns0:v>1.6728106824</ns0:v>
                </ns0:pt>
                <ns0:pt idx="1021">
                  <ns0:v>1.67444908659</ns0:v>
                </ns0:pt>
                <ns0:pt idx="1022">
                  <ns0:v>1.67608749078</ns0:v>
                </ns0:pt>
                <ns0:pt idx="1023">
                  <ns0:v>1.67772589498</ns0:v>
                </ns0:pt>
                <ns0:pt idx="1024">
                  <ns0:v>1.67936429917</ns0:v>
                </ns0:pt>
                <ns0:pt idx="1025">
                  <ns0:v>1.68100270337</ns0:v>
                </ns0:pt>
                <ns0:pt idx="1026">
                  <ns0:v>1.68264110756</ns0:v>
                </ns0:pt>
                <ns0:pt idx="1027">
                  <ns0:v>1.68427951176</ns0:v>
                </ns0:pt>
                <ns0:pt idx="1028">
                  <ns0:v>1.68591791595</ns0:v>
                </ns0:pt>
                <ns0:pt idx="1029">
                  <ns0:v>1.68755632014</ns0:v>
                </ns0:pt>
                <ns0:pt idx="1030">
                  <ns0:v>1.68919472434</ns0:v>
                </ns0:pt>
                <ns0:pt idx="1031">
                  <ns0:v>1.69083312853</ns0:v>
                </ns0:pt>
                <ns0:pt idx="1032">
                  <ns0:v>1.69247153273</ns0:v>
                </ns0:pt>
                <ns0:pt idx="1033">
                  <ns0:v>1.69410993692</ns0:v>
                </ns0:pt>
                <ns0:pt idx="1034">
                  <ns0:v>1.69574834112</ns0:v>
                </ns0:pt>
                <ns0:pt idx="1035">
                  <ns0:v>1.69738674531</ns0:v>
                </ns0:pt>
                <ns0:pt idx="1036">
                  <ns0:v>1.6990251495</ns0:v>
                </ns0:pt>
                <ns0:pt idx="1037">
                  <ns0:v>1.7006635537</ns0:v>
                </ns0:pt>
                <ns0:pt idx="1038">
                  <ns0:v>1.70230195789</ns0:v>
                </ns0:pt>
                <ns0:pt idx="1039">
                  <ns0:v>1.70394036209</ns0:v>
                </ns0:pt>
                <ns0:pt idx="1040">
                  <ns0:v>1.70557876628</ns0:v>
                </ns0:pt>
                <ns0:pt idx="1041">
                  <ns0:v>1.70721717048</ns0:v>
                </ns0:pt>
                <ns0:pt idx="1042">
                  <ns0:v>1.70885557467</ns0:v>
                </ns0:pt>
                <ns0:pt idx="1043">
                  <ns0:v>1.71049397886</ns0:v>
                </ns0:pt>
                <ns0:pt idx="1044">
                  <ns0:v>1.71213238306</ns0:v>
                </ns0:pt>
                <ns0:pt idx="1045">
                  <ns0:v>1.71377078725</ns0:v>
                </ns0:pt>
                <ns0:pt idx="1046">
                  <ns0:v>1.71540919145</ns0:v>
                </ns0:pt>
                <ns0:pt idx="1047">
                  <ns0:v>1.71704759564</ns0:v>
                </ns0:pt>
                <ns0:pt idx="1048">
                  <ns0:v>1.71868599984</ns0:v>
                </ns0:pt>
                <ns0:pt idx="1049">
                  <ns0:v>1.72032440403</ns0:v>
                </ns0:pt>
                <ns0:pt idx="1050">
                  <ns0:v>1.72196280822</ns0:v>
                </ns0:pt>
                <ns0:pt idx="1051">
                  <ns0:v>1.72360121242</ns0:v>
                </ns0:pt>
                <ns0:pt idx="1052">
                  <ns0:v>1.72523961661</ns0:v>
                </ns0:pt>
                <ns0:pt idx="1053">
                  <ns0:v>1.72687802081</ns0:v>
                </ns0:pt>
                <ns0:pt idx="1054">
                  <ns0:v>1.728516425</ns0:v>
                </ns0:pt>
                <ns0:pt idx="1055">
                  <ns0:v>1.7301548292</ns0:v>
                </ns0:pt>
                <ns0:pt idx="1056">
                  <ns0:v>1.73179323339</ns0:v>
                </ns0:pt>
                <ns0:pt idx="1057">
                  <ns0:v>1.73343163758</ns0:v>
                </ns0:pt>
                <ns0:pt idx="1058">
                  <ns0:v>1.73507004178</ns0:v>
                </ns0:pt>
                <ns0:pt idx="1059">
                  <ns0:v>1.73670844597</ns0:v>
                </ns0:pt>
                <ns0:pt idx="1060">
                  <ns0:v>1.73834685017</ns0:v>
                </ns0:pt>
                <ns0:pt idx="1061">
                  <ns0:v>1.73998525436</ns0:v>
                </ns0:pt>
                <ns0:pt idx="1062">
                  <ns0:v>1.74162365856</ns0:v>
                </ns0:pt>
                <ns0:pt idx="1063">
                  <ns0:v>1.74326206275</ns0:v>
                </ns0:pt>
                <ns0:pt idx="1064">
                  <ns0:v>1.74490046695</ns0:v>
                </ns0:pt>
                <ns0:pt idx="1065">
                  <ns0:v>1.74653887114</ns0:v>
                </ns0:pt>
                <ns0:pt idx="1066">
                  <ns0:v>1.74817727533</ns0:v>
                </ns0:pt>
                <ns0:pt idx="1067">
                  <ns0:v>1.74981567953</ns0:v>
                </ns0:pt>
                <ns0:pt idx="1068">
                  <ns0:v>1.75145408372</ns0:v>
                </ns0:pt>
                <ns0:pt idx="1069">
                  <ns0:v>1.75309248792</ns0:v>
                </ns0:pt>
                <ns0:pt idx="1070">
                  <ns0:v>1.75473089211</ns0:v>
                </ns0:pt>
                <ns0:pt idx="1071">
                  <ns0:v>1.75636929631</ns0:v>
                </ns0:pt>
                <ns0:pt idx="1072">
                  <ns0:v>1.7580077005</ns0:v>
                </ns0:pt>
                <ns0:pt idx="1073">
                  <ns0:v>1.75964610469</ns0:v>
                </ns0:pt>
                <ns0:pt idx="1074">
                  <ns0:v>1.76128450889</ns0:v>
                </ns0:pt>
                <ns0:pt idx="1075">
                  <ns0:v>1.76292291308</ns0:v>
                </ns0:pt>
                <ns0:pt idx="1076">
                  <ns0:v>1.76456131728</ns0:v>
                </ns0:pt>
                <ns0:pt idx="1077">
                  <ns0:v>1.76619972147</ns0:v>
                </ns0:pt>
                <ns0:pt idx="1078">
                  <ns0:v>1.76783812567</ns0:v>
                </ns0:pt>
                <ns0:pt idx="1079">
                  <ns0:v>1.76947652986</ns0:v>
                </ns0:pt>
                <ns0:pt idx="1080">
                  <ns0:v>1.77111493405</ns0:v>
                </ns0:pt>
                <ns0:pt idx="1081">
                  <ns0:v>1.77275333825</ns0:v>
                </ns0:pt>
                <ns0:pt idx="1082">
                  <ns0:v>1.77439174244</ns0:v>
                </ns0:pt>
                <ns0:pt idx="1083">
                  <ns0:v>1.77603014664</ns0:v>
                </ns0:pt>
                <ns0:pt idx="1084">
                  <ns0:v>1.77766855083</ns0:v>
                </ns0:pt>
                <ns0:pt idx="1085">
                  <ns0:v>1.77930695503</ns0:v>
                </ns0:pt>
                <ns0:pt idx="1086">
                  <ns0:v>1.78094535922</ns0:v>
                </ns0:pt>
                <ns0:pt idx="1087">
                  <ns0:v>1.78258376341</ns0:v>
                </ns0:pt>
                <ns0:pt idx="1088">
                  <ns0:v>1.78422216761</ns0:v>
                </ns0:pt>
                <ns0:pt idx="1089">
                  <ns0:v>1.7858605718</ns0:v>
                </ns0:pt>
                <ns0:pt idx="1090">
                  <ns0:v>1.787498976</ns0:v>
                </ns0:pt>
                <ns0:pt idx="1091">
                  <ns0:v>1.78913738019</ns0:v>
                </ns0:pt>
                <ns0:pt idx="1092">
                  <ns0:v>1.79077578439</ns0:v>
                </ns0:pt>
                <ns0:pt idx="1093">
                  <ns0:v>1.79241418858</ns0:v>
                </ns0:pt>
                <ns0:pt idx="1094">
                  <ns0:v>1.79405259277</ns0:v>
                </ns0:pt>
                <ns0:pt idx="1095">
                  <ns0:v>1.79569099697</ns0:v>
                </ns0:pt>
                <ns0:pt idx="1096">
                  <ns0:v>1.79732940116</ns0:v>
                </ns0:pt>
                <ns0:pt idx="1097">
                  <ns0:v>1.79896780536</ns0:v>
                </ns0:pt>
                <ns0:pt idx="1098">
                  <ns0:v>1.80060620955</ns0:v>
                </ns0:pt>
                <ns0:pt idx="1099">
                  <ns0:v>1.80224461375</ns0:v>
                </ns0:pt>
                <ns0:pt idx="1100">
                  <ns0:v>1.80388301794</ns0:v>
                </ns0:pt>
                <ns0:pt idx="1101">
                  <ns0:v>1.80552142213</ns0:v>
                </ns0:pt>
                <ns0:pt idx="1102">
                  <ns0:v>1.80715982633</ns0:v>
                </ns0:pt>
                <ns0:pt idx="1103">
                  <ns0:v>1.80879823052</ns0:v>
                </ns0:pt>
                <ns0:pt idx="1104">
                  <ns0:v>1.81043663472</ns0:v>
                </ns0:pt>
                <ns0:pt idx="1105">
                  <ns0:v>1.81207503891</ns0:v>
                </ns0:pt>
                <ns0:pt idx="1106">
                  <ns0:v>1.81371344311</ns0:v>
                </ns0:pt>
                <ns0:pt idx="1107">
                  <ns0:v>1.8153518473</ns0:v>
                </ns0:pt>
                <ns0:pt idx="1108">
                  <ns0:v>1.8169902515</ns0:v>
                </ns0:pt>
                <ns0:pt idx="1109">
                  <ns0:v>1.81862865569</ns0:v>
                </ns0:pt>
                <ns0:pt idx="1110">
                  <ns0:v>1.82026705988</ns0:v>
                </ns0:pt>
                <ns0:pt idx="1111">
                  <ns0:v>1.82190546408</ns0:v>
                </ns0:pt>
                <ns0:pt idx="1112">
                  <ns0:v>1.82354386827</ns0:v>
                </ns0:pt>
                <ns0:pt idx="1113">
                  <ns0:v>1.82518227247</ns0:v>
                </ns0:pt>
                <ns0:pt idx="1114">
                  <ns0:v>1.82682067666</ns0:v>
                </ns0:pt>
                <ns0:pt idx="1115">
                  <ns0:v>1.82845908086</ns0:v>
                </ns0:pt>
                <ns0:pt idx="1116">
                  <ns0:v>1.83009748505</ns0:v>
                </ns0:pt>
                <ns0:pt idx="1117">
                  <ns0:v>1.83173588924</ns0:v>
                </ns0:pt>
                <ns0:pt idx="1118">
                  <ns0:v>1.83337429344</ns0:v>
                </ns0:pt>
                <ns0:pt idx="1119">
                  <ns0:v>1.83501269763</ns0:v>
                </ns0:pt>
                <ns0:pt idx="1120">
                  <ns0:v>1.83665110183</ns0:v>
                </ns0:pt>
                <ns0:pt idx="1121">
                  <ns0:v>1.83828950602</ns0:v>
                </ns0:pt>
                <ns0:pt idx="1122">
                  <ns0:v>1.83992791022</ns0:v>
                </ns0:pt>
                <ns0:pt idx="1123">
                  <ns0:v>1.84156631441</ns0:v>
                </ns0:pt>
                <ns0:pt idx="1124">
                  <ns0:v>1.8432047186</ns0:v>
                </ns0:pt>
                <ns0:pt idx="1125">
                  <ns0:v>1.8448431228</ns0:v>
                </ns0:pt>
                <ns0:pt idx="1126">
                  <ns0:v>1.84648152699</ns0:v>
                </ns0:pt>
                <ns0:pt idx="1127">
                  <ns0:v>1.84811993119</ns0:v>
                </ns0:pt>
                <ns0:pt idx="1128">
                  <ns0:v>1.84975833538</ns0:v>
                </ns0:pt>
                <ns0:pt idx="1129">
                  <ns0:v>1.85139673958</ns0:v>
                </ns0:pt>
                <ns0:pt idx="1130">
                  <ns0:v>1.85303514377</ns0:v>
                </ns0:pt>
                <ns0:pt idx="1131">
                  <ns0:v>1.85467354796</ns0:v>
                </ns0:pt>
                <ns0:pt idx="1132">
                  <ns0:v>1.85631195216</ns0:v>
                </ns0:pt>
                <ns0:pt idx="1133">
                  <ns0:v>1.85795035635</ns0:v>
                </ns0:pt>
                <ns0:pt idx="1134">
                  <ns0:v>1.85958876055</ns0:v>
                </ns0:pt>
                <ns0:pt idx="1135">
                  <ns0:v>1.86122716474</ns0:v>
                </ns0:pt>
                <ns0:pt idx="1136">
                  <ns0:v>1.86286556894</ns0:v>
                </ns0:pt>
                <ns0:pt idx="1137">
                  <ns0:v>1.86450397313</ns0:v>
                </ns0:pt>
                <ns0:pt idx="1138">
                  <ns0:v>1.86614237732</ns0:v>
                </ns0:pt>
                <ns0:pt idx="1139">
                  <ns0:v>1.86778078152</ns0:v>
                </ns0:pt>
                <ns0:pt idx="1140">
                  <ns0:v>1.86941918571</ns0:v>
                </ns0:pt>
                <ns0:pt idx="1141">
                  <ns0:v>1.87105758991</ns0:v>
                </ns0:pt>
                <ns0:pt idx="1142">
                  <ns0:v>1.8726959941</ns0:v>
                </ns0:pt>
                <ns0:pt idx="1143">
                  <ns0:v>1.8743343983</ns0:v>
                </ns0:pt>
                <ns0:pt idx="1144">
                  <ns0:v>1.87597280249</ns0:v>
                </ns0:pt>
                <ns0:pt idx="1145">
                  <ns0:v>1.87761120668</ns0:v>
                </ns0:pt>
                <ns0:pt idx="1146">
                  <ns0:v>1.87924961088</ns0:v>
                </ns0:pt>
                <ns0:pt idx="1147">
                  <ns0:v>1.88088801507</ns0:v>
                </ns0:pt>
                <ns0:pt idx="1148">
                  <ns0:v>1.88252641927</ns0:v>
                </ns0:pt>
                <ns0:pt idx="1149">
                  <ns0:v>1.88416482346</ns0:v>
                </ns0:pt>
                <ns0:pt idx="1150">
                  <ns0:v>1.88580322766</ns0:v>
                </ns0:pt>
                <ns0:pt idx="1151">
                  <ns0:v>1.88744163185</ns0:v>
                </ns0:pt>
                <ns0:pt idx="1152">
                  <ns0:v>1.88908003604</ns0:v>
                </ns0:pt>
                <ns0:pt idx="1153">
                  <ns0:v>1.89071844024</ns0:v>
                </ns0:pt>
                <ns0:pt idx="1154">
                  <ns0:v>1.89235684443</ns0:v>
                </ns0:pt>
                <ns0:pt idx="1155">
                  <ns0:v>1.89399524863</ns0:v>
                </ns0:pt>
                <ns0:pt idx="1156">
                  <ns0:v>1.89563365282</ns0:v>
                </ns0:pt>
                <ns0:pt idx="1157">
                  <ns0:v>1.89727205702</ns0:v>
                </ns0:pt>
                <ns0:pt idx="1158">
                  <ns0:v>1.89891046121</ns0:v>
                </ns0:pt>
                <ns0:pt idx="1159">
                  <ns0:v>1.90054886541</ns0:v>
                </ns0:pt>
                <ns0:pt idx="1160">
                  <ns0:v>1.9021872696</ns0:v>
                </ns0:pt>
                <ns0:pt idx="1161">
                  <ns0:v>1.90382567379</ns0:v>
                </ns0:pt>
                <ns0:pt idx="1162">
                  <ns0:v>1.90546407799</ns0:v>
                </ns0:pt>
                <ns0:pt idx="1163">
                  <ns0:v>1.90710248218</ns0:v>
                </ns0:pt>
                <ns0:pt idx="1164">
                  <ns0:v>1.90874088638</ns0:v>
                </ns0:pt>
                <ns0:pt idx="1165">
                  <ns0:v>1.91037929057</ns0:v>
                </ns0:pt>
                <ns0:pt idx="1166">
                  <ns0:v>1.91201769477</ns0:v>
                </ns0:pt>
                <ns0:pt idx="1167">
                  <ns0:v>1.91365609896</ns0:v>
                </ns0:pt>
                <ns0:pt idx="1168">
                  <ns0:v>1.91529450315</ns0:v>
                </ns0:pt>
                <ns0:pt idx="1169">
                  <ns0:v>1.91693290735</ns0:v>
                </ns0:pt>
                <ns0:pt idx="1170">
                  <ns0:v>1.91857131154</ns0:v>
                </ns0:pt>
                <ns0:pt idx="1171">
                  <ns0:v>1.92020971574</ns0:v>
                </ns0:pt>
                <ns0:pt idx="1172">
                  <ns0:v>1.92184811993</ns0:v>
                </ns0:pt>
                <ns0:pt idx="1173">
                  <ns0:v>1.92348652413</ns0:v>
                </ns0:pt>
                <ns0:pt idx="1174">
                  <ns0:v>1.92512492832</ns0:v>
                </ns0:pt>
                <ns0:pt idx="1175">
                  <ns0:v>1.92676333251</ns0:v>
                </ns0:pt>
                <ns0:pt idx="1176">
                  <ns0:v>1.92840173671</ns0:v>
                </ns0:pt>
                <ns0:pt idx="1177">
                  <ns0:v>1.9300401409</ns0:v>
                </ns0:pt>
                <ns0:pt idx="1178">
                  <ns0:v>1.9316785451</ns0:v>
                </ns0:pt>
                <ns0:pt idx="1179">
                  <ns0:v>1.93331694929</ns0:v>
                </ns0:pt>
                <ns0:pt idx="1180">
                  <ns0:v>1.93495535349</ns0:v>
                </ns0:pt>
                <ns0:pt idx="1181">
                  <ns0:v>1.93659375768</ns0:v>
                </ns0:pt>
                <ns0:pt idx="1182">
                  <ns0:v>1.93823216187</ns0:v>
                </ns0:pt>
                <ns0:pt idx="1183">
                  <ns0:v>1.93987056607</ns0:v>
                </ns0:pt>
                <ns0:pt idx="1184">
                  <ns0:v>1.94150897026</ns0:v>
                </ns0:pt>
                <ns0:pt idx="1185">
                  <ns0:v>1.94314737446</ns0:v>
                </ns0:pt>
                <ns0:pt idx="1186">
                  <ns0:v>1.94478577865</ns0:v>
                </ns0:pt>
                <ns0:pt idx="1187">
                  <ns0:v>1.94642418285</ns0:v>
                </ns0:pt>
                <ns0:pt idx="1188">
                  <ns0:v>1.94806258704</ns0:v>
                </ns0:pt>
                <ns0:pt idx="1189">
                  <ns0:v>1.94970099123</ns0:v>
                </ns0:pt>
                <ns0:pt idx="1190">
                  <ns0:v>1.95133939543</ns0:v>
                </ns0:pt>
                <ns0:pt idx="1191">
                  <ns0:v>1.95297779962</ns0:v>
                </ns0:pt>
                <ns0:pt idx="1192">
                  <ns0:v>1.95461620382</ns0:v>
                </ns0:pt>
                <ns0:pt idx="1193">
                  <ns0:v>1.95625460801</ns0:v>
                </ns0:pt>
                <ns0:pt idx="1194">
                  <ns0:v>1.95789301221</ns0:v>
                </ns0:pt>
                <ns0:pt idx="1195">
                  <ns0:v>1.9595314164</ns0:v>
                </ns0:pt>
                <ns0:pt idx="1196">
                  <ns0:v>1.96116982059</ns0:v>
                </ns0:pt>
                <ns0:pt idx="1197">
                  <ns0:v>1.96280822479</ns0:v>
                </ns0:pt>
                <ns0:pt idx="1198">
                  <ns0:v>1.96444662898</ns0:v>
                </ns0:pt>
                <ns0:pt idx="1199">
                  <ns0:v>1.96608503318</ns0:v>
                </ns0:pt>
                <ns0:pt idx="1200">
                  <ns0:v>1.96772343737</ns0:v>
                </ns0:pt>
                <ns0:pt idx="1201">
                  <ns0:v>1.96936184157</ns0:v>
                </ns0:pt>
                <ns0:pt idx="1202">
                  <ns0:v>1.97100024576</ns0:v>
                </ns0:pt>
                <ns0:pt idx="1203">
                  <ns0:v>1.97263864995</ns0:v>
                </ns0:pt>
                <ns0:pt idx="1204">
                  <ns0:v>1.97427705415</ns0:v>
                </ns0:pt>
                <ns0:pt idx="1205">
                  <ns0:v>1.97591545834</ns0:v>
                </ns0:pt>
                <ns0:pt idx="1206">
                  <ns0:v>1.97755386254</ns0:v>
                </ns0:pt>
                <ns0:pt idx="1207">
                  <ns0:v>1.97919226673</ns0:v>
                </ns0:pt>
                <ns0:pt idx="1208">
                  <ns0:v>1.98083067093</ns0:v>
                </ns0:pt>
                <ns0:pt idx="1209">
                  <ns0:v>1.98246907512</ns0:v>
                </ns0:pt>
                <ns0:pt idx="1210">
                  <ns0:v>1.98410747932</ns0:v>
                </ns0:pt>
                <ns0:pt idx="1211">
                  <ns0:v>1.98574588351</ns0:v>
                </ns0:pt>
                <ns0:pt idx="1212">
                  <ns0:v>1.9873842877</ns0:v>
                </ns0:pt>
                <ns0:pt idx="1213">
                  <ns0:v>1.9890226919</ns0:v>
                </ns0:pt>
                <ns0:pt idx="1214">
                  <ns0:v>1.99066109609</ns0:v>
                </ns0:pt>
                <ns0:pt idx="1215">
                  <ns0:v>1.99229950029</ns0:v>
                </ns0:pt>
                <ns0:pt idx="1216">
                  <ns0:v>1.99393790448</ns0:v>
                </ns0:pt>
                <ns0:pt idx="1217">
                  <ns0:v>1.99557630868</ns0:v>
                </ns0:pt>
                <ns0:pt idx="1218">
                  <ns0:v>1.99721471287</ns0:v>
                </ns0:pt>
                <ns0:pt idx="1219">
                  <ns0:v>1.99885311706</ns0:v>
                </ns0:pt>
                <ns0:pt idx="1220">
                  <ns0:v>2.00049152126</ns0:v>
                </ns0:pt>
                <ns0:pt idx="1221">
                  <ns0:v>2.00212992545</ns0:v>
                </ns0:pt>
                <ns0:pt idx="1222">
                  <ns0:v>2.00376832965</ns0:v>
                </ns0:pt>
                <ns0:pt idx="1223">
                  <ns0:v>2.00540673384</ns0:v>
                </ns0:pt>
                <ns0:pt idx="1224">
                  <ns0:v>2.00704513804</ns0:v>
                </ns0:pt>
                <ns0:pt idx="1225">
                  <ns0:v>2.00868354223</ns0:v>
                </ns0:pt>
                <ns0:pt idx="1226">
                  <ns0:v>2.01032194642</ns0:v>
                </ns0:pt>
                <ns0:pt idx="1227">
                  <ns0:v>2.01196035062</ns0:v>
                </ns0:pt>
                <ns0:pt idx="1228">
                  <ns0:v>2.01359875481</ns0:v>
                </ns0:pt>
                <ns0:pt idx="1229">
                  <ns0:v>2.01523715901</ns0:v>
                </ns0:pt>
                <ns0:pt idx="1230">
                  <ns0:v>2.0168755632</ns0:v>
                </ns0:pt>
                <ns0:pt idx="1231">
                  <ns0:v>2.0185139674</ns0:v>
                </ns0:pt>
                <ns0:pt idx="1232">
                  <ns0:v>2.02015237159</ns0:v>
                </ns0:pt>
                <ns0:pt idx="1233">
                  <ns0:v>2.02179077578</ns0:v>
                </ns0:pt>
                <ns0:pt idx="1234">
                  <ns0:v>2.02342917998</ns0:v>
                </ns0:pt>
                <ns0:pt idx="1235">
                  <ns0:v>2.02506758417</ns0:v>
                </ns0:pt>
                <ns0:pt idx="1236">
                  <ns0:v>2.02670598837</ns0:v>
                </ns0:pt>
                <ns0:pt idx="1237">
                  <ns0:v>2.02834439256</ns0:v>
                </ns0:pt>
                <ns0:pt idx="1238">
                  <ns0:v>2.02998279676</ns0:v>
                </ns0:pt>
                <ns0:pt idx="1239">
                  <ns0:v>2.03162120095</ns0:v>
                </ns0:pt>
                <ns0:pt idx="1240">
                  <ns0:v>2.03325960514</ns0:v>
                </ns0:pt>
                <ns0:pt idx="1241">
                  <ns0:v>2.03489800934</ns0:v>
                </ns0:pt>
                <ns0:pt idx="1242">
                  <ns0:v>2.03653641353</ns0:v>
                </ns0:pt>
                <ns0:pt idx="1243">
                  <ns0:v>2.03817481773</ns0:v>
                </ns0:pt>
                <ns0:pt idx="1244">
                  <ns0:v>2.03981322192</ns0:v>
                </ns0:pt>
                <ns0:pt idx="1245">
                  <ns0:v>2.04145162612</ns0:v>
                </ns0:pt>
                <ns0:pt idx="1246">
                  <ns0:v>2.04309003031</ns0:v>
                </ns0:pt>
                <ns0:pt idx="1247">
                  <ns0:v>2.0447284345</ns0:v>
                </ns0:pt>
                <ns0:pt idx="1248">
                  <ns0:v>2.0463668387</ns0:v>
                </ns0:pt>
                <ns0:pt idx="1249">
                  <ns0:v>2.04800524289</ns0:v>
                </ns0:pt>
                <ns0:pt idx="1250">
                  <ns0:v>2.04964364709</ns0:v>
                </ns0:pt>
                <ns0:pt idx="1251">
                  <ns0:v>2.05128205128</ns0:v>
                </ns0:pt>
                <ns0:pt idx="1252">
                  <ns0:v>2.05292045548</ns0:v>
                </ns0:pt>
                <ns0:pt idx="1253">
                  <ns0:v>2.05455885967</ns0:v>
                </ns0:pt>
                <ns0:pt idx="1254">
                  <ns0:v>2.05619726386</ns0:v>
                </ns0:pt>
                <ns0:pt idx="1255">
                  <ns0:v>2.05783566806</ns0:v>
                </ns0:pt>
                <ns0:pt idx="1256">
                  <ns0:v>2.05947407225</ns0:v>
                </ns0:pt>
                <ns0:pt idx="1257">
                  <ns0:v>2.06111247645</ns0:v>
                </ns0:pt>
                <ns0:pt idx="1258">
                  <ns0:v>2.06275088064</ns0:v>
                </ns0:pt>
                <ns0:pt idx="1259">
                  <ns0:v>2.06438928484</ns0:v>
                </ns0:pt>
                <ns0:pt idx="1260">
                  <ns0:v>2.06602768903</ns0:v>
                </ns0:pt>
                <ns0:pt idx="1261">
                  <ns0:v>2.06766609323</ns0:v>
                </ns0:pt>
                <ns0:pt idx="1262">
                  <ns0:v>2.06930449742</ns0:v>
                </ns0:pt>
                <ns0:pt idx="1263">
                  <ns0:v>2.07094290161</ns0:v>
                </ns0:pt>
                <ns0:pt idx="1264">
                  <ns0:v>2.07258130581</ns0:v>
                </ns0:pt>
                <ns0:pt idx="1265">
                  <ns0:v>2.07421971</ns0:v>
                </ns0:pt>
                <ns0:pt idx="1266">
                  <ns0:v>2.0758581142</ns0:v>
                </ns0:pt>
                <ns0:pt idx="1267">
                  <ns0:v>2.07749651839</ns0:v>
                </ns0:pt>
                <ns0:pt idx="1268">
                  <ns0:v>2.07913492259</ns0:v>
                </ns0:pt>
                <ns0:pt idx="1269">
                  <ns0:v>2.08077332678</ns0:v>
                </ns0:pt>
                <ns0:pt idx="1270">
                  <ns0:v>2.08241173097</ns0:v>
                </ns0:pt>
                <ns0:pt idx="1271">
                  <ns0:v>2.08405013517</ns0:v>
                </ns0:pt>
                <ns0:pt idx="1272">
                  <ns0:v>2.08568853936</ns0:v>
                </ns0:pt>
                <ns0:pt idx="1273">
                  <ns0:v>2.08732694356</ns0:v>
                </ns0:pt>
                <ns0:pt idx="1274">
                  <ns0:v>2.08896534775</ns0:v>
                </ns0:pt>
                <ns0:pt idx="1275">
                  <ns0:v>2.09060375195</ns0:v>
                </ns0:pt>
                <ns0:pt idx="1276">
                  <ns0:v>2.09224215614</ns0:v>
                </ns0:pt>
                <ns0:pt idx="1277">
                  <ns0:v>2.09388056033</ns0:v>
                </ns0:pt>
                <ns0:pt idx="1278">
                  <ns0:v>2.09551896453</ns0:v>
                </ns0:pt>
                <ns0:pt idx="1279">
                  <ns0:v>2.09715736872</ns0:v>
                </ns0:pt>
                <ns0:pt idx="1280">
                  <ns0:v>2.09879577292</ns0:v>
                </ns0:pt>
                <ns0:pt idx="1281">
                  <ns0:v>2.10043417711</ns0:v>
                </ns0:pt>
                <ns0:pt idx="1282">
                  <ns0:v>2.10207258131</ns0:v>
                </ns0:pt>
                <ns0:pt idx="1283">
                  <ns0:v>2.1037109855</ns0:v>
                </ns0:pt>
                <ns0:pt idx="1284">
                  <ns0:v>2.10534938969</ns0:v>
                </ns0:pt>
                <ns0:pt idx="1285">
                  <ns0:v>2.10698779389</ns0:v>
                </ns0:pt>
                <ns0:pt idx="1286">
                  <ns0:v>2.10862619808</ns0:v>
                </ns0:pt>
                <ns0:pt idx="1287">
                  <ns0:v>2.11026460228</ns0:v>
                </ns0:pt>
                <ns0:pt idx="1288">
                  <ns0:v>2.11190300647</ns0:v>
                </ns0:pt>
                <ns0:pt idx="1289">
                  <ns0:v>2.11354141067</ns0:v>
                </ns0:pt>
                <ns0:pt idx="1290">
                  <ns0:v>2.11517981486</ns0:v>
                </ns0:pt>
                <ns0:pt idx="1291">
                  <ns0:v>2.11681821905</ns0:v>
                </ns0:pt>
                <ns0:pt idx="1292">
                  <ns0:v>2.11845662325</ns0:v>
                </ns0:pt>
                <ns0:pt idx="1293">
                  <ns0:v>2.12009502744</ns0:v>
                </ns0:pt>
                <ns0:pt idx="1294">
                  <ns0:v>2.12173343164</ns0:v>
                </ns0:pt>
                <ns0:pt idx="1295">
                  <ns0:v>2.12337183583</ns0:v>
                </ns0:pt>
                <ns0:pt idx="1296">
                  <ns0:v>2.12501024003</ns0:v>
                </ns0:pt>
                <ns0:pt idx="1297">
                  <ns0:v>2.12664864422</ns0:v>
                </ns0:pt>
                <ns0:pt idx="1298">
                  <ns0:v>2.12828704841</ns0:v>
                </ns0:pt>
                <ns0:pt idx="1299">
                  <ns0:v>2.12992545261</ns0:v>
                </ns0:pt>
                <ns0:pt idx="1300">
                  <ns0:v>2.1315638568</ns0:v>
                </ns0:pt>
                <ns0:pt idx="1301">
                  <ns0:v>2.133202261</ns0:v>
                </ns0:pt>
                <ns0:pt idx="1302">
                  <ns0:v>2.13484066519</ns0:v>
                </ns0:pt>
                <ns0:pt idx="1303">
                  <ns0:v>2.13647906939</ns0:v>
                </ns0:pt>
                <ns0:pt idx="1304">
                  <ns0:v>2.13811747358</ns0:v>
                </ns0:pt>
                <ns0:pt idx="1305">
                  <ns0:v>2.13975587778</ns0:v>
                </ns0:pt>
                <ns0:pt idx="1306">
                  <ns0:v>2.14139428197</ns0:v>
                </ns0:pt>
                <ns0:pt idx="1307">
                  <ns0:v>2.14303268616</ns0:v>
                </ns0:pt>
                <ns0:pt idx="1308">
                  <ns0:v>2.14467109036</ns0:v>
                </ns0:pt>
                <ns0:pt idx="1309">
                  <ns0:v>2.14630949455</ns0:v>
                </ns0:pt>
                <ns0:pt idx="1310">
                  <ns0:v>2.14794789875</ns0:v>
                </ns0:pt>
                <ns0:pt idx="1311">
                  <ns0:v>2.14958630294</ns0:v>
                </ns0:pt>
                <ns0:pt idx="1312">
                  <ns0:v>2.15122470714</ns0:v>
                </ns0:pt>
                <ns0:pt idx="1313">
                  <ns0:v>2.15286311133</ns0:v>
                </ns0:pt>
                <ns0:pt idx="1314">
                  <ns0:v>2.15450151552</ns0:v>
                </ns0:pt>
                <ns0:pt idx="1315">
                  <ns0:v>2.15613991972</ns0:v>
                </ns0:pt>
                <ns0:pt idx="1316">
                  <ns0:v>2.15777832391</ns0:v>
                </ns0:pt>
                <ns0:pt idx="1317">
                  <ns0:v>2.15941672811</ns0:v>
                </ns0:pt>
                <ns0:pt idx="1318">
                  <ns0:v>2.1610551323</ns0:v>
                </ns0:pt>
                <ns0:pt idx="1319">
                  <ns0:v>2.1626935365</ns0:v>
                </ns0:pt>
                <ns0:pt idx="1320">
                  <ns0:v>2.16433194069</ns0:v>
                </ns0:pt>
                <ns0:pt idx="1321">
                  <ns0:v>2.16597034488</ns0:v>
                </ns0:pt>
                <ns0:pt idx="1322">
                  <ns0:v>2.16760874908</ns0:v>
                </ns0:pt>
                <ns0:pt idx="1323">
                  <ns0:v>2.16924715327</ns0:v>
                </ns0:pt>
                <ns0:pt idx="1324">
                  <ns0:v>2.17088555747</ns0:v>
                </ns0:pt>
                <ns0:pt idx="1325">
                  <ns0:v>2.17252396166</ns0:v>
                </ns0:pt>
                <ns0:pt idx="1326">
                  <ns0:v>2.17416236586</ns0:v>
                </ns0:pt>
                <ns0:pt idx="1327">
                  <ns0:v>2.17580077005</ns0:v>
                </ns0:pt>
                <ns0:pt idx="1328">
                  <ns0:v>2.17743917424</ns0:v>
                </ns0:pt>
                <ns0:pt idx="1329">
                  <ns0:v>2.17907757844</ns0:v>
                </ns0:pt>
                <ns0:pt idx="1330">
                  <ns0:v>2.18071598263</ns0:v>
                </ns0:pt>
                <ns0:pt idx="1331">
                  <ns0:v>2.18235438683</ns0:v>
                </ns0:pt>
                <ns0:pt idx="1332">
                  <ns0:v>2.18399279102</ns0:v>
                </ns0:pt>
                <ns0:pt idx="1333">
                  <ns0:v>2.18563119522</ns0:v>
                </ns0:pt>
                <ns0:pt idx="1334">
                  <ns0:v>2.18726959941</ns0:v>
                </ns0:pt>
                <ns0:pt idx="1335">
                  <ns0:v>2.1889080036</ns0:v>
                </ns0:pt>
                <ns0:pt idx="1336">
                  <ns0:v>2.1905464078</ns0:v>
                </ns0:pt>
                <ns0:pt idx="1337">
                  <ns0:v>2.19218481199</ns0:v>
                </ns0:pt>
                <ns0:pt idx="1338">
                  <ns0:v>2.19382321619</ns0:v>
                </ns0:pt>
                <ns0:pt idx="1339">
                  <ns0:v>2.19546162038</ns0:v>
                </ns0:pt>
                <ns0:pt idx="1340">
                  <ns0:v>2.19710002458</ns0:v>
                </ns0:pt>
                <ns0:pt idx="1341">
                  <ns0:v>2.19873842877</ns0:v>
                </ns0:pt>
                <ns0:pt idx="1342">
                  <ns0:v>2.20037683296</ns0:v>
                </ns0:pt>
                <ns0:pt idx="1343">
                  <ns0:v>2.20201523716</ns0:v>
                </ns0:pt>
                <ns0:pt idx="1344">
                  <ns0:v>2.20365364135</ns0:v>
                </ns0:pt>
                <ns0:pt idx="1345">
                  <ns0:v>2.20529204555</ns0:v>
                </ns0:pt>
                <ns0:pt idx="1346">
                  <ns0:v>2.20693044974</ns0:v>
                </ns0:pt>
                <ns0:pt idx="1347">
                  <ns0:v>2.20856885394</ns0:v>
                </ns0:pt>
                <ns0:pt idx="1348">
                  <ns0:v>2.21020725813</ns0:v>
                </ns0:pt>
                <ns0:pt idx="1349">
                  <ns0:v>2.21184566232</ns0:v>
                </ns0:pt>
                <ns0:pt idx="1350">
                  <ns0:v>2.21348406652</ns0:v>
                </ns0:pt>
                <ns0:pt idx="1351">
                  <ns0:v>2.21512247071</ns0:v>
                </ns0:pt>
                <ns0:pt idx="1352">
                  <ns0:v>2.21676087491</ns0:v>
                </ns0:pt>
                <ns0:pt idx="1353">
                  <ns0:v>2.2183992791</ns0:v>
                </ns0:pt>
                <ns0:pt idx="1354">
                  <ns0:v>2.2200376833</ns0:v>
                </ns0:pt>
                <ns0:pt idx="1355">
                  <ns0:v>2.22167608749</ns0:v>
                </ns0:pt>
                <ns0:pt idx="1356">
                  <ns0:v>2.22331449169</ns0:v>
                </ns0:pt>
                <ns0:pt idx="1357">
                  <ns0:v>2.22495289588</ns0:v>
                </ns0:pt>
                <ns0:pt idx="1358">
                  <ns0:v>2.22659130007</ns0:v>
                </ns0:pt>
                <ns0:pt idx="1359">
                  <ns0:v>2.22822970427</ns0:v>
                </ns0:pt>
                <ns0:pt idx="1360">
                  <ns0:v>2.22986810846</ns0:v>
                </ns0:pt>
                <ns0:pt idx="1361">
                  <ns0:v>2.23150651266</ns0:v>
                </ns0:pt>
                <ns0:pt idx="1362">
                  <ns0:v>2.23314491685</ns0:v>
                </ns0:pt>
                <ns0:pt idx="1363">
                  <ns0:v>2.23478332105</ns0:v>
                </ns0:pt>
                <ns0:pt idx="1364">
                  <ns0:v>2.23642172524</ns0:v>
                </ns0:pt>
                <ns0:pt idx="1365">
                  <ns0:v>2.23806012943</ns0:v>
                </ns0:pt>
                <ns0:pt idx="1366">
                  <ns0:v>2.23969853363</ns0:v>
                </ns0:pt>
                <ns0:pt idx="1367">
                  <ns0:v>2.24133693782</ns0:v>
                </ns0:pt>
                <ns0:pt idx="1368">
                  <ns0:v>2.24297534202</ns0:v>
                </ns0:pt>
                <ns0:pt idx="1369">
                  <ns0:v>2.24461374621</ns0:v>
                </ns0:pt>
                <ns0:pt idx="1370">
                  <ns0:v>2.24625215041</ns0:v>
                </ns0:pt>
                <ns0:pt idx="1371">
                  <ns0:v>2.2478905546</ns0:v>
                </ns0:pt>
                <ns0:pt idx="1372">
                  <ns0:v>2.24952895879</ns0:v>
                </ns0:pt>
                <ns0:pt idx="1373">
                  <ns0:v>2.25116736299</ns0:v>
                </ns0:pt>
                <ns0:pt idx="1374">
                  <ns0:v>2.25280576718</ns0:v>
                </ns0:pt>
                <ns0:pt idx="1375">
                  <ns0:v>2.25444417138</ns0:v>
                </ns0:pt>
                <ns0:pt idx="1376">
                  <ns0:v>2.25608257557</ns0:v>
                </ns0:pt>
                <ns0:pt idx="1377">
                  <ns0:v>2.25772097977</ns0:v>
                </ns0:pt>
                <ns0:pt idx="1378">
                  <ns0:v>2.25935938396</ns0:v>
                </ns0:pt>
                <ns0:pt idx="1379">
                  <ns0:v>2.26099778815</ns0:v>
                </ns0:pt>
                <ns0:pt idx="1380">
                  <ns0:v>2.26263619235</ns0:v>
                </ns0:pt>
                <ns0:pt idx="1381">
                  <ns0:v>2.26427459654</ns0:v>
                </ns0:pt>
                <ns0:pt idx="1382">
                  <ns0:v>2.26591300074</ns0:v>
                </ns0:pt>
                <ns0:pt idx="1383">
                  <ns0:v>2.26755140493</ns0:v>
                </ns0:pt>
                <ns0:pt idx="1384">
                  <ns0:v>2.26918980913</ns0:v>
                </ns0:pt>
                <ns0:pt idx="1385">
                  <ns0:v>2.27082821332</ns0:v>
                </ns0:pt>
                <ns0:pt idx="1386">
                  <ns0:v>2.27246661751</ns0:v>
                </ns0:pt>
                <ns0:pt idx="1387">
                  <ns0:v>2.27410502171</ns0:v>
                </ns0:pt>
                <ns0:pt idx="1388">
                  <ns0:v>2.2757434259</ns0:v>
                </ns0:pt>
                <ns0:pt idx="1389">
                  <ns0:v>2.2773818301</ns0:v>
                </ns0:pt>
                <ns0:pt idx="1390">
                  <ns0:v>2.27902023429</ns0:v>
                </ns0:pt>
                <ns0:pt idx="1391">
                  <ns0:v>2.28065863849</ns0:v>
                </ns0:pt>
                <ns0:pt idx="1392">
                  <ns0:v>2.28229704268</ns0:v>
                </ns0:pt>
                <ns0:pt idx="1393">
                  <ns0:v>2.28393544687</ns0:v>
                </ns0:pt>
                <ns0:pt idx="1394">
                  <ns0:v>2.28557385107</ns0:v>
                </ns0:pt>
                <ns0:pt idx="1395">
                  <ns0:v>2.28721225526</ns0:v>
                </ns0:pt>
                <ns0:pt idx="1396">
                  <ns0:v>2.28885065946</ns0:v>
                </ns0:pt>
                <ns0:pt idx="1397">
                  <ns0:v>2.29048906365</ns0:v>
                </ns0:pt>
                <ns0:pt idx="1398">
                  <ns0:v>2.29212746785</ns0:v>
                </ns0:pt>
                <ns0:pt idx="1399">
                  <ns0:v>2.29376587204</ns0:v>
                </ns0:pt>
                <ns0:pt idx="1400">
                  <ns0:v>2.29540427623</ns0:v>
                </ns0:pt>
                <ns0:pt idx="1401">
                  <ns0:v>2.29704268043</ns0:v>
                </ns0:pt>
                <ns0:pt idx="1402">
                  <ns0:v>2.29868108462</ns0:v>
                </ns0:pt>
                <ns0:pt idx="1403">
                  <ns0:v>2.30031948882</ns0:v>
                </ns0:pt>
                <ns0:pt idx="1404">
                  <ns0:v>2.30195789301</ns0:v>
                </ns0:pt>
                <ns0:pt idx="1405">
                  <ns0:v>2.30359629721</ns0:v>
                </ns0:pt>
                <ns0:pt idx="1406">
                  <ns0:v>2.3052347014</ns0:v>
                </ns0:pt>
                <ns0:pt idx="1407">
                  <ns0:v>2.3068731056</ns0:v>
                </ns0:pt>
                <ns0:pt idx="1408">
                  <ns0:v>2.30851150979</ns0:v>
                </ns0:pt>
                <ns0:pt idx="1409">
                  <ns0:v>2.31014991398</ns0:v>
                </ns0:pt>
                <ns0:pt idx="1410">
                  <ns0:v>2.31178831818</ns0:v>
                </ns0:pt>
                <ns0:pt idx="1411">
                  <ns0:v>2.31342672237</ns0:v>
                </ns0:pt>
                <ns0:pt idx="1412">
                  <ns0:v>2.31506512657</ns0:v>
                </ns0:pt>
                <ns0:pt idx="1413">
                  <ns0:v>2.31670353076</ns0:v>
                </ns0:pt>
                <ns0:pt idx="1414">
                  <ns0:v>2.31834193496</ns0:v>
                </ns0:pt>
                <ns0:pt idx="1415">
                  <ns0:v>2.31998033915</ns0:v>
                </ns0:pt>
                <ns0:pt idx="1416">
                  <ns0:v>2.32161874334</ns0:v>
                </ns0:pt>
                <ns0:pt idx="1417">
                  <ns0:v>2.32325714754</ns0:v>
                </ns0:pt>
                <ns0:pt idx="1418">
                  <ns0:v>2.32489555173</ns0:v>
                </ns0:pt>
                <ns0:pt idx="1419">
                  <ns0:v>2.32653395593</ns0:v>
                </ns0:pt>
                <ns0:pt idx="1420">
                  <ns0:v>2.32817236012</ns0:v>
                </ns0:pt>
                <ns0:pt idx="1421">
                  <ns0:v>2.32981076432</ns0:v>
                </ns0:pt>
                <ns0:pt idx="1422">
                  <ns0:v>2.33144916851</ns0:v>
                </ns0:pt>
                <ns0:pt idx="1423">
                  <ns0:v>2.3330875727</ns0:v>
                </ns0:pt>
                <ns0:pt idx="1424">
                  <ns0:v>2.3347259769</ns0:v>
                </ns0:pt>
                <ns0:pt idx="1425">
                  <ns0:v>2.33636438109</ns0:v>
                </ns0:pt>
                <ns0:pt idx="1426">
                  <ns0:v>2.33800278529</ns0:v>
                </ns0:pt>
                <ns0:pt idx="1427">
                  <ns0:v>2.33964118948</ns0:v>
                </ns0:pt>
                <ns0:pt idx="1428">
                  <ns0:v>2.34127959368</ns0:v>
                </ns0:pt>
                <ns0:pt idx="1429">
                  <ns0:v>2.34291799787</ns0:v>
                </ns0:pt>
                <ns0:pt idx="1430">
                  <ns0:v>2.34455640206</ns0:v>
                </ns0:pt>
                <ns0:pt idx="1431">
                  <ns0:v>2.34619480626</ns0:v>
                </ns0:pt>
                <ns0:pt idx="1432">
                  <ns0:v>2.34783321045</ns0:v>
                </ns0:pt>
                <ns0:pt idx="1433">
                  <ns0:v>2.34947161465</ns0:v>
                </ns0:pt>
                <ns0:pt idx="1434">
                  <ns0:v>2.35111001884</ns0:v>
                </ns0:pt>
                <ns0:pt idx="1435">
                  <ns0:v>2.35274842304</ns0:v>
                </ns0:pt>
                <ns0:pt idx="1436">
                  <ns0:v>2.35438682723</ns0:v>
                </ns0:pt>
                <ns0:pt idx="1437">
                  <ns0:v>2.35602523142</ns0:v>
                </ns0:pt>
                <ns0:pt idx="1438">
                  <ns0:v>2.35766363562</ns0:v>
                </ns0:pt>
                <ns0:pt idx="1439">
                  <ns0:v>2.35930203981</ns0:v>
                </ns0:pt>
                <ns0:pt idx="1440">
                  <ns0:v>2.36094044401</ns0:v>
                </ns0:pt>
                <ns0:pt idx="1441">
                  <ns0:v>2.3625788482</ns0:v>
                </ns0:pt>
                <ns0:pt idx="1442">
                  <ns0:v>2.3642172524</ns0:v>
                </ns0:pt>
                <ns0:pt idx="1443">
                  <ns0:v>2.36585565659</ns0:v>
                </ns0:pt>
                <ns0:pt idx="1444">
                  <ns0:v>2.36749406078</ns0:v>
                </ns0:pt>
                <ns0:pt idx="1445">
                  <ns0:v>2.36913246498</ns0:v>
                </ns0:pt>
                <ns0:pt idx="1446">
                  <ns0:v>2.37077086917</ns0:v>
                </ns0:pt>
                <ns0:pt idx="1447">
                  <ns0:v>2.37240927337</ns0:v>
                </ns0:pt>
                <ns0:pt idx="1448">
                  <ns0:v>2.37404767756</ns0:v>
                </ns0:pt>
                <ns0:pt idx="1449">
                  <ns0:v>2.37568608176</ns0:v>
                </ns0:pt>
                <ns0:pt idx="1450">
                  <ns0:v>2.37732448595</ns0:v>
                </ns0:pt>
                <ns0:pt idx="1451">
                  <ns0:v>2.37896289014</ns0:v>
                </ns0:pt>
                <ns0:pt idx="1452">
                  <ns0:v>2.38060129434</ns0:v>
                </ns0:pt>
                <ns0:pt idx="1453">
                  <ns0:v>2.38223969853</ns0:v>
                </ns0:pt>
                <ns0:pt idx="1454">
                  <ns0:v>2.38387810273</ns0:v>
                </ns0:pt>
                <ns0:pt idx="1455">
                  <ns0:v>2.38551650692</ns0:v>
                </ns0:pt>
                <ns0:pt idx="1456">
                  <ns0:v>2.38715491112</ns0:v>
                </ns0:pt>
                <ns0:pt idx="1457">
                  <ns0:v>2.38879331531</ns0:v>
                </ns0:pt>
                <ns0:pt idx="1458">
                  <ns0:v>2.39043171951</ns0:v>
                </ns0:pt>
                <ns0:pt idx="1459">
                  <ns0:v>2.3920701237</ns0:v>
                </ns0:pt>
                <ns0:pt idx="1460">
                  <ns0:v>2.39370852789</ns0:v>
                </ns0:pt>
                <ns0:pt idx="1461">
                  <ns0:v>2.39534693209</ns0:v>
                </ns0:pt>
                <ns0:pt idx="1462">
                  <ns0:v>2.39698533628</ns0:v>
                </ns0:pt>
                <ns0:pt idx="1463">
                  <ns0:v>2.39862374048</ns0:v>
                </ns0:pt>
                <ns0:pt idx="1464">
                  <ns0:v>2.40026214467</ns0:v>
                </ns0:pt>
                <ns0:pt idx="1465">
                  <ns0:v>2.40190054887</ns0:v>
                </ns0:pt>
                <ns0:pt idx="1466">
                  <ns0:v>2.40353895306</ns0:v>
                </ns0:pt>
                <ns0:pt idx="1467">
                  <ns0:v>2.40517735725</ns0:v>
                </ns0:pt>
                <ns0:pt idx="1468">
                  <ns0:v>2.40681576145</ns0:v>
                </ns0:pt>
                <ns0:pt idx="1469">
                  <ns0:v>2.40845416564</ns0:v>
                </ns0:pt>
                <ns0:pt idx="1470">
                  <ns0:v>2.41009256984</ns0:v>
                </ns0:pt>
                <ns0:pt idx="1471">
                  <ns0:v>2.41173097403</ns0:v>
                </ns0:pt>
                <ns0:pt idx="1472">
                  <ns0:v>2.41336937823</ns0:v>
                </ns0:pt>
                <ns0:pt idx="1473">
                  <ns0:v>2.41500778242</ns0:v>
                </ns0:pt>
                <ns0:pt idx="1474">
                  <ns0:v>2.41664618661</ns0:v>
                </ns0:pt>
                <ns0:pt idx="1475">
                  <ns0:v>2.41828459081</ns0:v>
                </ns0:pt>
                <ns0:pt idx="1476">
                  <ns0:v>2.419922995</ns0:v>
                </ns0:pt>
                <ns0:pt idx="1477">
                  <ns0:v>2.4215613992</ns0:v>
                </ns0:pt>
                <ns0:pt idx="1478">
                  <ns0:v>2.42319980339</ns0:v>
                </ns0:pt>
                <ns0:pt idx="1479">
                  <ns0:v>2.42483820759</ns0:v>
                </ns0:pt>
                <ns0:pt idx="1480">
                  <ns0:v>2.42647661178</ns0:v>
                </ns0:pt>
                <ns0:pt idx="1481">
                  <ns0:v>2.42811501597</ns0:v>
                </ns0:pt>
                <ns0:pt idx="1482">
                  <ns0:v>2.42975342017</ns0:v>
                </ns0:pt>
                <ns0:pt idx="1483">
                  <ns0:v>2.43139182436</ns0:v>
                </ns0:pt>
                <ns0:pt idx="1484">
                  <ns0:v>2.43303022856</ns0:v>
                </ns0:pt>
                <ns0:pt idx="1485">
                  <ns0:v>2.43466863275</ns0:v>
                </ns0:pt>
                <ns0:pt idx="1486">
                  <ns0:v>2.43630703695</ns0:v>
                </ns0:pt>
                <ns0:pt idx="1487">
                  <ns0:v>2.43794544114</ns0:v>
                </ns0:pt>
                <ns0:pt idx="1488">
                  <ns0:v>2.43958384533</ns0:v>
                </ns0:pt>
                <ns0:pt idx="1489">
                  <ns0:v>2.44122224953</ns0:v>
                </ns0:pt>
                <ns0:pt idx="1490">
                  <ns0:v>2.44286065372</ns0:v>
                </ns0:pt>
                <ns0:pt idx="1491">
                  <ns0:v>2.44449905792</ns0:v>
                </ns0:pt>
                <ns0:pt idx="1492">
                  <ns0:v>2.44613746211</ns0:v>
                </ns0:pt>
                <ns0:pt idx="1493">
                  <ns0:v>2.44777586631</ns0:v>
                </ns0:pt>
                <ns0:pt idx="1494">
                  <ns0:v>2.4494142705</ns0:v>
                </ns0:pt>
                <ns0:pt idx="1495">
                  <ns0:v>2.45105267469</ns0:v>
                </ns0:pt>
                <ns0:pt idx="1496">
                  <ns0:v>2.45269107889</ns0:v>
                </ns0:pt>
                <ns0:pt idx="1497">
                  <ns0:v>2.45432948308</ns0:v>
                </ns0:pt>
                <ns0:pt idx="1498">
                  <ns0:v>2.45596788728</ns0:v>
                </ns0:pt>
                <ns0:pt idx="1499">
                  <ns0:v>2.45760629147</ns0:v>
                </ns0:pt>
                <ns0:pt idx="1500">
                  <ns0:v>2.45924469567</ns0:v>
                </ns0:pt>
                <ns0:pt idx="1501">
                  <ns0:v>2.46088309986</ns0:v>
                </ns0:pt>
                <ns0:pt idx="1502">
                  <ns0:v>2.46252150406</ns0:v>
                </ns0:pt>
                <ns0:pt idx="1503">
                  <ns0:v>2.46415990825</ns0:v>
                </ns0:pt>
                <ns0:pt idx="1504">
                  <ns0:v>2.46579831244</ns0:v>
                </ns0:pt>
                <ns0:pt idx="1505">
                  <ns0:v>2.46743671664</ns0:v>
                </ns0:pt>
                <ns0:pt idx="1506">
                  <ns0:v>2.46907512083</ns0:v>
                </ns0:pt>
                <ns0:pt idx="1507">
                  <ns0:v>2.47071352503</ns0:v>
                </ns0:pt>
                <ns0:pt idx="1508">
                  <ns0:v>2.47235192922</ns0:v>
                </ns0:pt>
                <ns0:pt idx="1509">
                  <ns0:v>2.47399033342</ns0:v>
                </ns0:pt>
                <ns0:pt idx="1510">
                  <ns0:v>2.47562873761</ns0:v>
                </ns0:pt>
                <ns0:pt idx="1511">
                  <ns0:v>2.4772671418</ns0:v>
                </ns0:pt>
                <ns0:pt idx="1512">
                  <ns0:v>2.478905546</ns0:v>
                </ns0:pt>
                <ns0:pt idx="1513">
                  <ns0:v>2.48054395019</ns0:v>
                </ns0:pt>
                <ns0:pt idx="1514">
                  <ns0:v>2.48218235439</ns0:v>
                </ns0:pt>
                <ns0:pt idx="1515">
                  <ns0:v>2.48382075858</ns0:v>
                </ns0:pt>
                <ns0:pt idx="1516">
                  <ns0:v>2.48545916278</ns0:v>
                </ns0:pt>
                <ns0:pt idx="1517">
                  <ns0:v>2.48709756697</ns0:v>
                </ns0:pt>
                <ns0:pt idx="1518">
                  <ns0:v>2.48873597116</ns0:v>
                </ns0:pt>
                <ns0:pt idx="1519">
                  <ns0:v>2.49037437536</ns0:v>
                </ns0:pt>
                <ns0:pt idx="1520">
                  <ns0:v>2.49201277955</ns0:v>
                </ns0:pt>
                <ns0:pt idx="1521">
                  <ns0:v>2.49365118375</ns0:v>
                </ns0:pt>
                <ns0:pt idx="1522">
                  <ns0:v>2.49528958794</ns0:v>
                </ns0:pt>
                <ns0:pt idx="1523">
                  <ns0:v>2.49692799214</ns0:v>
                </ns0:pt>
                <ns0:pt idx="1524">
                  <ns0:v>2.49856639633</ns0:v>
                </ns0:pt>
                <ns0:pt idx="1525">
                  <ns0:v>2.50020480052</ns0:v>
                </ns0:pt>
                <ns0:pt idx="1526">
                  <ns0:v>2.50184320472</ns0:v>
                </ns0:pt>
                <ns0:pt idx="1527">
                  <ns0:v>2.50348160891</ns0:v>
                </ns0:pt>
                <ns0:pt idx="1528">
                  <ns0:v>2.50512001311</ns0:v>
                </ns0:pt>
                <ns0:pt idx="1529">
                  <ns0:v>2.5067584173</ns0:v>
                </ns0:pt>
                <ns0:pt idx="1530">
                  <ns0:v>2.5083968215</ns0:v>
                </ns0:pt>
                <ns0:pt idx="1531">
                  <ns0:v>2.51003522569</ns0:v>
                </ns0:pt>
                <ns0:pt idx="1532">
                  <ns0:v>2.51167362988</ns0:v>
                </ns0:pt>
                <ns0:pt idx="1533">
                  <ns0:v>2.51331203408</ns0:v>
                </ns0:pt>
                <ns0:pt idx="1534">
                  <ns0:v>2.51495043827</ns0:v>
                </ns0:pt>
                <ns0:pt idx="1535">
                  <ns0:v>2.51658884247</ns0:v>
                </ns0:pt>
                <ns0:pt idx="1536">
                  <ns0:v>2.51822724666</ns0:v>
                </ns0:pt>
                <ns0:pt idx="1537">
                  <ns0:v>2.51986565086</ns0:v>
                </ns0:pt>
                <ns0:pt idx="1538">
                  <ns0:v>2.52150405505</ns0:v>
                </ns0:pt>
                <ns0:pt idx="1539">
                  <ns0:v>2.52314245924</ns0:v>
                </ns0:pt>
                <ns0:pt idx="1540">
                  <ns0:v>2.52478086344</ns0:v>
                </ns0:pt>
                <ns0:pt idx="1541">
                  <ns0:v>2.52641926763</ns0:v>
                </ns0:pt>
                <ns0:pt idx="1542">
                  <ns0:v>2.52805767183</ns0:v>
                </ns0:pt>
                <ns0:pt idx="1543">
                  <ns0:v>2.52969607602</ns0:v>
                </ns0:pt>
                <ns0:pt idx="1544">
                  <ns0:v>2.53133448022</ns0:v>
                </ns0:pt>
                <ns0:pt idx="1545">
                  <ns0:v>2.53297288441</ns0:v>
                </ns0:pt>
                <ns0:pt idx="1546">
                  <ns0:v>2.5346112886</ns0:v>
                </ns0:pt>
                <ns0:pt idx="1547">
                  <ns0:v>2.5362496928</ns0:v>
                </ns0:pt>
                <ns0:pt idx="1548">
                  <ns0:v>2.53788809699</ns0:v>
                </ns0:pt>
                <ns0:pt idx="1549">
                  <ns0:v>2.53952650119</ns0:v>
                </ns0:pt>
                <ns0:pt idx="1550">
                  <ns0:v>2.54116490538</ns0:v>
                </ns0:pt>
                <ns0:pt idx="1551">
                  <ns0:v>2.54280330958</ns0:v>
                </ns0:pt>
                <ns0:pt idx="1552">
                  <ns0:v>2.54444171377</ns0:v>
                </ns0:pt>
                <ns0:pt idx="1553">
                  <ns0:v>2.54608011797</ns0:v>
                </ns0:pt>
                <ns0:pt idx="1554">
                  <ns0:v>2.54771852216</ns0:v>
                </ns0:pt>
                <ns0:pt idx="1555">
                  <ns0:v>2.54935692635</ns0:v>
                </ns0:pt>
                <ns0:pt idx="1556">
                  <ns0:v>2.55099533055</ns0:v>
                </ns0:pt>
                <ns0:pt idx="1557">
                  <ns0:v>2.55263373474</ns0:v>
                </ns0:pt>
                <ns0:pt idx="1558">
                  <ns0:v>2.55427213894</ns0:v>
                </ns0:pt>
                <ns0:pt idx="1559">
                  <ns0:v>2.55591054313</ns0:v>
                </ns0:pt>
                <ns0:pt idx="1560">
                  <ns0:v>2.55754894733</ns0:v>
                </ns0:pt>
                <ns0:pt idx="1561">
                  <ns0:v>2.55918735152</ns0:v>
                </ns0:pt>
                <ns0:pt idx="1562">
                  <ns0:v>2.56082575571</ns0:v>
                </ns0:pt>
                <ns0:pt idx="1563">
                  <ns0:v>2.56246415991</ns0:v>
                </ns0:pt>
                <ns0:pt idx="1564">
                  <ns0:v>2.5641025641</ns0:v>
                </ns0:pt>
                <ns0:pt idx="1565">
                  <ns0:v>2.5657409683</ns0:v>
                </ns0:pt>
                <ns0:pt idx="1566">
                  <ns0:v>2.56737937249</ns0:v>
                </ns0:pt>
                <ns0:pt idx="1567">
                  <ns0:v>2.56901777669</ns0:v>
                </ns0:pt>
                <ns0:pt idx="1568">
                  <ns0:v>2.57065618088</ns0:v>
                </ns0:pt>
                <ns0:pt idx="1569">
                  <ns0:v>2.57229458507</ns0:v>
                </ns0:pt>
                <ns0:pt idx="1570">
                  <ns0:v>2.57393298927</ns0:v>
                </ns0:pt>
                <ns0:pt idx="1571">
                  <ns0:v>2.57557139346</ns0:v>
                </ns0:pt>
                <ns0:pt idx="1572">
                  <ns0:v>2.57720979766</ns0:v>
                </ns0:pt>
                <ns0:pt idx="1573">
                  <ns0:v>2.57884820185</ns0:v>
                </ns0:pt>
                <ns0:pt idx="1574">
                  <ns0:v>2.58048660605</ns0:v>
                </ns0:pt>
                <ns0:pt idx="1575">
                  <ns0:v>2.58212501024</ns0:v>
                </ns0:pt>
                <ns0:pt idx="1576">
                  <ns0:v>2.58376341443</ns0:v>
                </ns0:pt>
                <ns0:pt idx="1577">
                  <ns0:v>2.58540181863</ns0:v>
                </ns0:pt>
                <ns0:pt idx="1578">
                  <ns0:v>2.58704022282</ns0:v>
                </ns0:pt>
                <ns0:pt idx="1579">
                  <ns0:v>2.58867862702</ns0:v>
                </ns0:pt>
                <ns0:pt idx="1580">
                  <ns0:v>2.59031703121</ns0:v>
                </ns0:pt>
                <ns0:pt idx="1581">
                  <ns0:v>2.59195543541</ns0:v>
                </ns0:pt>
                <ns0:pt idx="1582">
                  <ns0:v>2.5935938396</ns0:v>
                </ns0:pt>
                <ns0:pt idx="1583">
                  <ns0:v>2.59523224379</ns0:v>
                </ns0:pt>
                <ns0:pt idx="1584">
                  <ns0:v>2.59687064799</ns0:v>
                </ns0:pt>
                <ns0:pt idx="1585">
                  <ns0:v>2.59850905218</ns0:v>
                </ns0:pt>
                <ns0:pt idx="1586">
                  <ns0:v>2.60014745638</ns0:v>
                </ns0:pt>
                <ns0:pt idx="1587">
                  <ns0:v>2.60178586057</ns0:v>
                </ns0:pt>
                <ns0:pt idx="1588">
                  <ns0:v>2.60342426477</ns0:v>
                </ns0:pt>
                <ns0:pt idx="1589">
                  <ns0:v>2.60506266896</ns0:v>
                </ns0:pt>
                <ns0:pt idx="1590">
                  <ns0:v>2.60670107315</ns0:v>
                </ns0:pt>
                <ns0:pt idx="1591">
                  <ns0:v>2.60833947735</ns0:v>
                </ns0:pt>
                <ns0:pt idx="1592">
                  <ns0:v>2.60997788154</ns0:v>
                </ns0:pt>
                <ns0:pt idx="1593">
                  <ns0:v>2.61161628574</ns0:v>
                </ns0:pt>
                <ns0:pt idx="1594">
                  <ns0:v>2.61325468993</ns0:v>
                </ns0:pt>
                <ns0:pt idx="1595">
                  <ns0:v>2.61489309413</ns0:v>
                </ns0:pt>
                <ns0:pt idx="1596">
                  <ns0:v>2.61653149832</ns0:v>
                </ns0:pt>
                <ns0:pt idx="1597">
                  <ns0:v>2.61816990251</ns0:v>
                </ns0:pt>
                <ns0:pt idx="1598">
                  <ns0:v>2.61980830671</ns0:v>
                </ns0:pt>
                <ns0:pt idx="1599">
                  <ns0:v>2.6214467109</ns0:v>
                </ns0:pt>
                <ns0:pt idx="1600">
                  <ns0:v>2.6230851151</ns0:v>
                </ns0:pt>
                <ns0:pt idx="1601">
                  <ns0:v>2.62472351929</ns0:v>
                </ns0:pt>
                <ns0:pt idx="1602">
                  <ns0:v>2.62636192349</ns0:v>
                </ns0:pt>
                <ns0:pt idx="1603">
                  <ns0:v>2.62800032768</ns0:v>
                </ns0:pt>
                <ns0:pt idx="1604">
                  <ns0:v>2.62963873188</ns0:v>
                </ns0:pt>
                <ns0:pt idx="1605">
                  <ns0:v>2.63127713607</ns0:v>
                </ns0:pt>
                <ns0:pt idx="1606">
                  <ns0:v>2.63291554026</ns0:v>
                </ns0:pt>
                <ns0:pt idx="1607">
                  <ns0:v>2.63455394446</ns0:v>
                </ns0:pt>
                <ns0:pt idx="1608">
                  <ns0:v>2.63619234865</ns0:v>
                </ns0:pt>
                <ns0:pt idx="1609">
                  <ns0:v>2.63783075285</ns0:v>
                </ns0:pt>
                <ns0:pt idx="1610">
                  <ns0:v>2.63946915704</ns0:v>
                </ns0:pt>
                <ns0:pt idx="1611">
                  <ns0:v>2.64110756124</ns0:v>
                </ns0:pt>
                <ns0:pt idx="1612">
                  <ns0:v>2.64274596543</ns0:v>
                </ns0:pt>
                <ns0:pt idx="1613">
                  <ns0:v>2.64438436962</ns0:v>
                </ns0:pt>
                <ns0:pt idx="1614">
                  <ns0:v>2.64602277382</ns0:v>
                </ns0:pt>
                <ns0:pt idx="1615">
                  <ns0:v>2.64766117801</ns0:v>
                </ns0:pt>
                <ns0:pt idx="1616">
                  <ns0:v>2.64929958221</ns0:v>
                </ns0:pt>
                <ns0:pt idx="1617">
                  <ns0:v>2.6509379864</ns0:v>
                </ns0:pt>
                <ns0:pt idx="1618">
                  <ns0:v>2.6525763906</ns0:v>
                </ns0:pt>
                <ns0:pt idx="1619">
                  <ns0:v>2.65421479479</ns0:v>
                </ns0:pt>
                <ns0:pt idx="1620">
                  <ns0:v>2.65585319898</ns0:v>
                </ns0:pt>
                <ns0:pt idx="1621">
                  <ns0:v>2.65749160318</ns0:v>
                </ns0:pt>
                <ns0:pt idx="1622">
                  <ns0:v>2.65913000737</ns0:v>
                </ns0:pt>
                <ns0:pt idx="1623">
                  <ns0:v>2.66076841157</ns0:v>
                </ns0:pt>
                <ns0:pt idx="1624">
                  <ns0:v>2.66240681576</ns0:v>
                </ns0:pt>
                <ns0:pt idx="1625">
                  <ns0:v>2.66404521996</ns0:v>
                </ns0:pt>
                <ns0:pt idx="1626">
                  <ns0:v>2.66568362415</ns0:v>
                </ns0:pt>
                <ns0:pt idx="1627">
                  <ns0:v>2.66732202834</ns0:v>
                </ns0:pt>
                <ns0:pt idx="1628">
                  <ns0:v>2.66896043254</ns0:v>
                </ns0:pt>
                <ns0:pt idx="1629">
                  <ns0:v>2.67059883673</ns0:v>
                </ns0:pt>
                <ns0:pt idx="1630">
                  <ns0:v>2.67223724093</ns0:v>
                </ns0:pt>
                <ns0:pt idx="1631">
                  <ns0:v>2.67387564512</ns0:v>
                </ns0:pt>
                <ns0:pt idx="1632">
                  <ns0:v>2.67551404932</ns0:v>
                </ns0:pt>
                <ns0:pt idx="1633">
                  <ns0:v>2.67715245351</ns0:v>
                </ns0:pt>
                <ns0:pt idx="1634">
                  <ns0:v>2.6787908577</ns0:v>
                </ns0:pt>
                <ns0:pt idx="1635">
                  <ns0:v>2.6804292619</ns0:v>
                </ns0:pt>
                <ns0:pt idx="1636">
                  <ns0:v>2.68206766609</ns0:v>
                </ns0:pt>
                <ns0:pt idx="1637">
                  <ns0:v>2.68370607029</ns0:v>
                </ns0:pt>
                <ns0:pt idx="1638">
                  <ns0:v>2.68534447448</ns0:v>
                </ns0:pt>
                <ns0:pt idx="1639">
                  <ns0:v>2.68698287868</ns0:v>
                </ns0:pt>
                <ns0:pt idx="1640">
                  <ns0:v>2.68862128287</ns0:v>
                </ns0:pt>
                <ns0:pt idx="1641">
                  <ns0:v>2.69025968706</ns0:v>
                </ns0:pt>
                <ns0:pt idx="1642">
                  <ns0:v>2.69189809126</ns0:v>
                </ns0:pt>
                <ns0:pt idx="1643">
                  <ns0:v>2.69353649545</ns0:v>
                </ns0:pt>
                <ns0:pt idx="1644">
                  <ns0:v>2.69517489965</ns0:v>
                </ns0:pt>
                <ns0:pt idx="1645">
                  <ns0:v>2.69681330384</ns0:v>
                </ns0:pt>
                <ns0:pt idx="1646">
                  <ns0:v>2.69845170804</ns0:v>
                </ns0:pt>
                <ns0:pt idx="1647">
                  <ns0:v>2.70009011223</ns0:v>
                </ns0:pt>
                <ns0:pt idx="1648">
                  <ns0:v>2.70172851643</ns0:v>
                </ns0:pt>
                <ns0:pt idx="1649">
                  <ns0:v>2.70336692062</ns0:v>
                </ns0:pt>
                <ns0:pt idx="1650">
                  <ns0:v>2.70500532481</ns0:v>
                </ns0:pt>
                <ns0:pt idx="1651">
                  <ns0:v>2.70664372901</ns0:v>
                </ns0:pt>
                <ns0:pt idx="1652">
                  <ns0:v>2.7082821332</ns0:v>
                </ns0:pt>
                <ns0:pt idx="1653">
                  <ns0:v>2.7099205374</ns0:v>
                </ns0:pt>
                <ns0:pt idx="1654">
                  <ns0:v>2.71155894159</ns0:v>
                </ns0:pt>
                <ns0:pt idx="1655">
                  <ns0:v>2.71319734579</ns0:v>
                </ns0:pt>
                <ns0:pt idx="1656">
                  <ns0:v>2.71483574998</ns0:v>
                </ns0:pt>
                <ns0:pt idx="1657">
                  <ns0:v>2.71647415417</ns0:v>
                </ns0:pt>
                <ns0:pt idx="1658">
                  <ns0:v>2.71811255837</ns0:v>
                </ns0:pt>
                <ns0:pt idx="1659">
                  <ns0:v>2.71975096256</ns0:v>
                </ns0:pt>
                <ns0:pt idx="1660">
                  <ns0:v>2.72138936676</ns0:v>
                </ns0:pt>
                <ns0:pt idx="1661">
                  <ns0:v>2.72302777095</ns0:v>
                </ns0:pt>
                <ns0:pt idx="1662">
                  <ns0:v>2.72466617515</ns0:v>
                </ns0:pt>
                <ns0:pt idx="1663">
                  <ns0:v>2.72630457934</ns0:v>
                </ns0:pt>
                <ns0:pt idx="1664">
                  <ns0:v>2.72794298353</ns0:v>
                </ns0:pt>
                <ns0:pt idx="1665">
                  <ns0:v>2.72958138773</ns0:v>
                </ns0:pt>
                <ns0:pt idx="1666">
                  <ns0:v>2.73121979192</ns0:v>
                </ns0:pt>
                <ns0:pt idx="1667">
                  <ns0:v>2.73285819612</ns0:v>
                </ns0:pt>
                <ns0:pt idx="1668">
                  <ns0:v>2.73449660031</ns0:v>
                </ns0:pt>
                <ns0:pt idx="1669">
                  <ns0:v>2.73613500451</ns0:v>
                </ns0:pt>
                <ns0:pt idx="1670">
                  <ns0:v>2.7377734087</ns0:v>
                </ns0:pt>
                <ns0:pt idx="1671">
                  <ns0:v>2.73941181289</ns0:v>
                </ns0:pt>
                <ns0:pt idx="1672">
                  <ns0:v>2.74105021709</ns0:v>
                </ns0:pt>
                <ns0:pt idx="1673">
                  <ns0:v>2.74268862128</ns0:v>
                </ns0:pt>
                <ns0:pt idx="1674">
                  <ns0:v>2.74432702548</ns0:v>
                </ns0:pt>
                <ns0:pt idx="1675">
                  <ns0:v>2.74596542967</ns0:v>
                </ns0:pt>
                <ns0:pt idx="1676">
                  <ns0:v>2.74760383387</ns0:v>
                </ns0:pt>
                <ns0:pt idx="1677">
                  <ns0:v>2.74924223806</ns0:v>
                </ns0:pt>
                <ns0:pt idx="1678">
                  <ns0:v>2.75088064225</ns0:v>
                </ns0:pt>
                <ns0:pt idx="1679">
                  <ns0:v>2.75251904645</ns0:v>
                </ns0:pt>
                <ns0:pt idx="1680">
                  <ns0:v>2.75415745064</ns0:v>
                </ns0:pt>
                <ns0:pt idx="1681">
                  <ns0:v>2.75579585484</ns0:v>
                </ns0:pt>
                <ns0:pt idx="1682">
                  <ns0:v>2.75743425903</ns0:v>
                </ns0:pt>
                <ns0:pt idx="1683">
                  <ns0:v>2.75907266323</ns0:v>
                </ns0:pt>
                <ns0:pt idx="1684">
                  <ns0:v>2.76071106742</ns0:v>
                </ns0:pt>
                <ns0:pt idx="1685">
                  <ns0:v>2.76234947161</ns0:v>
                </ns0:pt>
                <ns0:pt idx="1686">
                  <ns0:v>2.76398787581</ns0:v>
                </ns0:pt>
                <ns0:pt idx="1687">
                  <ns0:v>2.76562628</ns0:v>
                </ns0:pt>
                <ns0:pt idx="1688">
                  <ns0:v>2.7672646842</ns0:v>
                </ns0:pt>
                <ns0:pt idx="1689">
                  <ns0:v>2.76890308839</ns0:v>
                </ns0:pt>
                <ns0:pt idx="1690">
                  <ns0:v>2.77054149259</ns0:v>
                </ns0:pt>
                <ns0:pt idx="1691">
                  <ns0:v>2.77217989678</ns0:v>
                </ns0:pt>
                <ns0:pt idx="1692">
                  <ns0:v>2.77381830097</ns0:v>
                </ns0:pt>
                <ns0:pt idx="1693">
                  <ns0:v>2.77545670517</ns0:v>
                </ns0:pt>
                <ns0:pt idx="1694">
                  <ns0:v>2.77709510936</ns0:v>
                </ns0:pt>
                <ns0:pt idx="1695">
                  <ns0:v>2.77873351356</ns0:v>
                </ns0:pt>
                <ns0:pt idx="1696">
                  <ns0:v>2.78037191775</ns0:v>
                </ns0:pt>
                <ns0:pt idx="1697">
                  <ns0:v>2.78201032195</ns0:v>
                </ns0:pt>
                <ns0:pt idx="1698">
                  <ns0:v>2.78364872614</ns0:v>
                </ns0:pt>
                <ns0:pt idx="1699">
                  <ns0:v>2.78528713034</ns0:v>
                </ns0:pt>
                <ns0:pt idx="1700">
                  <ns0:v>2.78692553453</ns0:v>
                </ns0:pt>
                <ns0:pt idx="1701">
                  <ns0:v>2.78856393872</ns0:v>
                </ns0:pt>
                <ns0:pt idx="1702">
                  <ns0:v>2.79020234292</ns0:v>
                </ns0:pt>
                <ns0:pt idx="1703">
                  <ns0:v>2.79184074711</ns0:v>
                </ns0:pt>
                <ns0:pt idx="1704">
                  <ns0:v>2.79347915131</ns0:v>
                </ns0:pt>
                <ns0:pt idx="1705">
                  <ns0:v>2.7951175555</ns0:v>
                </ns0:pt>
                <ns0:pt idx="1706">
                  <ns0:v>2.7967559597</ns0:v>
                </ns0:pt>
                <ns0:pt idx="1707">
                  <ns0:v>2.79839436389</ns0:v>
                </ns0:pt>
                <ns0:pt idx="1708">
                  <ns0:v>2.80003276808</ns0:v>
                </ns0:pt>
                <ns0:pt idx="1709">
                  <ns0:v>2.80167117228</ns0:v>
                </ns0:pt>
                <ns0:pt idx="1710">
                  <ns0:v>2.80330957647</ns0:v>
                </ns0:pt>
                <ns0:pt idx="1711">
                  <ns0:v>2.80494798067</ns0:v>
                </ns0:pt>
                <ns0:pt idx="1712">
                  <ns0:v>2.80658638486</ns0:v>
                </ns0:pt>
                <ns0:pt idx="1713">
                  <ns0:v>2.80822478906</ns0:v>
                </ns0:pt>
                <ns0:pt idx="1714">
                  <ns0:v>2.80986319325</ns0:v>
                </ns0:pt>
                <ns0:pt idx="1715">
                  <ns0:v>2.81150159744</ns0:v>
                </ns0:pt>
                <ns0:pt idx="1716">
                  <ns0:v>2.81314000164</ns0:v>
                </ns0:pt>
                <ns0:pt idx="1717">
                  <ns0:v>2.81477840583</ns0:v>
                </ns0:pt>
                <ns0:pt idx="1718">
                  <ns0:v>2.81641681003</ns0:v>
                </ns0:pt>
                <ns0:pt idx="1719">
                  <ns0:v>2.81805521422</ns0:v>
                </ns0:pt>
                <ns0:pt idx="1720">
                  <ns0:v>2.81969361842</ns0:v>
                </ns0:pt>
                <ns0:pt idx="1721">
                  <ns0:v>2.82133202261</ns0:v>
                </ns0:pt>
                <ns0:pt idx="1722">
                  <ns0:v>2.8229704268</ns0:v>
                </ns0:pt>
                <ns0:pt idx="1723">
                  <ns0:v>2.824608831</ns0:v>
                </ns0:pt>
                <ns0:pt idx="1724">
                  <ns0:v>2.82624723519</ns0:v>
                </ns0:pt>
                <ns0:pt idx="1725">
                  <ns0:v>2.82788563939</ns0:v>
                </ns0:pt>
                <ns0:pt idx="1726">
                  <ns0:v>2.82952404358</ns0:v>
                </ns0:pt>
                <ns0:pt idx="1727">
                  <ns0:v>2.83116244778</ns0:v>
                </ns0:pt>
                <ns0:pt idx="1728">
                  <ns0:v>2.83280085197</ns0:v>
                </ns0:pt>
                <ns0:pt idx="1729">
                  <ns0:v>2.83443925616</ns0:v>
                </ns0:pt>
                <ns0:pt idx="1730">
                  <ns0:v>2.83607766036</ns0:v>
                </ns0:pt>
                <ns0:pt idx="1731">
                  <ns0:v>2.83771606455</ns0:v>
                </ns0:pt>
                <ns0:pt idx="1732">
                  <ns0:v>2.83935446875</ns0:v>
                </ns0:pt>
                <ns0:pt idx="1733">
                  <ns0:v>2.84099287294</ns0:v>
                </ns0:pt>
                <ns0:pt idx="1734">
                  <ns0:v>2.84263127714</ns0:v>
                </ns0:pt>
                <ns0:pt idx="1735">
                  <ns0:v>2.84426968133</ns0:v>
                </ns0:pt>
                <ns0:pt idx="1736">
                  <ns0:v>2.84590808552</ns0:v>
                </ns0:pt>
                <ns0:pt idx="1737">
                  <ns0:v>2.84754648972</ns0:v>
                </ns0:pt>
                <ns0:pt idx="1738">
                  <ns0:v>2.84918489391</ns0:v>
                </ns0:pt>
                <ns0:pt idx="1739">
                  <ns0:v>2.85082329811</ns0:v>
                </ns0:pt>
                <ns0:pt idx="1740">
                  <ns0:v>2.8524617023</ns0:v>
                </ns0:pt>
                <ns0:pt idx="1741">
                  <ns0:v>2.8541001065</ns0:v>
                </ns0:pt>
                <ns0:pt idx="1742">
                  <ns0:v>2.85573851069</ns0:v>
                </ns0:pt>
                <ns0:pt idx="1743">
                  <ns0:v>2.85737691488</ns0:v>
                </ns0:pt>
                <ns0:pt idx="1744">
                  <ns0:v>2.85901531908</ns0:v>
                </ns0:pt>
                <ns0:pt idx="1745">
                  <ns0:v>2.86065372327</ns0:v>
                </ns0:pt>
                <ns0:pt idx="1746">
                  <ns0:v>2.86229212747</ns0:v>
                </ns0:pt>
                <ns0:pt idx="1747">
                  <ns0:v>2.86393053166</ns0:v>
                </ns0:pt>
                <ns0:pt idx="1748">
                  <ns0:v>2.86556893586</ns0:v>
                </ns0:pt>
                <ns0:pt idx="1749">
                  <ns0:v>2.86720734005</ns0:v>
                </ns0:pt>
                <ns0:pt idx="1750">
                  <ns0:v>2.86884574425</ns0:v>
                </ns0:pt>
                <ns0:pt idx="1751">
                  <ns0:v>2.87048414844</ns0:v>
                </ns0:pt>
                <ns0:pt idx="1752">
                  <ns0:v>2.87212255263</ns0:v>
                </ns0:pt>
                <ns0:pt idx="1753">
                  <ns0:v>2.87376095683</ns0:v>
                </ns0:pt>
                <ns0:pt idx="1754">
                  <ns0:v>2.87539936102</ns0:v>
                </ns0:pt>
                <ns0:pt idx="1755">
                  <ns0:v>2.87703776522</ns0:v>
                </ns0:pt>
                <ns0:pt idx="1756">
                  <ns0:v>2.87867616941</ns0:v>
                </ns0:pt>
                <ns0:pt idx="1757">
                  <ns0:v>2.88031457361</ns0:v>
                </ns0:pt>
                <ns0:pt idx="1758">
                  <ns0:v>2.8819529778</ns0:v>
                </ns0:pt>
                <ns0:pt idx="1759">
                  <ns0:v>2.88359138199</ns0:v>
                </ns0:pt>
                <ns0:pt idx="1760">
                  <ns0:v>2.88522978619</ns0:v>
                </ns0:pt>
                <ns0:pt idx="1761">
                  <ns0:v>2.88686819038</ns0:v>
                </ns0:pt>
                <ns0:pt idx="1762">
                  <ns0:v>2.88850659458</ns0:v>
                </ns0:pt>
                <ns0:pt idx="1763">
                  <ns0:v>2.89014499877</ns0:v>
                </ns0:pt>
                <ns0:pt idx="1764">
                  <ns0:v>2.89178340297</ns0:v>
                </ns0:pt>
                <ns0:pt idx="1765">
                  <ns0:v>2.89342180716</ns0:v>
                </ns0:pt>
                <ns0:pt idx="1766">
                  <ns0:v>2.89506021135</ns0:v>
                </ns0:pt>
                <ns0:pt idx="1767">
                  <ns0:v>2.89669861555</ns0:v>
                </ns0:pt>
                <ns0:pt idx="1768">
                  <ns0:v>2.89833701974</ns0:v>
                </ns0:pt>
                <ns0:pt idx="1769">
                  <ns0:v>2.89997542394</ns0:v>
                </ns0:pt>
                <ns0:pt idx="1770">
                  <ns0:v>2.90161382813</ns0:v>
                </ns0:pt>
                <ns0:pt idx="1771">
                  <ns0:v>2.90325223233</ns0:v>
                </ns0:pt>
                <ns0:pt idx="1772">
                  <ns0:v>2.90489063652</ns0:v>
                </ns0:pt>
                <ns0:pt idx="1773">
                  <ns0:v>2.90652904071</ns0:v>
                </ns0:pt>
                <ns0:pt idx="1774">
                  <ns0:v>2.90816744491</ns0:v>
                </ns0:pt>
                <ns0:pt idx="1775">
                  <ns0:v>2.9098058491</ns0:v>
                </ns0:pt>
                <ns0:pt idx="1776">
                  <ns0:v>2.9114442533</ns0:v>
                </ns0:pt>
                <ns0:pt idx="1777">
                  <ns0:v>2.91308265749</ns0:v>
                </ns0:pt>
                <ns0:pt idx="1778">
                  <ns0:v>2.91472106169</ns0:v>
                </ns0:pt>
                <ns0:pt idx="1779">
                  <ns0:v>2.91635946588</ns0:v>
                </ns0:pt>
                <ns0:pt idx="1780">
                  <ns0:v>2.91799787007</ns0:v>
                </ns0:pt>
                <ns0:pt idx="1781">
                  <ns0:v>2.91963627427</ns0:v>
                </ns0:pt>
                <ns0:pt idx="1782">
                  <ns0:v>2.92127467846</ns0:v>
                </ns0:pt>
                <ns0:pt idx="1783">
                  <ns0:v>2.92291308266</ns0:v>
                </ns0:pt>
                <ns0:pt idx="1784">
                  <ns0:v>2.92455148685</ns0:v>
                </ns0:pt>
                <ns0:pt idx="1785">
                  <ns0:v>2.92618989105</ns0:v>
                </ns0:pt>
                <ns0:pt idx="1786">
                  <ns0:v>2.92782829524</ns0:v>
                </ns0:pt>
                <ns0:pt idx="1787">
                  <ns0:v>2.92946669943</ns0:v>
                </ns0:pt>
                <ns0:pt idx="1788">
                  <ns0:v>2.93110510363</ns0:v>
                </ns0:pt>
                <ns0:pt idx="1789">
                  <ns0:v>2.93274350782</ns0:v>
                </ns0:pt>
                <ns0:pt idx="1790">
                  <ns0:v>2.93438191202</ns0:v>
                </ns0:pt>
                <ns0:pt idx="1791">
                  <ns0:v>2.93602031621</ns0:v>
                </ns0:pt>
                <ns0:pt idx="1792">
                  <ns0:v>2.93765872041</ns0:v>
                </ns0:pt>
                <ns0:pt idx="1793">
                  <ns0:v>2.9392971246</ns0:v>
                </ns0:pt>
                <ns0:pt idx="1794">
                  <ns0:v>2.94093552879</ns0:v>
                </ns0:pt>
                <ns0:pt idx="1795">
                  <ns0:v>2.94257393299</ns0:v>
                </ns0:pt>
                <ns0:pt idx="1796">
                  <ns0:v>2.94421233718</ns0:v>
                </ns0:pt>
                <ns0:pt idx="1797">
                  <ns0:v>2.94585074138</ns0:v>
                </ns0:pt>
                <ns0:pt idx="1798">
                  <ns0:v>2.94748914557</ns0:v>
                </ns0:pt>
                <ns0:pt idx="1799">
                  <ns0:v>2.94912754977</ns0:v>
                </ns0:pt>
                <ns0:pt idx="1800">
                  <ns0:v>2.95076595396</ns0:v>
                </ns0:pt>
                <ns0:pt idx="1801">
                  <ns0:v>2.95240435816</ns0:v>
                </ns0:pt>
                <ns0:pt idx="1802">
                  <ns0:v>2.95404276235</ns0:v>
                </ns0:pt>
                <ns0:pt idx="1803">
                  <ns0:v>2.95568116654</ns0:v>
                </ns0:pt>
                <ns0:pt idx="1804">
                  <ns0:v>2.95731957074</ns0:v>
                </ns0:pt>
                <ns0:pt idx="1805">
                  <ns0:v>2.95895797493</ns0:v>
                </ns0:pt>
                <ns0:pt idx="1806">
                  <ns0:v>2.96059637913</ns0:v>
                </ns0:pt>
                <ns0:pt idx="1807">
                  <ns0:v>2.96223478332</ns0:v>
                </ns0:pt>
                <ns0:pt idx="1808">
                  <ns0:v>2.96387318752</ns0:v>
                </ns0:pt>
                <ns0:pt idx="1809">
                  <ns0:v>2.96551159171</ns0:v>
                </ns0:pt>
                <ns0:pt idx="1810">
                  <ns0:v>2.9671499959</ns0:v>
                </ns0:pt>
                <ns0:pt idx="1811">
                  <ns0:v>2.9687884001</ns0:v>
                </ns0:pt>
                <ns0:pt idx="1812">
                  <ns0:v>2.97042680429</ns0:v>
                </ns0:pt>
                <ns0:pt idx="1813">
                  <ns0:v>2.97206520849</ns0:v>
                </ns0:pt>
                <ns0:pt idx="1814">
                  <ns0:v>2.97370361268</ns0:v>
                </ns0:pt>
                <ns0:pt idx="1815">
                  <ns0:v>2.97534201688</ns0:v>
                </ns0:pt>
                <ns0:pt idx="1816">
                  <ns0:v>2.97698042107</ns0:v>
                </ns0:pt>
                <ns0:pt idx="1817">
                  <ns0:v>2.97861882526</ns0:v>
                </ns0:pt>
                <ns0:pt idx="1818">
                  <ns0:v>2.98025722946</ns0:v>
                </ns0:pt>
                <ns0:pt idx="1819">
                  <ns0:v>2.98189563365</ns0:v>
                </ns0:pt>
                <ns0:pt idx="1820">
                  <ns0:v>2.98353403785</ns0:v>
                </ns0:pt>
                <ns0:pt idx="1821">
                  <ns0:v>2.98517244204</ns0:v>
                </ns0:pt>
                <ns0:pt idx="1822">
                  <ns0:v>2.98681084624</ns0:v>
                </ns0:pt>
                <ns0:pt idx="1823">
                  <ns0:v>2.98844925043</ns0:v>
                </ns0:pt>
                <ns0:pt idx="1824">
                  <ns0:v>2.99008765462</ns0:v>
                </ns0:pt>
                <ns0:pt idx="1825">
                  <ns0:v>2.99172605882</ns0:v>
                </ns0:pt>
                <ns0:pt idx="1826">
                  <ns0:v>2.99336446301</ns0:v>
                </ns0:pt>
                <ns0:pt idx="1827">
                  <ns0:v>2.99500286721</ns0:v>
                </ns0:pt>
                <ns0:pt idx="1828">
                  <ns0:v>2.9966412714</ns0:v>
                </ns0:pt>
                <ns0:pt idx="1829">
                  <ns0:v>2.9982796756</ns0:v>
                </ns0:pt>
                <ns0:pt idx="1830">
                  <ns0:v>2.99991807979</ns0:v>
                </ns0:pt>
                <ns0:pt idx="1831">
                  <ns0:v>3.00155648398</ns0:v>
                </ns0:pt>
                <ns0:pt idx="1832">
                  <ns0:v>3.00319488818</ns0:v>
                </ns0:pt>
                <ns0:pt idx="1833">
                  <ns0:v>3.00483329237</ns0:v>
                </ns0:pt>
                <ns0:pt idx="1834">
                  <ns0:v>3.00647169657</ns0:v>
                </ns0:pt>
                <ns0:pt idx="1835">
                  <ns0:v>3.00811010076</ns0:v>
                </ns0:pt>
                <ns0:pt idx="1836">
                  <ns0:v>3.00974850496</ns0:v>
                </ns0:pt>
                <ns0:pt idx="1837">
                  <ns0:v>3.01138690915</ns0:v>
                </ns0:pt>
                <ns0:pt idx="1838">
                  <ns0:v>3.01302531334</ns0:v>
                </ns0:pt>
                <ns0:pt idx="1839">
                  <ns0:v>3.01466371754</ns0:v>
                </ns0:pt>
                <ns0:pt idx="1840">
                  <ns0:v>3.01630212173</ns0:v>
                </ns0:pt>
                <ns0:pt idx="1841">
                  <ns0:v>3.01794052593</ns0:v>
                </ns0:pt>
                <ns0:pt idx="1842">
                  <ns0:v>3.01957893012</ns0:v>
                </ns0:pt>
                <ns0:pt idx="1843">
                  <ns0:v>3.02121733432</ns0:v>
                </ns0:pt>
                <ns0:pt idx="1844">
                  <ns0:v>3.02285573851</ns0:v>
                </ns0:pt>
                <ns0:pt idx="1845">
                  <ns0:v>3.02449414271</ns0:v>
                </ns0:pt>
                <ns0:pt idx="1846">
                  <ns0:v>3.0261325469</ns0:v>
                </ns0:pt>
                <ns0:pt idx="1847">
                  <ns0:v>3.02777095109</ns0:v>
                </ns0:pt>
                <ns0:pt idx="1848">
                  <ns0:v>3.02940935529</ns0:v>
                </ns0:pt>
                <ns0:pt idx="1849">
                  <ns0:v>3.03104775948</ns0:v>
                </ns0:pt>
                <ns0:pt idx="1850">
                  <ns0:v>3.03268616368</ns0:v>
                </ns0:pt>
                <ns0:pt idx="1851">
                  <ns0:v>3.03432456787</ns0:v>
                </ns0:pt>
                <ns0:pt idx="1852">
                  <ns0:v>3.03596297207</ns0:v>
                </ns0:pt>
                <ns0:pt idx="1853">
                  <ns0:v>3.03760137626</ns0:v>
                </ns0:pt>
                <ns0:pt idx="1854">
                  <ns0:v>3.03923978045</ns0:v>
                </ns0:pt>
                <ns0:pt idx="1855">
                  <ns0:v>3.04087818465</ns0:v>
                </ns0:pt>
                <ns0:pt idx="1856">
                  <ns0:v>3.04251658884</ns0:v>
                </ns0:pt>
                <ns0:pt idx="1857">
                  <ns0:v>3.04415499304</ns0:v>
                </ns0:pt>
                <ns0:pt idx="1858">
                  <ns0:v>3.04579339723</ns0:v>
                </ns0:pt>
                <ns0:pt idx="1859">
                  <ns0:v>3.04743180143</ns0:v>
                </ns0:pt>
                <ns0:pt idx="1860">
                  <ns0:v>3.04907020562</ns0:v>
                </ns0:pt>
                <ns0:pt idx="1861">
                  <ns0:v>3.05070860981</ns0:v>
                </ns0:pt>
                <ns0:pt idx="1862">
                  <ns0:v>3.05234701401</ns0:v>
                </ns0:pt>
                <ns0:pt idx="1863">
                  <ns0:v>3.0539854182</ns0:v>
                </ns0:pt>
                <ns0:pt idx="1864">
                  <ns0:v>3.0556238224</ns0:v>
                </ns0:pt>
                <ns0:pt idx="1865">
                  <ns0:v>3.05726222659</ns0:v>
                </ns0:pt>
                <ns0:pt idx="1866">
                  <ns0:v>3.05890063079</ns0:v>
                </ns0:pt>
                <ns0:pt idx="1867">
                  <ns0:v>3.06053903498</ns0:v>
                </ns0:pt>
                <ns0:pt idx="1868">
                  <ns0:v>3.06217743917</ns0:v>
                </ns0:pt>
                <ns0:pt idx="1869">
                  <ns0:v>3.06381584337</ns0:v>
                </ns0:pt>
                <ns0:pt idx="1870">
                  <ns0:v>3.06545424756</ns0:v>
                </ns0:pt>
                <ns0:pt idx="1871">
                  <ns0:v>3.06709265176</ns0:v>
                </ns0:pt>
                <ns0:pt idx="1872">
                  <ns0:v>3.06873105595</ns0:v>
                </ns0:pt>
                <ns0:pt idx="1873">
                  <ns0:v>3.07036946015</ns0:v>
                </ns0:pt>
                <ns0:pt idx="1874">
                  <ns0:v>3.07200786434</ns0:v>
                </ns0:pt>
                <ns0:pt idx="1875">
                  <ns0:v>3.07364626853</ns0:v>
                </ns0:pt>
                <ns0:pt idx="1876">
                  <ns0:v>3.07528467273</ns0:v>
                </ns0:pt>
                <ns0:pt idx="1877">
                  <ns0:v>3.07692307692</ns0:v>
                </ns0:pt>
                <ns0:pt idx="1878">
                  <ns0:v>3.07856148112</ns0:v>
                </ns0:pt>
                <ns0:pt idx="1879">
                  <ns0:v>3.08019988531</ns0:v>
                </ns0:pt>
                <ns0:pt idx="1880">
                  <ns0:v>3.08183828951</ns0:v>
                </ns0:pt>
                <ns0:pt idx="1881">
                  <ns0:v>3.0834766937</ns0:v>
                </ns0:pt>
                <ns0:pt idx="1882">
                  <ns0:v>3.08511509789</ns0:v>
                </ns0:pt>
                <ns0:pt idx="1883">
                  <ns0:v>3.08675350209</ns0:v>
                </ns0:pt>
                <ns0:pt idx="1884">
                  <ns0:v>3.08839190628</ns0:v>
                </ns0:pt>
                <ns0:pt idx="1885">
                  <ns0:v>3.09003031048</ns0:v>
                </ns0:pt>
                <ns0:pt idx="1886">
                  <ns0:v>3.09166871467</ns0:v>
                </ns0:pt>
                <ns0:pt idx="1887">
                  <ns0:v>3.09330711887</ns0:v>
                </ns0:pt>
                <ns0:pt idx="1888">
                  <ns0:v>3.09494552306</ns0:v>
                </ns0:pt>
                <ns0:pt idx="1889">
                  <ns0:v>3.09658392725</ns0:v>
                </ns0:pt>
                <ns0:pt idx="1890">
                  <ns0:v>3.09822233145</ns0:v>
                </ns0:pt>
                <ns0:pt idx="1891">
                  <ns0:v>3.09986073564</ns0:v>
                </ns0:pt>
                <ns0:pt idx="1892">
                  <ns0:v>3.10149913984</ns0:v>
                </ns0:pt>
                <ns0:pt idx="1893">
                  <ns0:v>3.10313754403</ns0:v>
                </ns0:pt>
                <ns0:pt idx="1894">
                  <ns0:v>3.10477594823</ns0:v>
                </ns0:pt>
                <ns0:pt idx="1895">
                  <ns0:v>3.10641435242</ns0:v>
                </ns0:pt>
                <ns0:pt idx="1896">
                  <ns0:v>3.10805275662</ns0:v>
                </ns0:pt>
                <ns0:pt idx="1897">
                  <ns0:v>3.10969116081</ns0:v>
                </ns0:pt>
                <ns0:pt idx="1898">
                  <ns0:v>3.111329565</ns0:v>
                </ns0:pt>
                <ns0:pt idx="1899">
                  <ns0:v>3.1129679692</ns0:v>
                </ns0:pt>
                <ns0:pt idx="1900">
                  <ns0:v>3.11460637339</ns0:v>
                </ns0:pt>
                <ns0:pt idx="1901">
                  <ns0:v>3.11624477759</ns0:v>
                </ns0:pt>
                <ns0:pt idx="1902">
                  <ns0:v>3.11788318178</ns0:v>
                </ns0:pt>
                <ns0:pt idx="1903">
                  <ns0:v>3.11952158598</ns0:v>
                </ns0:pt>
                <ns0:pt idx="1904">
                  <ns0:v>3.12115999017</ns0:v>
                </ns0:pt>
                <ns0:pt idx="1905">
                  <ns0:v>3.12279839436</ns0:v>
                </ns0:pt>
                <ns0:pt idx="1906">
                  <ns0:v>3.12443679856</ns0:v>
                </ns0:pt>
                <ns0:pt idx="1907">
                  <ns0:v>3.12607520275</ns0:v>
                </ns0:pt>
                <ns0:pt idx="1908">
                  <ns0:v>3.12771360695</ns0:v>
                </ns0:pt>
                <ns0:pt idx="1909">
                  <ns0:v>3.12935201114</ns0:v>
                </ns0:pt>
                <ns0:pt idx="1910">
                  <ns0:v>3.13099041534</ns0:v>
                </ns0:pt>
                <ns0:pt idx="1911">
                  <ns0:v>3.13262881953</ns0:v>
                </ns0:pt>
                <ns0:pt idx="1912">
                  <ns0:v>3.13426722372</ns0:v>
                </ns0:pt>
                <ns0:pt idx="1913">
                  <ns0:v>3.13590562792</ns0:v>
                </ns0:pt>
                <ns0:pt idx="1914">
                  <ns0:v>3.13754403211</ns0:v>
                </ns0:pt>
                <ns0:pt idx="1915">
                  <ns0:v>3.13918243631</ns0:v>
                </ns0:pt>
                <ns0:pt idx="1916">
                  <ns0:v>3.1408208405</ns0:v>
                </ns0:pt>
                <ns0:pt idx="1917">
                  <ns0:v>3.1424592447</ns0:v>
                </ns0:pt>
                <ns0:pt idx="1918">
                  <ns0:v>3.14409764889</ns0:v>
                </ns0:pt>
                <ns0:pt idx="1919">
                  <ns0:v>3.14573605308</ns0:v>
                </ns0:pt>
                <ns0:pt idx="1920">
                  <ns0:v>3.14737445728</ns0:v>
                </ns0:pt>
                <ns0:pt idx="1921">
                  <ns0:v>3.14901286147</ns0:v>
                </ns0:pt>
                <ns0:pt idx="1922">
                  <ns0:v>3.15065126567</ns0:v>
                </ns0:pt>
                <ns0:pt idx="1923">
                  <ns0:v>3.15228966986</ns0:v>
                </ns0:pt>
                <ns0:pt idx="1924">
                  <ns0:v>3.15392807406</ns0:v>
                </ns0:pt>
                <ns0:pt idx="1925">
                  <ns0:v>3.15556647825</ns0:v>
                </ns0:pt>
                <ns0:pt idx="1926">
                  <ns0:v>3.15720488244</ns0:v>
                </ns0:pt>
                <ns0:pt idx="1927">
                  <ns0:v>3.15884328664</ns0:v>
                </ns0:pt>
                <ns0:pt idx="1928">
                  <ns0:v>3.16048169083</ns0:v>
                </ns0:pt>
                <ns0:pt idx="1929">
                  <ns0:v>3.16212009503</ns0:v>
                </ns0:pt>
                <ns0:pt idx="1930">
                  <ns0:v>3.16375849922</ns0:v>
                </ns0:pt>
                <ns0:pt idx="1931">
                  <ns0:v>3.16539690342</ns0:v>
                </ns0:pt>
                <ns0:pt idx="1932">
                  <ns0:v>3.16703530761</ns0:v>
                </ns0:pt>
                <ns0:pt idx="1933">
                  <ns0:v>3.1686737118</ns0:v>
                </ns0:pt>
                <ns0:pt idx="1934">
                  <ns0:v>3.170312116</ns0:v>
                </ns0:pt>
                <ns0:pt idx="1935">
                  <ns0:v>3.17195052019</ns0:v>
                </ns0:pt>
                <ns0:pt idx="1936">
                  <ns0:v>3.17358892439</ns0:v>
                </ns0:pt>
                <ns0:pt idx="1937">
                  <ns0:v>3.17522732858</ns0:v>
                </ns0:pt>
                <ns0:pt idx="1938">
                  <ns0:v>3.17686573278</ns0:v>
                </ns0:pt>
                <ns0:pt idx="1939">
                  <ns0:v>3.17850413697</ns0:v>
                </ns0:pt>
                <ns0:pt idx="1940">
                  <ns0:v>3.18014254116</ns0:v>
                </ns0:pt>
                <ns0:pt idx="1941">
                  <ns0:v>3.18178094536</ns0:v>
                </ns0:pt>
                <ns0:pt idx="1942">
                  <ns0:v>3.18341934955</ns0:v>
                </ns0:pt>
                <ns0:pt idx="1943">
                  <ns0:v>3.18505775375</ns0:v>
                </ns0:pt>
                <ns0:pt idx="1944">
                  <ns0:v>3.18669615794</ns0:v>
                </ns0:pt>
                <ns0:pt idx="1945">
                  <ns0:v>3.18833456214</ns0:v>
                </ns0:pt>
                <ns0:pt idx="1946">
                  <ns0:v>3.18997296633</ns0:v>
                </ns0:pt>
                <ns0:pt idx="1947">
                  <ns0:v>3.19161137053</ns0:v>
                </ns0:pt>
                <ns0:pt idx="1948">
                  <ns0:v>3.19324977472</ns0:v>
                </ns0:pt>
                <ns0:pt idx="1949">
                  <ns0:v>3.19488817891</ns0:v>
                </ns0:pt>
                <ns0:pt idx="1950">
                  <ns0:v>3.19652658311</ns0:v>
                </ns0:pt>
                <ns0:pt idx="1951">
                  <ns0:v>3.1981649873</ns0:v>
                </ns0:pt>
                <ns0:pt idx="1952">
                  <ns0:v>3.1998033915</ns0:v>
                </ns0:pt>
                <ns0:pt idx="1953">
                  <ns0:v>3.20144179569</ns0:v>
                </ns0:pt>
                <ns0:pt idx="1954">
                  <ns0:v>3.20308019989</ns0:v>
                </ns0:pt>
                <ns0:pt idx="1955">
                  <ns0:v>3.20471860408</ns0:v>
                </ns0:pt>
                <ns0:pt idx="1956">
                  <ns0:v>3.20635700827</ns0:v>
                </ns0:pt>
                <ns0:pt idx="1957">
                  <ns0:v>3.20799541247</ns0:v>
                </ns0:pt>
                <ns0:pt idx="1958">
                  <ns0:v>3.20963381666</ns0:v>
                </ns0:pt>
                <ns0:pt idx="1959">
                  <ns0:v>3.21127222086</ns0:v>
                </ns0:pt>
                <ns0:pt idx="1960">
                  <ns0:v>3.21291062505</ns0:v>
                </ns0:pt>
                <ns0:pt idx="1961">
                  <ns0:v>3.21454902925</ns0:v>
                </ns0:pt>
                <ns0:pt idx="1962">
                  <ns0:v>3.21618743344</ns0:v>
                </ns0:pt>
                <ns0:pt idx="1963">
                  <ns0:v>3.21782583763</ns0:v>
                </ns0:pt>
                <ns0:pt idx="1964">
                  <ns0:v>3.21946424183</ns0:v>
                </ns0:pt>
                <ns0:pt idx="1965">
                  <ns0:v>3.22110264602</ns0:v>
                </ns0:pt>
                <ns0:pt idx="1966">
                  <ns0:v>3.22274105022</ns0:v>
                </ns0:pt>
                <ns0:pt idx="1967">
                  <ns0:v>3.22437945441</ns0:v>
                </ns0:pt>
                <ns0:pt idx="1968">
                  <ns0:v>3.22601785861</ns0:v>
                </ns0:pt>
                <ns0:pt idx="1969">
                  <ns0:v>3.2276562628</ns0:v>
                </ns0:pt>
                <ns0:pt idx="1970">
                  <ns0:v>3.22929466699</ns0:v>
                </ns0:pt>
                <ns0:pt idx="1971">
                  <ns0:v>3.23093307119</ns0:v>
                </ns0:pt>
                <ns0:pt idx="1972">
                  <ns0:v>3.23257147538</ns0:v>
                </ns0:pt>
                <ns0:pt idx="1973">
                  <ns0:v>3.23420987958</ns0:v>
                </ns0:pt>
                <ns0:pt idx="1974">
                  <ns0:v>3.23584828377</ns0:v>
                </ns0:pt>
                <ns0:pt idx="1975">
                  <ns0:v>3.23748668797</ns0:v>
                </ns0:pt>
                <ns0:pt idx="1976">
                  <ns0:v>3.23912509216</ns0:v>
                </ns0:pt>
                <ns0:pt idx="1977">
                  <ns0:v>3.24076349635</ns0:v>
                </ns0:pt>
                <ns0:pt idx="1978">
                  <ns0:v>3.24240190055</ns0:v>
                </ns0:pt>
                <ns0:pt idx="1979">
                  <ns0:v>3.24404030474</ns0:v>
                </ns0:pt>
                <ns0:pt idx="1980">
                  <ns0:v>3.24567870894</ns0:v>
                </ns0:pt>
                <ns0:pt idx="1981">
                  <ns0:v>3.24731711313</ns0:v>
                </ns0:pt>
                <ns0:pt idx="1982">
                  <ns0:v>3.24895551733</ns0:v>
                </ns0:pt>
                <ns0:pt idx="1983">
                  <ns0:v>3.25059392152</ns0:v>
                </ns0:pt>
                <ns0:pt idx="1984">
                  <ns0:v>3.25223232571</ns0:v>
                </ns0:pt>
                <ns0:pt idx="1985">
                  <ns0:v>3.25387072991</ns0:v>
                </ns0:pt>
                <ns0:pt idx="1986">
                  <ns0:v>3.2555091341</ns0:v>
                </ns0:pt>
                <ns0:pt idx="1987">
                  <ns0:v>3.2571475383</ns0:v>
                </ns0:pt>
                <ns0:pt idx="1988">
                  <ns0:v>3.25878594249</ns0:v>
                </ns0:pt>
                <ns0:pt idx="1989">
                  <ns0:v>3.26042434669</ns0:v>
                </ns0:pt>
                <ns0:pt idx="1990">
                  <ns0:v>3.26206275088</ns0:v>
                </ns0:pt>
                <ns0:pt idx="1991">
                  <ns0:v>3.26370115507</ns0:v>
                </ns0:pt>
                <ns0:pt idx="1992">
                  <ns0:v>3.26533955927</ns0:v>
                </ns0:pt>
                <ns0:pt idx="1993">
                  <ns0:v>3.26697796346</ns0:v>
                </ns0:pt>
                <ns0:pt idx="1994">
                  <ns0:v>3.26861636766</ns0:v>
                </ns0:pt>
                <ns0:pt idx="1995">
                  <ns0:v>3.27025477185</ns0:v>
                </ns0:pt>
                <ns0:pt idx="1996">
                  <ns0:v>3.27189317605</ns0:v>
                </ns0:pt>
                <ns0:pt idx="1997">
                  <ns0:v>3.27353158024</ns0:v>
                </ns0:pt>
              </ns0:numCache>
            </ns0:numRef>
          </ns0:xVal>
          <ns0:yVal>
            <ns0:numRef>
              <ns0:f>'Chart Data'!$B$2:$B$1999</ns0:f>
              <ns0:numCache>
                <ns0:formatCode>0</ns0:formatCode>
                <ns0:ptCount val="1998"/>
                <ns0:pt idx="0">
                  <ns0:v>5.8498318753</ns0:v>
                </ns0:pt>
                <ns0:pt idx="1">
                  <ns0:v>8.16355881394</ns0:v>
                </ns0:pt>
                <ns0:pt idx="2">
                  <ns0:v>7.13640547544</ns0:v>
                </ns0:pt>
                <ns0:pt idx="3">
                  <ns0:v>4.06954714168</ns0:v>
                </ns0:pt>
                <ns0:pt idx="4">
                  <ns0:v>-2.17628090226</ns0:v>
                </ns0:pt>
                <ns0:pt idx="5">
                  <ns0:v>-8.23536816027</ns0:v>
                </ns0:pt>
                <ns0:pt idx="6">
                  <ns0:v>-9.99104495838</ns0:v>
                </ns0:pt>
                <ns0:pt idx="7">
                  <ns0:v>-5.57474549019</ns0:v>
                </ns0:pt>
                <ns0:pt idx="8">
                  <ns0:v>0.491560648087</ns0:v>
                </ns0:pt>
                <ns0:pt idx="9">
                  <ns0:v>5.15766516214</ns0:v>
                </ns0:pt>
                <ns0:pt idx="10">
                  <ns0:v>8.09600409095</ns0:v>
                </ns0:pt>
                <ns0:pt idx="11">
                  <ns0:v>7.43595928722</ns0:v>
                </ns0:pt>
                <ns0:pt idx="12">
                  <ns0:v>4.57420652269</ns0:v>
                </ns0:pt>
                <ns0:pt idx="13">
                  <ns0:v>0.513476103948</ns0:v>
                </ns0:pt>
                <ns0:pt idx="14">
                  <ns0:v>-4.41664788191</ns0:v>
                </ns0:pt>
                <ns0:pt idx="15">
                  <ns0:v>-6.55436355156</ns0:v>
                </ns0:pt>
                <ns0:pt idx="16">
                  <ns0:v>-3.85886150187</ns0:v>
                </ns0:pt>
                <ns0:pt idx="17">
                  <ns0:v>-0.463938695707</ns0:v>
                </ns0:pt>
                <ns0:pt idx="18">
                  <ns0:v>-1.04712730338</ns0:v>
                </ns0:pt>
                <ns0:pt idx="19">
                  <ns0:v>-2.43410521403</ns0:v>
                </ns0:pt>
                <ns0:pt idx="20">
                  <ns0:v>0.897725011034</ns0:v>
                </ns0:pt>
                <ns0:pt idx="21">
                  <ns0:v>3.49193008303</ns0:v>
                </ns0:pt>
                <ns0:pt idx="22">
                  <ns0:v>3.03858693272</ns0:v>
                </ns0:pt>
                <ns0:pt idx="23">
                  <ns0:v>2.48468935668</ns0:v>
                </ns0:pt>
                <ns0:pt idx="24">
                  <ns0:v>2.48695166028</ns0:v>
                </ns0:pt>
                <ns0:pt idx="25">
                  <ns0:v>1.31957940017</ns0:v>
                </ns0:pt>
                <ns0:pt idx="26">
                  <ns0:v>-1.2940642832</ns0:v>
                </ns0:pt>
                <ns0:pt idx="27">
                  <ns0:v>-2.2977363055</ns0:v>
                </ns0:pt>
                <ns0:pt idx="28">
                  <ns0:v>-1.3293676382</ns0:v>
                </ns0:pt>
                <ns0:pt idx="29">
                  <ns0:v>-0.711998174375</ns0:v>
                </ns0:pt>
                <ns0:pt idx="30">
                  <ns0:v>-0.289825894411</ns0:v>
                </ns0:pt>
                <ns0:pt idx="31">
                  <ns0:v>1.00112020005</ns0:v>
                </ns0:pt>
                <ns0:pt idx="32">
                  <ns0:v>3.00092963186</ns0:v>
                </ns0:pt>
                <ns0:pt idx="33">
                  <ns0:v>3.54484414373</ns0:v>
                </ns0:pt>
                <ns0:pt idx="34">
                  <ns0:v>0.193557221727</ns0:v>
                </ns0:pt>
                <ns0:pt idx="35">
                  <ns0:v>-3.55816650771</ns0:v>
                </ns0:pt>
                <ns0:pt idx="36">
                  <ns0:v>-3.33987859247</ns0:v>
                </ns0:pt>
                <ns0:pt idx="37">
                  <ns0:v>-4.30796528184</ns0:v>
                </ns0:pt>
                <ns0:pt idx="38">
                  <ns0:v>-6.24997436442</ns0:v>
                </ns0:pt>
                <ns0:pt idx="39">
                  <ns0:v>-0.728927628812</ns0:v>
                </ns0:pt>
                <ns0:pt idx="40">
                  <ns0:v>6.82200060425</ns0:v>
                </ns0:pt>
                <ns0:pt idx="41">
                  <ns0:v>9.70201250714</ns0:v>
                </ns0:pt>
                <ns0:pt idx="42">
                  <ns0:v>7.37862845933</ns0:v>
                </ns0:pt>
                <ns0:pt idx="43">
                  <ns0:v>3.41391492104</ns0:v>
                </ns0:pt>
                <ns0:pt idx="44">
                  <ns0:v>-1.47392784097</ns0:v>
                </ns0:pt>
                <ns0:pt idx="45">
                  <ns0:v>-6.77830051654</ns0:v>
                </ns0:pt>
                <ns0:pt idx="46">
                  <ns0:v>-8.61939249853</ns0:v>
                </ns0:pt>
                <ns0:pt idx="47">
                  <ns0:v>-6.05614510008</ns0:v>
                </ns0:pt>
                <ns0:pt idx="48">
                  <ns0:v>-3.09251343631</ns0:v>
                </ns0:pt>
                <ns0:pt idx="49">
                  <ns0:v>-1.8780476137</ns0:v>
                </ns0:pt>
                <ns0:pt idx="50">
                  <ns0:v>3.51464871269</ns0:v>
                </ns0:pt>
                <ns0:pt idx="51">
                  <ns0:v>9.94233199637</ns0:v>
                </ns0:pt>
                <ns0:pt idx="52">
                  <ns0:v>8.65326887623</ns0:v>
                </ns0:pt>
                <ns0:pt idx="53">
                  <ns0:v>3.70047072944</ns0:v>
                </ns0:pt>
                <ns0:pt idx="54">
                  <ns0:v>3.50227271762</ns0:v>
                </ns0:pt>
                <ns0:pt idx="55">
                  <ns0:v>5.73302834517</ns0:v>
                </ns0:pt>
                <ns0:pt idx="56">
                  <ns0:v>5.24032919896</ns0:v>
                </ns0:pt>
                <ns0:pt idx="57">
                  <ns0:v>7.68288461037</ns0:v>
                </ns0:pt>
                <ns0:pt idx="58">
                  <ns0:v>5.34417979713</ns0:v>
                </ns0:pt>
                <ns0:pt idx="59">
                  <ns0:v>-6.19794535325</ns0:v>
                </ns0:pt>
                <ns0:pt idx="60">
                  <ns0:v>-15.2525218797</ns0:v>
                </ns0:pt>
                <ns0:pt idx="61">
                  <ns0:v>-10.8143420292</ns0:v>
                </ns0:pt>
                <ns0:pt idx="62">
                  <ns0:v>-0.45813626813</ns0:v>
                </ns0:pt>
                <ns0:pt idx="63">
                  <ns0:v>7.54795764308</ns0:v>
                </ns0:pt>
                <ns0:pt idx="64">
                  <ns0:v>11.5585496197</ns0:v>
                </ns0:pt>
                <ns0:pt idx="65">
                  <ns0:v>7.37742927556</ns0:v>
                </ns0:pt>
                <ns0:pt idx="66">
                  <ns0:v>-0.907262595216</ns0:v>
                </ns0:pt>
                <ns0:pt idx="67">
                  <ns0:v>-4.21445868969</ns0:v>
                </ns0:pt>
                <ns0:pt idx="68">
                  <ns0:v>-6.02793392025</ns0:v>
                </ns0:pt>
                <ns0:pt idx="69">
                  <ns0:v>-5.7387840924</ns0:v>
                </ns0:pt>
                <ns0:pt idx="70">
                  <ns0:v>-2.31325164285</ns0:v>
                </ns0:pt>
                <ns0:pt idx="71">
                  <ns0:v>1.71329636567</ns0:v>
                </ns0:pt>
                <ns0:pt idx="72">
                  <ns0:v>4.63874450639</ns0:v>
                </ns0:pt>
                <ns0:pt idx="73">
                  <ns0:v>5.97657131841</ns0:v>
                </ns0:pt>
                <ns0:pt idx="74">
                  <ns0:v>4.6348859186</ns0:v>
                </ns0:pt>
                <ns0:pt idx="75">
                  <ns0:v>1.9790609417</ns0:v>
                </ns0:pt>
                <ns0:pt idx="76">
                  <ns0:v>-0.448038735042</ns0:v>
                </ns0:pt>
                <ns0:pt idx="77">
                  <ns0:v>-2.3893459302</ns0:v>
                </ns0:pt>
                <ns0:pt idx="78">
                  <ns0:v>-4.35881955705</ns0:v>
                </ns0:pt>
                <ns0:pt idx="79">
                  <ns0:v>-4.70925187105</ns0:v>
                </ns0:pt>
                <ns0:pt idx="80">
                  <ns0:v>-1.87613540929</ns0:v>
                </ns0:pt>
                <ns0:pt idx="81">
                  <ns0:v>3.53396440614</ns0:v>
                </ns0:pt>
                <ns0:pt idx="82">
                  <ns0:v>7.73419158474</ns0:v>
                </ns0:pt>
                <ns0:pt idx="83">
                  <ns0:v>6.16151163649</ns0:v>
                </ns0:pt>
                <ns0:pt idx="84">
                  <ns0:v>2.59971615183</ns0:v>
                </ns0:pt>
                <ns0:pt idx="85">
                  <ns0:v>-1.15581195142</ns0:v>
                </ns0:pt>
                <ns0:pt idx="86">
                  <ns0:v>-5.09201351008</ns0:v>
                </ns0:pt>
                <ns0:pt idx="87">
                  <ns0:v>-6.66599248455</ns0:v>
                </ns0:pt>
                <ns0:pt idx="88">
                  <ns0:v>-4.27196313324</ns0:v>
                </ns0:pt>
                <ns0:pt idx="89">
                  <ns0:v>-0.6084215424</ns0:v>
                </ns0:pt>
                <ns0:pt idx="90">
                  <ns0:v>3.74959407454</ns0:v>
                </ns0:pt>
                <ns0:pt idx="91">
                  <ns0:v>7.16750638757</ns0:v>
                </ns0:pt>
                <ns0:pt idx="92">
                  <ns0:v>6.18435130853</ns0:v>
                </ns0:pt>
                <ns0:pt idx="93">
                  <ns0:v>1.37174961345</ns0:v>
                </ns0:pt>
                <ns0:pt idx="94">
                  <ns0:v>-2.73851066924</ns0:v>
                </ns0:pt>
                <ns0:pt idx="95">
                  <ns0:v>-4.34259611321</ns0:v>
                </ns0:pt>
                <ns0:pt idx="96">
                  <ns0:v>-2.44994601091</ns0:v>
                </ns0:pt>
                <ns0:pt idx="97">
                  <ns0:v>0.894643703451</ns0:v>
                </ns0:pt>
                <ns0:pt idx="98">
                  <ns0:v>2.7285704987</ns0:v>
                </ns0:pt>
                <ns0:pt idx="99">
                  <ns0:v>2.8451144511</ns0:v>
                </ns0:pt>
                <ns0:pt idx="100">
                  <ns0:v>3.31481742623</ns0:v>
                </ns0:pt>
                <ns0:pt idx="101">
                  <ns0:v>0.346061532273</ns0:v>
                </ns0:pt>
                <ns0:pt idx="102">
                  <ns0:v>-4.57539778279</ns0:v>
                </ns0:pt>
                <ns0:pt idx="103">
                  <ns0:v>-6.00253982662</ns0:v>
                </ns0:pt>
                <ns0:pt idx="104">
                  <ns0:v>-3.49426400383</ns0:v>
                </ns0:pt>
                <ns0:pt idx="105">
                  <ns0:v>-1.18402991076</ns0:v>
                </ns0:pt>
                <ns0:pt idx="106">
                  <ns0:v>1.32630298838</ns0:v>
                </ns0:pt>
                <ns0:pt idx="107">
                  <ns0:v>4.5427207351</ns0:v>
                </ns0:pt>
                <ns0:pt idx="108">
                  <ns0:v>4.39546912048</ns0:v>
                </ns0:pt>
                <ns0:pt idx="109">
                  <ns0:v>0.939624216362</ns0:v>
                </ns0:pt>
                <ns0:pt idx="110">
                  <ns0:v>-2.00172556918</ns0:v>
                </ns0:pt>
                <ns0:pt idx="111">
                  <ns0:v>-3.86665417351</ns0:v>
                </ns0:pt>
                <ns0:pt idx="112">
                  <ns0:v>-4.53186795874</ns0:v>
                </ns0:pt>
                <ns0:pt idx="113">
                  <ns0:v>-2.2740777458</ns0:v>
                </ns0:pt>
                <ns0:pt idx="114">
                  <ns0:v>1.19105676183</ns0:v>
                </ns0:pt>
                <ns0:pt idx="115">
                  <ns0:v>3.23401034053</ns0:v>
                </ns0:pt>
                <ns0:pt idx="116">
                  <ns0:v>3.72938582815</ns0:v>
                </ns0:pt>
                <ns0:pt idx="117">
                  <ns0:v>2.29680184694</ns0:v>
                </ns0:pt>
                <ns0:pt idx="118">
                  <ns0:v>0.231262857686</ns0:v>
                </ns0:pt>
                <ns0:pt idx="119">
                  <ns0:v>-0.746398850044</ns0:v>
                </ns0:pt>
                <ns0:pt idx="120">
                  <ns0:v>-0.731008297814</ns0:v>
                </ns0:pt>
                <ns0:pt idx="121">
                  <ns0:v>-0.497407210333</ns0:v>
                </ns0:pt>
                <ns0:pt idx="122">
                  <ns0:v>0.338068007349</ns0:v>
                </ns0:pt>
                <ns0:pt idx="123">
                  <ns0:v>2.31240461556</ns0:v>
                </ns0:pt>
                <ns0:pt idx="124">
                  <ns0:v>3.9340514047</ns0:v>
                </ns0:pt>
                <ns0:pt idx="125">
                  <ns0:v>3.66505535797</ns0:v>
                </ns0:pt>
                <ns0:pt idx="126">
                  <ns0:v>-0.65354533165</ns0:v>
                </ns0:pt>
                <ns0:pt idx="127">
                  <ns0:v>-4.27900541985</ns0:v>
                </ns0:pt>
                <ns0:pt idx="128">
                  <ns0:v>-3.93937847326</ns0:v>
                </ns0:pt>
                <ns0:pt idx="129">
                  <ns0:v>-1.10767815993</ns0:v>
                </ns0:pt>
                <ns0:pt idx="130">
                  <ns0:v>4.29884675606</ns0:v>
                </ns0:pt>
                <ns0:pt idx="131">
                  <ns0:v>6.41981830714</ns0:v>
                </ns0:pt>
                <ns0:pt idx="132">
                  <ns0:v>4.43446549307</ns0:v>
                </ns0:pt>
                <ns0:pt idx="133">
                  <ns0:v>2.07973794198</ns0:v>
                </ns0:pt>
                <ns0:pt idx="134">
                  <ns0:v>-1.02109178855</ns0:v>
                </ns0:pt>
                <ns0:pt idx="135">
                  <ns0:v>-3.98579027941</ns0:v>
                </ns0:pt>
                <ns0:pt idx="136">
                  <ns0:v>-4.62380176012</ns0:v>
                </ns0:pt>
                <ns0:pt idx="137">
                  <ns0:v>-2.28109030509</ns0:v>
                </ns0:pt>
                <ns0:pt idx="138">
                  <ns0:v>1.13750787357</ns0:v>
                </ns0:pt>
                <ns0:pt idx="139">
                  <ns0:v>3.0102222405</ns0:v>
                </ns0:pt>
                <ns0:pt idx="140">
                  <ns0:v>3.11457023045</ns0:v>
                </ns0:pt>
                <ns0:pt idx="141">
                  <ns0:v>3.12675447424</ns0:v>
                </ns0:pt>
                <ns0:pt idx="142">
                  <ns0:v>0.650780857933</ns0:v>
                </ns0:pt>
                <ns0:pt idx="143">
                  <ns0:v>-3.55159113454</ns0:v>
                </ns0:pt>
                <ns0:pt idx="144">
                  <ns0:v>-5.53066375845</ns0:v>
                </ns0:pt>
                <ns0:pt idx="145">
                  <ns0:v>-3.5114893765</ns0:v>
                </ns0:pt>
                <ns0:pt idx="146">
                  <ns0:v>-0.785642100517</ns0:v>
                </ns0:pt>
                <ns0:pt idx="147">
                  <ns0:v>0.715871743571</ns0:v>
                </ns0:pt>
                <ns0:pt idx="148">
                  <ns0:v>-0.221713038469</ns0:v>
                </ns0:pt>
                <ns0:pt idx="149">
                  <ns0:v>1.07637108495</ns0:v>
                </ns0:pt>
                <ns0:pt idx="150">
                  <ns0:v>3.43746654787</ns0:v>
                </ns0:pt>
                <ns0:pt idx="151">
                  <ns0:v>2.56291959396</ns0:v>
                </ns0:pt>
                <ns0:pt idx="152">
                  <ns0:v>1.0678693851</ns0:v>
                </ns0:pt>
                <ns0:pt idx="153">
                  <ns0:v>-1.16068338281</ns0:v>
                </ns0:pt>
                <ns0:pt idx="154">
                  <ns0:v>-2.78388684356</ns0:v>
                </ns0:pt>
                <ns0:pt idx="155">
                  <ns0:v>-3.60140803134</ns0:v>
                </ns0:pt>
                <ns0:pt idx="156">
                  <ns0:v>-2.05694392213</ns0:v>
                </ns0:pt>
                <ns0:pt idx="157">
                  <ns0:v>1.01135511583</ns0:v>
                </ns0:pt>
                <ns0:pt idx="158">
                  <ns0:v>3.56514148193</ns0:v>
                </ns0:pt>
                <ns0:pt idx="159">
                  <ns0:v>4.48126269837</ns0:v>
                </ns0:pt>
                <ns0:pt idx="160">
                  <ns0:v>3.50612306731</ns0:v>
                </ns0:pt>
                <ns0:pt idx="161">
                  <ns0:v>1.40522358287</ns0:v>
                </ns0:pt>
                <ns0:pt idx="162">
                  <ns0:v>-0.174742505966</ns0:v>
                </ns0:pt>
                <ns0:pt idx="163">
                  <ns0:v>-1.65058151293</ns0:v>
                </ns0:pt>
                <ns0:pt idx="164">
                  <ns0:v>-3.1547238275</ns0:v>
                </ns0:pt>
                <ns0:pt idx="165">
                  <ns0:v>-3.450190612</ns0:v>
                </ns0:pt>
                <ns0:pt idx="166">
                  <ns0:v>-1.77680635928</ns0:v>
                </ns0:pt>
                <ns0:pt idx="167">
                  <ns0:v>0.766589573781</ns0:v>
                </ns0:pt>
                <ns0:pt idx="168">
                  <ns0:v>1.75047793988</ns0:v>
                </ns0:pt>
                <ns0:pt idx="169">
                  <ns0:v>1.48106886057</ns0:v>
                </ns0:pt>
                <ns0:pt idx="170">
                  <ns0:v>1.43742277405</ns0:v>
                </ns0:pt>
                <ns0:pt idx="171">
                  <ns0:v>0.388691656537</ns0:v>
                </ns0:pt>
                <ns0:pt idx="172">
                  <ns0:v>0.0337442409635</ns0:v>
                </ns0:pt>
                <ns0:pt idx="173">
                  <ns0:v>6.83956195217</ns0:v>
                </ns0:pt>
                <ns0:pt idx="174">
                  <ns0:v>13.1401293145</ns0:v>
                </ns0:pt>
                <ns0:pt idx="175">
                  <ns0:v>1.2437225913</ns0:v>
                </ns0:pt>
                <ns0:pt idx="176">
                  <ns0:v>-10.5287321385</ns0:v>
                </ns0:pt>
                <ns0:pt idx="177">
                  <ns0:v>-15.0545041574</ns0:v>
                </ns0:pt>
                <ns0:pt idx="178">
                  <ns0:v>-14.6686852977</ns0:v>
                </ns0:pt>
                <ns0:pt idx="179">
                  <ns0:v>-8.91734091694</ns0:v>
                </ns0:pt>
                <ns0:pt idx="180">
                  <ns0:v>2.20150796883</ns0:v>
                </ns0:pt>
                <ns0:pt idx="181">
                  <ns0:v>15.2212948685</ns0:v>
                </ns0:pt>
                <ns0:pt idx="182">
                  <ns0:v>19.9779930987</ns0:v>
                </ns0:pt>
                <ns0:pt idx="183">
                  <ns0:v>13.630236674</ns0:v>
                </ns0:pt>
                <ns0:pt idx="184">
                  <ns0:v>0.499869482949</ns0:v>
                </ns0:pt>
                <ns0:pt idx="185">
                  <ns0:v>-15.1721866037</ns0:v>
                </ns0:pt>
                <ns0:pt idx="186">
                  <ns0:v>-22.6061389729</ns0:v>
                </ns0:pt>
                <ns0:pt idx="187">
                  <ns0:v>-15.2997766371</ns0:v>
                </ns0:pt>
                <ns0:pt idx="188">
                  <ns0:v>-1.94097858167</ns0:v>
                </ns0:pt>
                <ns0:pt idx="189">
                  <ns0:v>7.16240847897</ns0:v>
                </ns0:pt>
                <ns0:pt idx="190">
                  <ns0:v>8.260770724</ns0:v>
                </ns0:pt>
                <ns0:pt idx="191">
                  <ns0:v>7.97700912223</ns0:v>
                </ns0:pt>
                <ns0:pt idx="192">
                  <ns0:v>4.86860828387</ns0:v>
                </ns0:pt>
                <ns0:pt idx="193">
                  <ns0:v>0.238781995181</ns0:v>
                </ns0:pt>
                <ns0:pt idx="194">
                  <ns0:v>-1.22337809092</ns0:v>
                </ns0:pt>
                <ns0:pt idx="195">
                  <ns0:v>1.45159567875</ns0:v>
                </ns0:pt>
                <ns0:pt idx="196">
                  <ns0:v>5.20664624692</ns0:v>
                </ns0:pt>
                <ns0:pt idx="197">
                  <ns0:v>2.00381941286</ns0:v>
                </ns0:pt>
                <ns0:pt idx="198">
                  <ns0:v>-0.699019758123</ns0:v>
                </ns0:pt>
                <ns0:pt idx="199">
                  <ns0:v>-0.59158160131</ns0:v>
                </ns0:pt>
                <ns0:pt idx="200">
                  <ns0:v>-0.868020644702</ns0:v>
                </ns0:pt>
                <ns0:pt idx="201">
                  <ns0:v>-2.62899717195</ns0:v>
                </ns0:pt>
                <ns0:pt idx="202">
                  <ns0:v>-1.3242044943</ns0:v>
                </ns0:pt>
                <ns0:pt idx="203">
                  <ns0:v>1.61018031194</ns0:v>
                </ns0:pt>
                <ns0:pt idx="204">
                  <ns0:v>2.56839117896</ns0:v>
                </ns0:pt>
                <ns0:pt idx="205">
                  <ns0:v>3.26559179529</ns0:v>
                </ns0:pt>
                <ns0:pt idx="206">
                  <ns0:v>3.84772604835</ns0:v>
                </ns0:pt>
                <ns0:pt idx="207">
                  <ns0:v>3.09456436389</ns0:v>
                </ns0:pt>
                <ns0:pt idx="208">
                  <ns0:v>3.1540043185</ns0:v>
                </ns0:pt>
                <ns0:pt idx="209">
                  <ns0:v>3.73211735256</ns0:v>
                </ns0:pt>
                <ns0:pt idx="210">
                  <ns0:v>-0.323042838033</ns0:v>
                </ns0:pt>
                <ns0:pt idx="211">
                  <ns0:v>-4.64543377015</ns0:v>
                </ns0:pt>
                <ns0:pt idx="212">
                  <ns0:v>-5.41119145819</ns0:v>
                </ns0:pt>
                <ns0:pt idx="213">
                  <ns0:v>-3.92932283798</ns0:v>
                </ns0:pt>
                <ns0:pt idx="214">
                  <ns0:v>-2.92692135558</ns0:v>
                </ns0:pt>
                <ns0:pt idx="215">
                  <ns0:v>-2.13370379721</ns0:v>
                </ns0:pt>
                <ns0:pt idx="216">
                  <ns0:v>-0.684802853263</ns0:v>
                </ns0:pt>
                <ns0:pt idx="217">
                  <ns0:v>0.708052980577</ns0:v>
                </ns0:pt>
                <ns0:pt idx="218">
                  <ns0:v>1.38818815356</ns0:v>
                </ns0:pt>
                <ns0:pt idx="219">
                  <ns0:v>1.56884676572</ns0:v>
                </ns0:pt>
                <ns0:pt idx="220">
                  <ns0:v>2.17647277402</ns0:v>
                </ns0:pt>
                <ns0:pt idx="221">
                  <ns0:v>2.71674234276</ns0:v>
                </ns0:pt>
                <ns0:pt idx="222">
                  <ns0:v>0.0245926700621</ns0:v>
                </ns0:pt>
                <ns0:pt idx="223">
                  <ns0:v>-0.89582420741</ns0:v>
                </ns0:pt>
                <ns0:pt idx="224">
                  <ns0:v>0.554944885807</ns0:v>
                </ns0:pt>
                <ns0:pt idx="225">
                  <ns0:v>1.00378842663</ns0:v>
                </ns0:pt>
                <ns0:pt idx="226">
                  <ns0:v>-0.290312867576</ns0:v>
                </ns0:pt>
                <ns0:pt idx="227">
                  <ns0:v>1.21257384284</ns0:v>
                </ns0:pt>
                <ns0:pt idx="228">
                  <ns0:v>2.27592340891</ns0:v>
                </ns0:pt>
                <ns0:pt idx="229">
                  <ns0:v>1.83141292759</ns0:v>
                </ns0:pt>
                <ns0:pt idx="230">
                  <ns0:v>2.55417070053</ns0:v>
                </ns0:pt>
                <ns0:pt idx="231">
                  <ns0:v>5.68086021922</ns0:v>
                </ns0:pt>
                <ns0:pt idx="232">
                  <ns0:v>6.01165276843</ns0:v>
                </ns0:pt>
                <ns0:pt idx="233">
                  <ns0:v>1.44439926818</ns0:v>
                </ns0:pt>
                <ns0:pt idx="234">
                  <ns0:v>-4.77529697069</ns0:v>
                </ns0:pt>
                <ns0:pt idx="235">
                  <ns0:v>-7.05851724824</ns0:v>
                </ns0:pt>
                <ns0:pt idx="236">
                  <ns0:v>-3.56931329113</ns0:v>
                </ns0:pt>
                <ns0:pt idx="237">
                  <ns0:v>5.21336307517</ns0:v>
                </ns0:pt>
                <ns0:pt idx="238">
                  <ns0:v>4.91530159674</ns0:v>
                </ns0:pt>
                <ns0:pt idx="239">
                  <ns0:v>1.11281429594</ns0:v>
                </ns0:pt>
                <ns0:pt idx="240">
                  <ns0:v>0.565368947089</ns0:v>
                </ns0:pt>
                <ns0:pt idx="241">
                  <ns0:v>-0.796351639751</ns0:v>
                </ns0:pt>
                <ns0:pt idx="242">
                  <ns0:v>-1.66657594147</ns0:v>
                </ns0:pt>
                <ns0:pt idx="243">
                  <ns0:v>1.73275815802</ns0:v>
                </ns0:pt>
                <ns0:pt idx="244">
                  <ns0:v>7.24232469006</ns0:v>
                </ns0:pt>
                <ns0:pt idx="245">
                  <ns0:v>5.58484857871</ns0:v>
                </ns0:pt>
                <ns0:pt idx="246">
                  <ns0:v>0.374214470298</ns0:v>
                </ns0:pt>
                <ns0:pt idx="247">
                  <ns0:v>-2.95796886185</ns0:v>
                </ns0:pt>
                <ns0:pt idx="248">
                  <ns0:v>-3.89714907976</ns0:v>
                </ns0:pt>
                <ns0:pt idx="249">
                  <ns0:v>-3.15447451183</ns0:v>
                </ns0:pt>
                <ns0:pt idx="250">
                  <ns0:v>-0.716376984086</ns0:v>
                </ns0:pt>
                <ns0:pt idx="251">
                  <ns0:v>0.0105498193496</ns0:v>
                </ns0:pt>
                <ns0:pt idx="252">
                  <ns0:v>-0.433771656333</ns0:v>
                </ns0:pt>
                <ns0:pt idx="253">
                  <ns0:v>2.08133299519</ns0:v>
                </ns0:pt>
                <ns0:pt idx="254">
                  <ns0:v>2.13694900546</ns0:v>
                </ns0:pt>
                <ns0:pt idx="255">
                  <ns0:v>-0.459721486189</ns0:v>
                </ns0:pt>
                <ns0:pt idx="256">
                  <ns0:v>-1.46385860702</ns0:v>
                </ns0:pt>
                <ns0:pt idx="257">
                  <ns0:v>-1.28026559885</ns0:v>
                </ns0:pt>
                <ns0:pt idx="258">
                  <ns0:v>-1.5063484762</ns0:v>
                </ns0:pt>
                <ns0:pt idx="259">
                  <ns0:v>-0.647984911691</ns0:v>
                </ns0:pt>
                <ns0:pt idx="260">
                  <ns0:v>2.05794591756</ns0:v>
                </ns0:pt>
                <ns0:pt idx="261">
                  <ns0:v>2.35351254465</ns0:v>
                </ns0:pt>
                <ns0:pt idx="262">
                  <ns0:v>0.235868362384</ns0:v>
                </ns0:pt>
                <ns0:pt idx="263">
                  <ns0:v>-0.381656000373</ns0:v>
                </ns0:pt>
                <ns0:pt idx="264">
                  <ns0:v>-0.189462486758</ns0:v>
                </ns0:pt>
                <ns0:pt idx="265">
                  <ns0:v>-0.71147677362</ns0:v>
                </ns0:pt>
                <ns0:pt idx="266">
                  <ns0:v>-2.58366205603</ns0:v>
                </ns0:pt>
                <ns0:pt idx="267">
                  <ns0:v>-0.886840647104</ns0:v>
                </ns0:pt>
                <ns0:pt idx="268">
                  <ns0:v>0.639698474254</ns0:v>
                </ns0:pt>
                <ns0:pt idx="269">
                  <ns0:v>0.954889863075</ns0:v>
                </ns0:pt>
                <ns0:pt idx="270">
                  <ns0:v>1.68189434676</ns0:v>
                </ns0:pt>
                <ns0:pt idx="271">
                  <ns0:v>1.92793624791</ns0:v>
                </ns0:pt>
                <ns0:pt idx="272">
                  <ns0:v>0.467746190363</ns0:v>
                </ns0:pt>
                <ns0:pt idx="273">
                  <ns0:v>-1.26227879745</ns0:v>
                </ns0:pt>
                <ns0:pt idx="274">
                  <ns0:v>-2.7411992801</ns0:v>
                </ns0:pt>
                <ns0:pt idx="275">
                  <ns0:v>-4.43104189446</ns0:v>
                </ns0:pt>
                <ns0:pt idx="276">
                  <ns0:v>-7.36866561093</ns0:v>
                </ns0:pt>
                <ns0:pt idx="277">
                  <ns0:v>-3.80906933744</ns0:v>
                </ns0:pt>
                <ns0:pt idx="278">
                  <ns0:v>3.59550431133</ns0:v>
                </ns0:pt>
                <ns0:pt idx="279">
                  <ns0:v>6.33833877487</ns0:v>
                </ns0:pt>
                <ns0:pt idx="280">
                  <ns0:v>2.11066481055</ns0:v>
                </ns0:pt>
                <ns0:pt idx="281">
                  <ns0:v>-4.46348280309</ns0:v>
                </ns0:pt>
                <ns0:pt idx="282">
                  <ns0:v>-2.34465598957</ns0:v>
                </ns0:pt>
                <ns0:pt idx="283">
                  <ns0:v>-0.171375969439</ns0:v>
                </ns0:pt>
                <ns0:pt idx="284">
                  <ns0:v>1.20567189893</ns0:v>
                </ns0:pt>
                <ns0:pt idx="285">
                  <ns0:v>2.52980837568</ns0:v>
                </ns0:pt>
                <ns0:pt idx="286">
                  <ns0:v>2.62345349151</ns0:v>
                </ns0:pt>
                <ns0:pt idx="287">
                  <ns0:v>0.894580646629</ns0:v>
                </ns0:pt>
                <ns0:pt idx="288">
                  <ns0:v>-1.49967108852</ns0:v>
                </ns0:pt>
                <ns0:pt idx="289">
                  <ns0:v>-2.61746721902</ns0:v>
                </ns0:pt>
                <ns0:pt idx="290">
                  <ns0:v>-1.09517013349</ns0:v>
                </ns0:pt>
                <ns0:pt idx="291">
                  <ns0:v>3.61108290581</ns0:v>
                </ns0:pt>
                <ns0:pt idx="292">
                  <ns0:v>8.21004447793</ns0:v>
                </ns0:pt>
                <ns0:pt idx="293">
                  <ns0:v>7.75964027032</ns0:v>
                </ns0:pt>
                <ns0:pt idx="294">
                  <ns0:v>1.37510584667</ns0:v>
                </ns0:pt>
                <ns0:pt idx="295">
                  <ns0:v>-5.32945879537</ns0:v>
                </ns0:pt>
                <ns0:pt idx="296">
                  <ns0:v>-8.32550186962</ns0:v>
                </ns0:pt>
                <ns0:pt idx="297">
                  <ns0:v>-6.69153084755</ns0:v>
                </ns0:pt>
                <ns0:pt idx="298">
                  <ns0:v>-1.11692288856</ns0:v>
                </ns0:pt>
                <ns0:pt idx="299">
                  <ns0:v>7.81764282666</ns0:v>
                </ns0:pt>
                <ns0:pt idx="300">
                  <ns0:v>13.1293230833</ns0:v>
                </ns0:pt>
                <ns0:pt idx="301">
                  <ns0:v>11.5816973645</ns0:v>
                </ns0:pt>
                <ns0:pt idx="302">
                  <ns0:v>6.36672219871</ns0:v>
                </ns0:pt>
                <ns0:pt idx="303">
                  <ns0:v>1.02078032648</ns0:v>
                </ns0:pt>
                <ns0:pt idx="304">
                  <ns0:v>-4.10308035961</ns0:v>
                </ns0:pt>
                <ns0:pt idx="305">
                  <ns0:v>-8.87074695482</ns0:v>
                </ns0:pt>
                <ns0:pt idx="306">
                  <ns0:v>-11.0169113759</ns0:v>
                </ns0:pt>
                <ns0:pt idx="307">
                  <ns0:v>-7.20077938374</ns0:v>
                </ns0:pt>
                <ns0:pt idx="308">
                  <ns0:v>-5.62681806559</ns0:v>
                </ns0:pt>
                <ns0:pt idx="309">
                  <ns0:v>-9.79826592045</ns0:v>
                </ns0:pt>
                <ns0:pt idx="310">
                  <ns0:v>-7.35422748307</ns0:v>
                </ns0:pt>
                <ns0:pt idx="311">
                  <ns0:v>4.782284327</ns0:v>
                </ns0:pt>
                <ns0:pt idx="312">
                  <ns0:v>18.9105567428</ns0:v>
                </ns0:pt>
                <ns0:pt idx="313">
                  <ns0:v>27.0570937809</ns0:v>
                </ns0:pt>
                <ns0:pt idx="314">
                  <ns0:v>24.0876932247</ns0:v>
                </ns0:pt>
                <ns0:pt idx="315">
                  <ns0:v>9.63326195263</ns0:v>
                </ns0:pt>
                <ns0:pt idx="316">
                  <ns0:v>-13.3143989487</ns0:v>
                </ns0:pt>
                <ns0:pt idx="317">
                  <ns0:v>-31.916249365</ns0:v>
                </ns0:pt>
                <ns0:pt idx="318">
                  <ns0:v>-33.1840053966</ns0:v>
                </ns0:pt>
                <ns0:pt idx="319">
                  <ns0:v>-18.6480468507</ns0:v>
                </ns0:pt>
                <ns0:pt idx="320">
                  <ns0:v>3.24737758562</ns0:v>
                </ns0:pt>
                <ns0:pt idx="321">
                  <ns0:v>24.2460991142</ns0:v>
                </ns0:pt>
                <ns0:pt idx="322">
                  <ns0:v>32.2722952561</ns0:v>
                </ns0:pt>
                <ns0:pt idx="323">
                  <ns0:v>23.9117750035</ns0:v>
                </ns0:pt>
                <ns0:pt idx="324">
                  <ns0:v>5.25156307521</ns0:v>
                </ns0:pt>
                <ns0:pt idx="325">
                  <ns0:v>-16.2645575486</ns0:v>
                </ns0:pt>
                <ns0:pt idx="326">
                  <ns0:v>-30.2817823321</ns0:v>
                </ns0:pt>
                <ns0:pt idx="327">
                  <ns0:v>-28.6980089186</ns0:v>
                </ns0:pt>
                <ns0:pt idx="328">
                  <ns0:v>-11.4318571628</ns0:v>
                </ns0:pt>
                <ns0:pt idx="329">
                  <ns0:v>9.22238047746</ns0:v>
                </ns0:pt>
                <ns0:pt idx="330">
                  <ns0:v>23.7932912916</ns0:v>
                </ns0:pt>
                <ns0:pt idx="331">
                  <ns0:v>27.3202026284</ns0:v>
                </ns0:pt>
                <ns0:pt idx="332">
                  <ns0:v>18.301367473</ns0:v>
                </ns0:pt>
                <ns0:pt idx="333">
                  <ns0:v>1.63243678687</ns0:v>
                </ns0:pt>
                <ns0:pt idx="334">
                  <ns0:v>-13.6211353233</ns0:v>
                </ns0:pt>
                <ns0:pt idx="335">
                  <ns0:v>-21.6812254965</ns0:v>
                </ns0:pt>
                <ns0:pt idx="336">
                  <ns0:v>-19.2655747284</ns0:v>
                </ns0:pt>
                <ns0:pt idx="337">
                  <ns0:v>-7.07445447852</ns0:v>
                </ns0:pt>
                <ns0:pt idx="338">
                  <ns0:v>6.61943978656</ns0:v>
                </ns0:pt>
                <ns0:pt idx="339">
                  <ns0:v>14.4441142299</ns0:v>
                </ns0:pt>
                <ns0:pt idx="340">
                  <ns0:v>13.6151919535</ns0:v>
                </ns0:pt>
                <ns0:pt idx="341">
                  <ns0:v>6.26807287514</ns0:v>
                </ns0:pt>
                <ns0:pt idx="342">
                  <ns0:v>-4.42465579184</ns0:v>
                </ns0:pt>
                <ns0:pt idx="343">
                  <ns0:v>-13.3360811557</ns0:v>
                </ns0:pt>
                <ns0:pt idx="344">
                  <ns0:v>-13.8345642282</ns0:v>
                </ns0:pt>
                <ns0:pt idx="345">
                  <ns0:v>-4.56078740705</ns0:v>
                </ns0:pt>
                <ns0:pt idx="346">
                  <ns0:v>6.127882767</ns0:v>
                </ns0:pt>
                <ns0:pt idx="347">
                  <ns0:v>6.74046645409</ns0:v>
                </ns0:pt>
                <ns0:pt idx="348">
                  <ns0:v>4.31231123519</ns0:v>
                </ns0:pt>
                <ns0:pt idx="349">
                  <ns0:v>0.222188906334</ns0:v>
                </ns0:pt>
                <ns0:pt idx="350">
                  <ns0:v>-4.33694896382</ns0:v>
                </ns0:pt>
                <ns0:pt idx="351">
                  <ns0:v>-6.65096470951</ns0:v>
                </ns0:pt>
                <ns0:pt idx="352">
                  <ns0:v>-5.83760017043</ns0:v>
                </ns0:pt>
                <ns0:pt idx="353">
                  <ns0:v>-3.86638743133</ns0:v>
                </ns0:pt>
                <ns0:pt idx="354">
                  <ns0:v>-0.699358649758</ns0:v>
                </ns0:pt>
                <ns0:pt idx="355">
                  <ns0:v>3.40606961499</ns0:v>
                </ns0:pt>
                <ns0:pt idx="356">
                  <ns0:v>5.2841867678</ns0:v>
                </ns0:pt>
                <ns0:pt idx="357">
                  <ns0:v>4.89517095636</ns0:v>
                </ns0:pt>
                <ns0:pt idx="358">
                  <ns0:v>1.42499503429</ns0:v>
                </ns0:pt>
                <ns0:pt idx="359">
                  <ns0:v>-2.64350441523</ns0:v>
                </ns0:pt>
                <ns0:pt idx="360">
                  <ns0:v>-3.58422229716</ns0:v>
                </ns0:pt>
                <ns0:pt idx="361">
                  <ns0:v>-2.91665261174</ns0:v>
                </ns0:pt>
                <ns0:pt idx="362">
                  <ns0:v>-3.09689034395</ns0:v>
                </ns0:pt>
                <ns0:pt idx="363">
                  <ns0:v>-0.603931435451</ns0:v>
                </ns0:pt>
                <ns0:pt idx="364">
                  <ns0:v>4.60080896024</ns0:v>
                </ns0:pt>
                <ns0:pt idx="365">
                  <ns0:v>5.80464664183</ns0:v>
                </ns0:pt>
                <ns0:pt idx="366">
                  <ns0:v>2.04908323831</ns0:v>
                </ns0:pt>
                <ns0:pt idx="367">
                  <ns0:v>0.627947341895</ns0:v>
                </ns0:pt>
                <ns0:pt idx="368">
                  <ns0:v>-0.302053483621</ns0:v>
                </ns0:pt>
                <ns0:pt idx="369">
                  <ns0:v>-2.28539488282</ns0:v>
                </ns0:pt>
                <ns0:pt idx="370">
                  <ns0:v>-2.04414943609</ns0:v>
                </ns0:pt>
                <ns0:pt idx="371">
                  <ns0:v>-1.51483098874</ns0:v>
                </ns0:pt>
                <ns0:pt idx="372">
                  <ns0:v>-0.778070882372</ns0:v>
                </ns0:pt>
                <ns0:pt idx="373">
                  <ns0:v>1.42745615746</ns0:v>
                </ns0:pt>
                <ns0:pt idx="374">
                  <ns0:v>1.91258831806</ns0:v>
                </ns0:pt>
                <ns0:pt idx="375">
                  <ns0:v>1.72172780831</ns0:v>
                </ns0:pt>
                <ns0:pt idx="376">
                  <ns0:v>-0.011974753641</ns0:v>
                </ns0:pt>
                <ns0:pt idx="377">
                  <ns0:v>-2.35508281168</ns0:v>
                </ns0:pt>
                <ns0:pt idx="378">
                  <ns0:v>-2.49126352906</ns0:v>
                </ns0:pt>
                <ns0:pt idx="379">
                  <ns0:v>-0.290816470007</ns0:v>
                </ns0:pt>
                <ns0:pt idx="380">
                  <ns0:v>2.75736891279</ns0:v>
                </ns0:pt>
                <ns0:pt idx="381">
                  <ns0:v>4.74388580637</ns0:v>
                </ns0:pt>
                <ns0:pt idx="382">
                  <ns0:v>3.63443309839</ns0:v>
                </ns0:pt>
                <ns0:pt idx="383">
                  <ns0:v>1.64612977066</ns0:v>
                </ns0:pt>
                <ns0:pt idx="384">
                  <ns0:v>-0.769658270081</ns0:v>
                </ns0:pt>
                <ns0:pt idx="385">
                  <ns0:v>-2.31414714217</ns0:v>
                </ns0:pt>
                <ns0:pt idx="386">
                  <ns0:v>-2.85865278219</ns0:v>
                </ns0:pt>
                <ns0:pt idx="387">
                  <ns0:v>-1.44022958233</ns0:v>
                </ns0:pt>
                <ns0:pt idx="388">
                  <ns0:v>2.78358080338</ns0:v>
                </ns0:pt>
                <ns0:pt idx="389">
                  <ns0:v>6.07254983787</ns0:v>
                </ns0:pt>
                <ns0:pt idx="390">
                  <ns0:v>6.77928902316</ns0:v>
                </ns0:pt>
                <ns0:pt idx="391">
                  <ns0:v>6.05007082287</ns0:v>
                </ns0:pt>
                <ns0:pt idx="392">
                  <ns0:v>4.39948160138</ns0:v>
                </ns0:pt>
                <ns0:pt idx="393">
                  <ns0:v>0.0723877829771</ns0:v>
                </ns0:pt>
                <ns0:pt idx="394">
                  <ns0:v>-6.59519533054</ns0:v>
                </ns0:pt>
                <ns0:pt idx="395">
                  <ns0:v>-8.19866169456</ns0:v>
                </ns0:pt>
                <ns0:pt idx="396">
                  <ns0:v>-5.49053421223</ns0:v>
                </ns0:pt>
                <ns0:pt idx="397">
                  <ns0:v>-0.631537250817</ns0:v>
                </ns0:pt>
                <ns0:pt idx="398">
                  <ns0:v>4.83812934806</ns0:v>
                </ns0:pt>
                <ns0:pt idx="399">
                  <ns0:v>8.3729582079</ns0:v>
                </ns0:pt>
                <ns0:pt idx="400">
                  <ns0:v>7.74795833121</ns0:v>
                </ns0:pt>
                <ns0:pt idx="401">
                  <ns0:v>2.79566630691</ns0:v>
                </ns0:pt>
                <ns0:pt idx="402">
                  <ns0:v>-3.58564974769</ns0:v>
                </ns0:pt>
                <ns0:pt idx="403">
                  <ns0:v>-7.26169278012</ns0:v>
                </ns0:pt>
                <ns0:pt idx="404">
                  <ns0:v>-6.42744311236</ns0:v>
                </ns0:pt>
                <ns0:pt idx="405">
                  <ns0:v>1.30175363222</ns0:v>
                </ns0:pt>
                <ns0:pt idx="406">
                  <ns0:v>7.48235440622</ns0:v>
                </ns0:pt>
                <ns0:pt idx="407">
                  <ns0:v>7.41607711758</ns0:v>
                </ns0:pt>
                <ns0:pt idx="408">
                  <ns0:v>4.84403685448</ns0:v>
                </ns0:pt>
                <ns0:pt idx="409">
                  <ns0:v>0.69158731622</ns0:v>
                </ns0:pt>
                <ns0:pt idx="410">
                  <ns0:v>-2.57007762037</ns0:v>
                </ns0:pt>
                <ns0:pt idx="411">
                  <ns0:v>-4.08137501254</ns0:v>
                </ns0:pt>
                <ns0:pt idx="412">
                  <ns0:v>-5.3541456877</ns0:v>
                </ns0:pt>
                <ns0:pt idx="413">
                  <ns0:v>-1.52875570895</ns0:v>
                </ns0:pt>
                <ns0:pt idx="414">
                  <ns0:v>3.74898680649</ns0:v>
                </ns0:pt>
                <ns0:pt idx="415">
                  <ns0:v>4.71668726681</ns0:v>
                </ns0:pt>
                <ns0:pt idx="416">
                  <ns0:v>1.32897008872</ns0:v>
                </ns0:pt>
                <ns0:pt idx="417">
                  <ns0:v>-3.32276506384</ns0:v>
                </ns0:pt>
                <ns0:pt idx="418">
                  <ns0:v>-3.09063923589</ns0:v>
                </ns0:pt>
                <ns0:pt idx="419">
                  <ns0:v>-3.23439556238</ns0:v>
                </ns0:pt>
                <ns0:pt idx="420">
                  <ns0:v>-2.20358048122</ns0:v>
                </ns0:pt>
                <ns0:pt idx="421">
                  <ns0:v>-0.867351743403</ns0:v>
                </ns0:pt>
                <ns0:pt idx="422">
                  <ns0:v>-0.295764733152</ns0:v>
                </ns0:pt>
                <ns0:pt idx="423">
                  <ns0:v>2.27003008018</ns0:v>
                </ns0:pt>
                <ns0:pt idx="424">
                  <ns0:v>2.57033187126</ns0:v>
                </ns0:pt>
                <ns0:pt idx="425">
                  <ns0:v>0.313984332772</ns0:v>
                </ns0:pt>
                <ns0:pt idx="426">
                  <ns0:v>-1.67212981355</ns0:v>
                </ns0:pt>
                <ns0:pt idx="427">
                  <ns0:v>-2.80773915138</ns0:v>
                </ns0:pt>
                <ns0:pt idx="428">
                  <ns0:v>-3.61685492673</ns0:v>
                </ns0:pt>
                <ns0:pt idx="429">
                  <ns0:v>-3.34917805333</ns0:v>
                </ns0:pt>
                <ns0:pt idx="430">
                  <ns0:v>-1.46935801596</ns0:v>
                </ns0:pt>
                <ns0:pt idx="431">
                  <ns0:v>0.713587842034</ns0:v>
                </ns0:pt>
                <ns0:pt idx="432">
                  <ns0:v>1.9735321298</ns0:v>
                </ns0:pt>
                <ns0:pt idx="433">
                  <ns0:v>2.5643107007</ns0:v>
                </ns0:pt>
                <ns0:pt idx="434">
                  <ns0:v>2.40941033115</ns0:v>
                </ns0:pt>
                <ns0:pt idx="435">
                  <ns0:v>1.03572543339</ns0:v>
                </ns0:pt>
                <ns0:pt idx="436">
                  <ns0:v>-0.659707702961</ns0:v>
                </ns0:pt>
                <ns0:pt idx="437">
                  <ns0:v>-1.09765960784</ns0:v>
                </ns0:pt>
                <ns0:pt idx="438">
                  <ns0:v>-0.550898814168</ns0:v>
                </ns0:pt>
                <ns0:pt idx="439">
                  <ns0:v>-0.114328962836</ns0:v>
                </ns0:pt>
                <ns0:pt idx="440">
                  <ns0:v>0.0667987760909</ns0:v>
                </ns0:pt>
                <ns0:pt idx="441">
                  <ns0:v>1.99613063059</ns0:v>
                </ns0:pt>
                <ns0:pt idx="442">
                  <ns0:v>3.63771505545</ns0:v>
                </ns0:pt>
                <ns0:pt idx="443">
                  <ns0:v>1.64461617645</ns0:v>
                </ns0:pt>
                <ns0:pt idx="444">
                  <ns0:v>-1.13072390634</ns0:v>
                </ns0:pt>
                <ns0:pt idx="445">
                  <ns0:v>-2.2278807743</ns0:v>
                </ns0:pt>
                <ns0:pt idx="446">
                  <ns0:v>-3.46514167049</ns0:v>
                </ns0:pt>
                <ns0:pt idx="447">
                  <ns0:v>-4.35428060874</ns0:v>
                </ns0:pt>
                <ns0:pt idx="448">
                  <ns0:v>-1.86489154132</ns0:v>
                </ns0:pt>
                <ns0:pt idx="449">
                  <ns0:v>1.42598202805</ns0:v>
                </ns0:pt>
                <ns0:pt idx="450">
                  <ns0:v>2.4269494541</ns0:v>
                </ns0:pt>
                <ns0:pt idx="451">
                  <ns0:v>1.94850781877</ns0:v>
                </ns0:pt>
                <ns0:pt idx="452">
                  <ns0:v>1.23654534312</ns0:v>
                </ns0:pt>
                <ns0:pt idx="453">
                  <ns0:v>-0.269261557502</ns0:v>
                </ns0:pt>
                <ns0:pt idx="454">
                  <ns0:v>-1.68453331567</ns0:v>
                </ns0:pt>
                <ns0:pt idx="455">
                  <ns0:v>-2.97314147301</ns0:v>
                </ns0:pt>
                <ns0:pt idx="456">
                  <ns0:v>-3.23634924155</ns0:v>
                </ns0:pt>
                <ns0:pt idx="457">
                  <ns0:v>-1.35456271542</ns0:v>
                </ns0:pt>
                <ns0:pt idx="458">
                  <ns0:v>1.22741554381</ns0:v>
                </ns0:pt>
                <ns0:pt idx="459">
                  <ns0:v>4.13677005459</ns0:v>
                </ns0:pt>
                <ns0:pt idx="460">
                  <ns0:v>8.9391399338</ns0:v>
                </ns0:pt>
                <ns0:pt idx="461">
                  <ns0:v>8.65203645895</ns0:v>
                </ns0:pt>
                <ns0:pt idx="462">
                  <ns0:v>2.35348475768</ns0:v>
                </ns0:pt>
                <ns0:pt idx="463">
                  <ns0:v>-1.65048831367</ns0:v>
                </ns0:pt>
                <ns0:pt idx="464">
                  <ns0:v>-1.68621131085</ns0:v>
                </ns0:pt>
                <ns0:pt idx="465">
                  <ns0:v>-3.81238418668</ns0:v>
                </ns0:pt>
                <ns0:pt idx="466">
                  <ns0:v>-6.21060165373</ns0:v>
                </ns0:pt>
                <ns0:pt idx="467">
                  <ns0:v>-8.29456335335</ns0:v>
                </ns0:pt>
                <ns0:pt idx="468">
                  <ns0:v>-11.1247297457</ns0:v>
                </ns0:pt>
                <ns0:pt idx="469">
                  <ns0:v>-8.33129019686</ns0:v>
                </ns0:pt>
                <ns0:pt idx="470">
                  <ns0:v>2.12342774429</ns0:v>
                </ns0:pt>
                <ns0:pt idx="471">
                  <ns0:v>14.3929256999</ns0:v>
                </ns0:pt>
                <ns0:pt idx="472">
                  <ns0:v>21.8918558384</ns0:v>
                </ns0:pt>
                <ns0:pt idx="473">
                  <ns0:v>22.189492996</ns0:v>
                </ns0:pt>
                <ns0:pt idx="474">
                  <ns0:v>11.6025581982</ns0:v>
                </ns0:pt>
                <ns0:pt idx="475">
                  <ns0:v>-6.84222357021</ns0:v>
                </ns0:pt>
                <ns0:pt idx="476">
                  <ns0:v>-23.1486083015</ns0:v>
                </ns0:pt>
                <ns0:pt idx="477">
                  <ns0:v>-29.0674594117</ns0:v>
                </ns0:pt>
                <ns0:pt idx="478">
                  <ns0:v>-21.8171380111</ns0:v>
                </ns0:pt>
                <ns0:pt idx="479">
                  <ns0:v>-4.31449490028</ns0:v>
                </ns0:pt>
                <ns0:pt idx="480">
                  <ns0:v>19.7377719286</ns0:v>
                </ns0:pt>
                <ns0:pt idx="481">
                  <ns0:v>35.6971577907</ns0:v>
                </ns0:pt>
                <ns0:pt idx="482">
                  <ns0:v>30.7455236133</ns0:v>
                </ns0:pt>
                <ns0:pt idx="483">
                  <ns0:v>7.89245799983</ns0:v>
                </ns0:pt>
                <ns0:pt idx="484">
                  <ns0:v>-26.0761659809</ns0:v>
                </ns0:pt>
                <ns0:pt idx="485">
                  <ns0:v>-54.8881013422</ns0:v>
                </ns0:pt>
                <ns0:pt idx="486">
                  <ns0:v>-52.7713947391</ns0:v>
                </ns0:pt>
                <ns0:pt idx="487">
                  <ns0:v>-21.5944938136</ns0:v>
                </ns0:pt>
                <ns0:pt idx="488">
                  <ns0:v>16.8253461566</ns0:v>
                </ns0:pt>
                <ns0:pt idx="489">
                  <ns0:v>43.7987244834</ns0:v>
                </ns0:pt>
                <ns0:pt idx="490">
                  <ns0:v>48.586809981</ns0:v>
                </ns0:pt>
                <ns0:pt idx="491">
                  <ns0:v>30.688249664</ns0:v>
                </ns0:pt>
                <ns0:pt idx="492">
                  <ns0:v>-1.7445882687</ns0:v>
                </ns0:pt>
                <ns0:pt idx="493">
                  <ns0:v>-31.3942365145</ns0:v>
                </ns0:pt>
                <ns0:pt idx="494">
                  <ns0:v>-41.2159292117</ns0:v>
                </ns0:pt>
                <ns0:pt idx="495">
                  <ns0:v>-28.6685125396</ns0:v>
                </ns0:pt>
                <ns0:pt idx="496">
                  <ns0:v>-4.54198183088</ns0:v>
                </ns0:pt>
                <ns0:pt idx="497">
                  <ns0:v>17.5163600181</ns0:v>
                </ns0:pt>
                <ns0:pt idx="498">
                  <ns0:v>27.9280231029</ns0:v>
                </ns0:pt>
                <ns0:pt idx="499">
                  <ns0:v>29.5935424668</ns0:v>
                </ns0:pt>
                <ns0:pt idx="500">
                  <ns0:v>19.8222914079</ns0:v>
                </ns0:pt>
                <ns0:pt idx="501">
                  <ns0:v>-1.19717402399</ns0:v>
                </ns0:pt>
                <ns0:pt idx="502">
                  <ns0:v>-19.6939455749</ns0:v>
                </ns0:pt>
                <ns0:pt idx="503">
                  <ns0:v>-25.0584031096</ns0:v>
                </ns0:pt>
                <ns0:pt idx="504">
                  <ns0:v>-19.6273042775</ns0:v>
                </ns0:pt>
                <ns0:pt idx="505">
                  <ns0:v>-7.27288483151</ns0:v>
                </ns0:pt>
                <ns0:pt idx="506">
                  <ns0:v>10.1475999754</ns0:v>
                </ns0:pt>
                <ns0:pt idx="507">
                  <ns0:v>22.6710829903</ns0:v>
                </ns0:pt>
                <ns0:pt idx="508">
                  <ns0:v>21.50675172</ns0:v>
                </ns0:pt>
                <ns0:pt idx="509">
                  <ns0:v>11.1440745563</ns0:v>
                </ns0:pt>
                <ns0:pt idx="510">
                  <ns0:v>-4.18815491921</ns0:v>
                </ns0:pt>
                <ns0:pt idx="511">
                  <ns0:v>-19.4702577342</ns0:v>
                </ns0:pt>
                <ns0:pt idx="512">
                  <ns0:v>-22.2789600432</ns0:v>
                </ns0:pt>
                <ns0:pt idx="513">
                  <ns0:v>-11.6115816563</ns0:v>
                </ns0:pt>
                <ns0:pt idx="514">
                  <ns0:v>1.94564045349</ns0:v>
                </ns0:pt>
                <ns0:pt idx="515">
                  <ns0:v>13.697296342</ns0:v>
                </ns0:pt>
                <ns0:pt idx="516">
                  <ns0:v>19.3483096357</ns0:v>
                </ns0:pt>
                <ns0:pt idx="517">
                  <ns0:v>14.9315708764</ns0:v>
                </ns0:pt>
                <ns0:pt idx="518">
                  <ns0:v>3.92886769284</ns0:v>
                </ns0:pt>
                <ns0:pt idx="519">
                  <ns0:v>-6.07886133584</ns0:v>
                </ns0:pt>
                <ns0:pt idx="520">
                  <ns0:v>-8.29073194808</ns0:v>
                </ns0:pt>
                <ns0:pt idx="521">
                  <ns0:v>-3.98348578551</ns0:v>
                </ns0:pt>
                <ns0:pt idx="522">
                  <ns0:v>-1.53259622338</ns0:v>
                </ns0:pt>
                <ns0:pt idx="523">
                  <ns0:v>0.548568111576</ns0:v>
                </ns0:pt>
                <ns0:pt idx="524">
                  <ns0:v>4.3508219233</ns0:v>
                </ns0:pt>
                <ns0:pt idx="525">
                  <ns0:v>6.45773408516</ns0:v>
                </ns0:pt>
                <ns0:pt idx="526">
                  <ns0:v>4.18605166693</ns0:v>
                </ns0:pt>
                <ns0:pt idx="527">
                  <ns0:v>1.8013734199</ns0:v>
                </ns0:pt>
                <ns0:pt idx="528">
                  <ns0:v>0.000276522520409</ns0:v>
                </ns0:pt>
                <ns0:pt idx="529">
                  <ns0:v>-2.67609018859</ns0:v>
                </ns0:pt>
                <ns0:pt idx="530">
                  <ns0:v>-3.07392925377</ns0:v>
                </ns0:pt>
                <ns0:pt idx="531">
                  <ns0:v>-1.08228478041</ns0:v>
                </ns0:pt>
                <ns0:pt idx="532">
                  <ns0:v>-0.263484532748</ns0:v>
                </ns0:pt>
                <ns0:pt idx="533">
                  <ns0:v>2.101092144</ns0:v>
                </ns0:pt>
                <ns0:pt idx="534">
                  <ns0:v>5.02757056152</ns0:v>
                </ns0:pt>
                <ns0:pt idx="535">
                  <ns0:v>2.86737322882</ns0:v>
                </ns0:pt>
                <ns0:pt idx="536">
                  <ns0:v>-2.07379502044</ns0:v>
                </ns0:pt>
                <ns0:pt idx="537">
                  <ns0:v>-5.74458926278</ns0:v>
                </ns0:pt>
                <ns0:pt idx="538">
                  <ns0:v>-5.6629694263</ns0:v>
                </ns0:pt>
                <ns0:pt idx="539">
                  <ns0:v>-4.29784503025</ns0:v>
                </ns0:pt>
                <ns0:pt idx="540">
                  <ns0:v>0.0366755538332</ns0:v>
                </ns0:pt>
                <ns0:pt idx="541">
                  <ns0:v>5.20852493782</ns0:v>
                </ns0:pt>
                <ns0:pt idx="542">
                  <ns0:v>7.83222294017</ns0:v>
                </ns0:pt>
                <ns0:pt idx="543">
                  <ns0:v>3.39073223425</ns0:v>
                </ns0:pt>
                <ns0:pt idx="544">
                  <ns0:v>-1.55342457805</ns0:v>
                </ns0:pt>
                <ns0:pt idx="545">
                  <ns0:v>-4.22009097653</ns0:v>
                </ns0:pt>
                <ns0:pt idx="546">
                  <ns0:v>-2.71878499023</ns0:v>
                </ns0:pt>
                <ns0:pt idx="547">
                  <ns0:v>6.29738692066</ns0:v>
                </ns0:pt>
                <ns0:pt idx="548">
                  <ns0:v>11.5880233073</ns0:v>
                </ns0:pt>
                <ns0:pt idx="549">
                  <ns0:v>7.33952217776</ns0:v>
                </ns0:pt>
                <ns0:pt idx="550">
                  <ns0:v>1.29767802434</ns0:v>
                </ns0:pt>
                <ns0:pt idx="551">
                  <ns0:v>-2.12781014502</ns0:v>
                </ns0:pt>
                <ns0:pt idx="552">
                  <ns0:v>-4.33066821245</ns0:v>
                </ns0:pt>
                <ns0:pt idx="553">
                  <ns0:v>-6.35201844558</ns0:v>
                </ns0:pt>
                <ns0:pt idx="554">
                  <ns0:v>-5.17747414317</ns0:v>
                </ns0:pt>
                <ns0:pt idx="555">
                  <ns0:v>0.548116837471</ns0:v>
                </ns0:pt>
                <ns0:pt idx="556">
                  <ns0:v>4.56425924583</ns0:v>
                </ns0:pt>
                <ns0:pt idx="557">
                  <ns0:v>1.00473045009</ns0:v>
                </ns0:pt>
                <ns0:pt idx="558">
                  <ns0:v>-6.69249034115</ns0:v>
                </ns0:pt>
                <ns0:pt idx="559">
                  <ns0:v>-6.07489771871</ns0:v>
                </ns0:pt>
                <ns0:pt idx="560">
                  <ns0:v>-1.69404929291</ns0:v>
                </ns0:pt>
                <ns0:pt idx="561">
                  <ns0:v>1.31976381096</ns0:v>
                </ns0:pt>
                <ns0:pt idx="562">
                  <ns0:v>4.02838664025</ns0:v>
                </ns0:pt>
                <ns0:pt idx="563">
                  <ns0:v>5.11500391229</ns0:v>
                </ns0:pt>
                <ns0:pt idx="564">
                  <ns0:v>3.77042852134</ns0:v>
                </ns0:pt>
                <ns0:pt idx="565">
                  <ns0:v>0.770820555806</ns0:v>
                </ns0:pt>
                <ns0:pt idx="566">
                  <ns0:v>-2.92272852729</ns0:v>
                </ns0:pt>
                <ns0:pt idx="567">
                  <ns0:v>-5.89373119072</ns0:v>
                </ns0:pt>
                <ns0:pt idx="568">
                  <ns0:v>-7.15586565717</ns0:v>
                </ns0:pt>
                <ns0:pt idx="569">
                  <ns0:v>-2.39928156122</ns0:v>
                </ns0:pt>
                <ns0:pt idx="570">
                  <ns0:v>5.1949746628</ns0:v>
                </ns0:pt>
                <ns0:pt idx="571">
                  <ns0:v>13.3240714472</ns0:v>
                </ns0:pt>
                <ns0:pt idx="572">
                  <ns0:v>12.1474220081</ns0:v>
                </ns0:pt>
                <ns0:pt idx="573">
                  <ns0:v>3.81373050786</ns0:v>
                </ns0:pt>
                <ns0:pt idx="574">
                  <ns0:v>-4.81963533622</ns0:v>
                </ns0:pt>
                <ns0:pt idx="575">
                  <ns0:v>-9.44705722243</ns0:v>
                </ns0:pt>
                <ns0:pt idx="576">
                  <ns0:v>-8.50504421562</ns0:v>
                </ns0:pt>
                <ns0:pt idx="577">
                  <ns0:v>-4.4761097249</ns0:v>
                </ns0:pt>
                <ns0:pt idx="578">
                  <ns0:v>2.54283290691</ns0:v>
                </ns0:pt>
                <ns0:pt idx="579">
                  <ns0:v>9.30448180855</ns0:v>
                </ns0:pt>
                <ns0:pt idx="580">
                  <ns0:v>10.873662972</ns0:v>
                </ns0:pt>
                <ns0:pt idx="581">
                  <ns0:v>7.65544074249</ns0:v>
                </ns0:pt>
                <ns0:pt idx="582">
                  <ns0:v>2.24450968811</ns0:v>
                </ns0:pt>
                <ns0:pt idx="583">
                  <ns0:v>-3.37597989239</ns0:v>
                </ns0:pt>
                <ns0:pt idx="584">
                  <ns0:v>-5.22923055317</ns0:v>
                </ns0:pt>
                <ns0:pt idx="585">
                  <ns0:v>-2.10391592632</ns0:v>
                </ns0:pt>
                <ns0:pt idx="586">
                  <ns0:v>0.953456039707</ns0:v>
                </ns0:pt>
                <ns0:pt idx="587">
                  <ns0:v>2.85404573566</ns0:v>
                </ns0:pt>
                <ns0:pt idx="588">
                  <ns0:v>3.76553441885</ns0:v>
                </ns0:pt>
                <ns0:pt idx="589">
                  <ns0:v>4.94302256413</ns0:v>
                </ns0:pt>
                <ns0:pt idx="590">
                  <ns0:v>6.05953409944</ns0:v>
                </ns0:pt>
                <ns0:pt idx="591">
                  <ns0:v>5.13270897816</ns0:v>
                </ns0:pt>
                <ns0:pt idx="592">
                  <ns0:v>1.51685727344</ns0:v>
                </ns0:pt>
                <ns0:pt idx="593">
                  <ns0:v>-0.565356285814</ns0:v>
                </ns0:pt>
                <ns0:pt idx="594">
                  <ns0:v>-0.541700959428</ns0:v>
                </ns0:pt>
                <ns0:pt idx="595">
                  <ns0:v>2.1909010683</ns0:v>
                </ns0:pt>
                <ns0:pt idx="596">
                  <ns0:v>3.04979179261</ns0:v>
                </ns0:pt>
                <ns0:pt idx="597">
                  <ns0:v>0.184787240099</ns0:v>
                </ns0:pt>
                <ns0:pt idx="598">
                  <ns0:v>-6.04411314489</ns0:v>
                </ns0:pt>
                <ns0:pt idx="599">
                  <ns0:v>-7.81517953711</ns0:v>
                </ns0:pt>
                <ns0:pt idx="600">
                  <ns0:v>-4.24533799013</ns0:v>
                </ns0:pt>
                <ns0:pt idx="601">
                  <ns0:v>0.613626071736</ns0:v>
                </ns0:pt>
                <ns0:pt idx="602">
                  <ns0:v>4.64073793896</ns0:v>
                </ns0:pt>
                <ns0:pt idx="603">
                  <ns0:v>5.04418595314</ns0:v>
                </ns0:pt>
                <ns0:pt idx="604">
                  <ns0:v>4.74446463208</ns0:v>
                </ns0:pt>
                <ns0:pt idx="605">
                  <ns0:v>5.0542568359</ns0:v>
                </ns0:pt>
                <ns0:pt idx="606">
                  <ns0:v>5.62107433784</ns0:v>
                </ns0:pt>
                <ns0:pt idx="607">
                  <ns0:v>-1.03028766639</ns0:v>
                </ns0:pt>
                <ns0:pt idx="608">
                  <ns0:v>-6.01267167477</ns0:v>
                </ns0:pt>
                <ns0:pt idx="609">
                  <ns0:v>-4.79986510362</ns0:v>
                </ns0:pt>
                <ns0:pt idx="610">
                  <ns0:v>-1.29353100888</ns0:v>
                </ns0:pt>
                <ns0:pt idx="611">
                  <ns0:v>1.38207246291</ns0:v>
                </ns0:pt>
                <ns0:pt idx="612">
                  <ns0:v>4.89637857366</ns0:v>
                </ns0:pt>
                <ns0:pt idx="613">
                  <ns0:v>5.25648577991</ns0:v>
                </ns0:pt>
                <ns0:pt idx="614">
                  <ns0:v>1.17599341284</ns0:v>
                </ns0:pt>
                <ns0:pt idx="615">
                  <ns0:v>-5.29751331152</ns0:v>
                </ns0:pt>
                <ns0:pt idx="616">
                  <ns0:v>-6.00230737527</ns0:v>
                </ns0:pt>
                <ns0:pt idx="617">
                  <ns0:v>-3.54070369839</ns0:v>
                </ns0:pt>
                <ns0:pt idx="618">
                  <ns0:v>-0.0685699334625</ns0:v>
                </ns0:pt>
                <ns0:pt idx="619">
                  <ns0:v>5.17235839963</ns0:v>
                </ns0:pt>
                <ns0:pt idx="620">
                  <ns0:v>9.02523407159</ns0:v>
                </ns0:pt>
                <ns0:pt idx="621">
                  <ns0:v>5.96305070779</ns0:v>
                </ns0:pt>
                <ns0:pt idx="622">
                  <ns0:v>2.50836214962</ns0:v>
                </ns0:pt>
                <ns0:pt idx="623">
                  <ns0:v>4.03197307998</ns0:v>
                </ns0:pt>
                <ns0:pt idx="624">
                  <ns0:v>0.223527348778</ns0:v>
                </ns0:pt>
                <ns0:pt idx="625">
                  <ns0:v>-6.98286589607</ns0:v>
                </ns0:pt>
                <ns0:pt idx="626">
                  <ns0:v>-8.61299651576</ns0:v>
                </ns0:pt>
                <ns0:pt idx="627">
                  <ns0:v>-3.99532906524</ns0:v>
                </ns0:pt>
                <ns0:pt idx="628">
                  <ns0:v>0.558499123685</ns0:v>
                </ns0:pt>
                <ns0:pt idx="629">
                  <ns0:v>3.34679579966</ns0:v>
                </ns0:pt>
                <ns0:pt idx="630">
                  <ns0:v>5.39182241877</ns0:v>
                </ns0:pt>
                <ns0:pt idx="631">
                  <ns0:v>3.90508655581</ns0:v>
                </ns0:pt>
                <ns0:pt idx="632">
                  <ns0:v>-0.219089249183</ns0:v>
                </ns0:pt>
                <ns0:pt idx="633">
                  <ns0:v>-2.05297113825</ns0:v>
                </ns0:pt>
                <ns0:pt idx="634">
                  <ns0:v>0.488901539138</ns0:v>
                </ns0:pt>
                <ns0:pt idx="635">
                  <ns0:v>1.1002781172</ns0:v>
                </ns0:pt>
                <ns0:pt idx="636">
                  <ns0:v>-0.260292945969</ns0:v>
                </ns0:pt>
                <ns0:pt idx="637">
                  <ns0:v>1.78823680387</ns0:v>
                </ns0:pt>
                <ns0:pt idx="638">
                  <ns0:v>5.95700966694</ns0:v>
                </ns0:pt>
                <ns0:pt idx="639">
                  <ns0:v>6.69424076902</ns0:v>
                </ns0:pt>
                <ns0:pt idx="640">
                  <ns0:v>0.691753222841</ns0:v>
                </ns0:pt>
                <ns0:pt idx="641">
                  <ns0:v>-4.78078694939</ns0:v>
                </ns0:pt>
                <ns0:pt idx="642">
                  <ns0:v>-6.80758077997</ns0:v>
                </ns0:pt>
                <ns0:pt idx="643">
                  <ns0:v>-5.283650084</ns0:v>
                </ns0:pt>
                <ns0:pt idx="644">
                  <ns0:v>-1.3907672346</ns0:v>
                </ns0:pt>
                <ns0:pt idx="645">
                  <ns0:v>4.00598158784</ns0:v>
                </ns0:pt>
                <ns0:pt idx="646">
                  <ns0:v>7.88954061892</ns0:v>
                </ns0:pt>
                <ns0:pt idx="647">
                  <ns0:v>6.78287128294</ns0:v>
                </ns0:pt>
                <ns0:pt idx="648">
                  <ns0:v>2.81739568913</ns0:v>
                </ns0:pt>
                <ns0:pt idx="649">
                  <ns0:v>-1.01246667847</ns0:v>
                </ns0:pt>
                <ns0:pt idx="650">
                  <ns0:v>-4.73017012383</ns0:v>
                </ns0:pt>
                <ns0:pt idx="651">
                  <ns0:v>-6.67226230074</ns0:v>
                </ns0:pt>
                <ns0:pt idx="652">
                  <ns0:v>-3.12447788849</ns0:v>
                </ns0:pt>
                <ns0:pt idx="653">
                  <ns0:v>3.87625979085</ns0:v>
                </ns0:pt>
                <ns0:pt idx="654">
                  <ns0:v>7.13221853023</ns0:v>
                </ns0:pt>
                <ns0:pt idx="655">
                  <ns0:v>8.28546850108</ns0:v>
                </ns0:pt>
                <ns0:pt idx="656">
                  <ns0:v>6.49074578599</ns0:v>
                </ns0:pt>
                <ns0:pt idx="657">
                  <ns0:v>0.744525865594</ns0:v>
                </ns0:pt>
                <ns0:pt idx="658">
                  <ns0:v>-4.63345570774</ns0:v>
                </ns0:pt>
                <ns0:pt idx="659">
                  <ns0:v>-7.94145132814</ns0:v>
                </ns0:pt>
                <ns0:pt idx="660">
                  <ns0:v>-8.23538254106</ns0:v>
                </ns0:pt>
                <ns0:pt idx="661">
                  <ns0:v>-3.41936266901</ns0:v>
                </ns0:pt>
                <ns0:pt idx="662">
                  <ns0:v>4.36972834571</ns0:v>
                </ns0:pt>
                <ns0:pt idx="663">
                  <ns0:v>8.54028797807</ns0:v>
                </ns0:pt>
                <ns0:pt idx="664">
                  <ns0:v>7.61676191555</ns0:v>
                </ns0:pt>
                <ns0:pt idx="665">
                  <ns0:v>4.14581458415</ns0:v>
                </ns0:pt>
                <ns0:pt idx="666">
                  <ns0:v>-0.165227839486</ns0:v>
                </ns0:pt>
                <ns0:pt idx="667">
                  <ns0:v>-5.97691487263</ns0:v>
                </ns0:pt>
                <ns0:pt idx="668">
                  <ns0:v>-8.35749534534</ns0:v>
                </ns0:pt>
                <ns0:pt idx="669">
                  <ns0:v>-6.43565905955</ns0:v>
                </ns0:pt>
                <ns0:pt idx="670">
                  <ns0:v>-2.47876114165</ns0:v>
                </ns0:pt>
                <ns0:pt idx="671">
                  <ns0:v>-0.378356638691</ns0:v>
                </ns0:pt>
                <ns0:pt idx="672">
                  <ns0:v>2.84947888171</ns0:v>
                </ns0:pt>
                <ns0:pt idx="673">
                  <ns0:v>6.86497186192</ns0:v>
                </ns0:pt>
                <ns0:pt idx="674">
                  <ns0:v>9.15916479854</ns0:v>
                </ns0:pt>
                <ns0:pt idx="675">
                  <ns0:v>3.98588912088</ns0:v>
                </ns0:pt>
                <ns0:pt idx="676">
                  <ns0:v>-1.52318159728</ns0:v>
                </ns0:pt>
                <ns0:pt idx="677">
                  <ns0:v>-5.6684269303</ns0:v>
                </ns0:pt>
                <ns0:pt idx="678">
                  <ns0:v>-8.96332895683</ns0:v>
                </ns0:pt>
                <ns0:pt idx="679">
                  <ns0:v>-10.8761606639</ns0:v>
                </ns0:pt>
                <ns0:pt idx="680">
                  <ns0:v>-7.04508524957</ns0:v>
                </ns0:pt>
                <ns0:pt idx="681">
                  <ns0:v>0.142382297616</ns0:v>
                </ns0:pt>
                <ns0:pt idx="682">
                  <ns0:v>3.95782686363</ns0:v>
                </ns0:pt>
                <ns0:pt idx="683">
                  <ns0:v>2.76659203535</ns0:v>
                </ns0:pt>
                <ns0:pt idx="684">
                  <ns0:v>1.40717286381</ns0:v>
                </ns0:pt>
                <ns0:pt idx="685">
                  <ns0:v>0.553519580846</ns0:v>
                </ns0:pt>
                <ns0:pt idx="686">
                  <ns0:v>0.287338327331</ns0:v>
                </ns0:pt>
                <ns0:pt idx="687">
                  <ns0:v>4.20232900346</ns0:v>
                </ns0:pt>
                <ns0:pt idx="688">
                  <ns0:v>9.10704174156</ns0:v>
                </ns0:pt>
                <ns0:pt idx="689">
                  <ns0:v>7.85438031214</ns0:v>
                </ns0:pt>
                <ns0:pt idx="690">
                  <ns0:v>3.74539923253</ns0:v>
                </ns0:pt>
                <ns0:pt idx="691">
                  <ns0:v>-1.92210968078</ns0:v>
                </ns0:pt>
                <ns0:pt idx="692">
                  <ns0:v>-8.71503777838</ns0:v>
                </ns0:pt>
                <ns0:pt idx="693">
                  <ns0:v>-10.6870221441</ns0:v>
                </ns0:pt>
                <ns0:pt idx="694">
                  <ns0:v>-3.9168014519</ns0:v>
                </ns0:pt>
                <ns0:pt idx="695">
                  <ns0:v>7.91311337296</ns0:v>
                </ns0:pt>
                <ns0:pt idx="696">
                  <ns0:v>14.62001272</ns0:v>
                </ns0:pt>
                <ns0:pt idx="697">
                  <ns0:v>12.7566014623</ns0:v>
                </ns0:pt>
                <ns0:pt idx="698">
                  <ns0:v>5.37611883562</ns0:v>
                </ns0:pt>
                <ns0:pt idx="699">
                  <ns0:v>-4.82216743436</ns0:v>
                </ns0:pt>
                <ns0:pt idx="700">
                  <ns0:v>-15.5410395797</ns0:v>
                </ns0:pt>
                <ns0:pt idx="701">
                  <ns0:v>-21.1116531794</ns0:v>
                </ns0:pt>
                <ns0:pt idx="702">
                  <ns0:v>-14.4163625374</ns0:v>
                </ns0:pt>
                <ns0:pt idx="703">
                  <ns0:v>1.83659108912</ns0:v>
                </ns0:pt>
                <ns0:pt idx="704">
                  <ns0:v>19.3745575223</ns0:v>
                </ns0:pt>
                <ns0:pt idx="705">
                  <ns0:v>25.2014149824</ns0:v>
                </ns0:pt>
                <ns0:pt idx="706">
                  <ns0:v>17.9140455523</ns0:v>
                </ns0:pt>
                <ns0:pt idx="707">
                  <ns0:v>3.8188451202</ns0:v>
                </ns0:pt>
                <ns0:pt idx="708">
                  <ns0:v>-11.0575568209</ns0:v>
                </ns0:pt>
                <ns0:pt idx="709">
                  <ns0:v>-19.0696771433</ns0:v>
                </ns0:pt>
                <ns0:pt idx="710">
                  <ns0:v>-16.2958403992</ns0:v>
                </ns0:pt>
                <ns0:pt idx="711">
                  <ns0:v>-7.39932098485</ns0:v>
                </ns0:pt>
                <ns0:pt idx="712">
                  <ns0:v>4.04220309898</ns0:v>
                </ns0:pt>
                <ns0:pt idx="713">
                  <ns0:v>14.2843378091</ns0:v>
                </ns0:pt>
                <ns0:pt idx="714">
                  <ns0:v>19.0900912465</ns0:v>
                </ns0:pt>
                <ns0:pt idx="715">
                  <ns0:v>10.5378006605</ns0:v>
                </ns0:pt>
                <ns0:pt idx="716">
                  <ns0:v>-1.41685279606</ns0:v>
                </ns0:pt>
                <ns0:pt idx="717">
                  <ns0:v>-9.92624759695</ns0:v>
                </ns0:pt>
                <ns0:pt idx="718">
                  <ns0:v>-13.9094113734</ns0:v>
                </ns0:pt>
                <ns0:pt idx="719">
                  <ns0:v>-12.2294985659</ns0:v>
                </ns0:pt>
                <ns0:pt idx="720">
                  <ns0:v>-4.42189723347</ns0:v>
                </ns0:pt>
                <ns0:pt idx="721">
                  <ns0:v>3.25490128052</ns0:v>
                </ns0:pt>
                <ns0:pt idx="722">
                  <ns0:v>9.13031840499</ns0:v>
                </ns0:pt>
                <ns0:pt idx="723">
                  <ns0:v>11.8641650586</ns0:v>
                </ns0:pt>
                <ns0:pt idx="724">
                  <ns0:v>7.27542080333</ns0:v>
                </ns0:pt>
                <ns0:pt idx="725">
                  <ns0:v>-0.966098259063</ns0:v>
                </ns0:pt>
                <ns0:pt idx="726">
                  <ns0:v>-7.36866343226</ns0:v>
                </ns0:pt>
                <ns0:pt idx="727">
                  <ns0:v>-10.533583732</ns0:v>
                </ns0:pt>
                <ns0:pt idx="728">
                  <ns0:v>-10.2518525971</ns0:v>
                </ns0:pt>
                <ns0:pt idx="729">
                  <ns0:v>-6.45261043836</ns0:v>
                </ns0:pt>
                <ns0:pt idx="730">
                  <ns0:v>0.619052654087</ns0:v>
                </ns0:pt>
                <ns0:pt idx="731">
                  <ns0:v>6.3021872972</ns0:v>
                </ns0:pt>
                <ns0:pt idx="732">
                  <ns0:v>8.93478394826</ns0:v>
                </ns0:pt>
                <ns0:pt idx="733">
                  <ns0:v>12.7694830556</ns0:v>
                </ns0:pt>
                <ns0:pt idx="734">
                  <ns0:v>14.1117939452</ns0:v>
                </ns0:pt>
                <ns0:pt idx="735">
                  <ns0:v>3.62371751878</ns0:v>
                </ns0:pt>
                <ns0:pt idx="736">
                  <ns0:v>-8.42664335544</ns0:v>
                </ns0:pt>
                <ns0:pt idx="737">
                  <ns0:v>-10.3564753824</ns0:v>
                </ns0:pt>
                <ns0:pt idx="738">
                  <ns0:v>-3.44010010716</ns0:v>
                </ns0:pt>
                <ns0:pt idx="739">
                  <ns0:v>3.39404423514</ns0:v>
                </ns0:pt>
                <ns0:pt idx="740">
                  <ns0:v>8.67658083414</ns0:v>
                </ns0:pt>
                <ns0:pt idx="741">
                  <ns0:v>4.88602013072</ns0:v>
                </ns0:pt>
                <ns0:pt idx="742">
                  <ns0:v>-4.27535911404</ns0:v>
                </ns0:pt>
                <ns0:pt idx="743">
                  <ns0:v>-8.18992279941</ns0:v>
                </ns0:pt>
                <ns0:pt idx="744">
                  <ns0:v>-0.0335262372861</ns0:v>
                </ns0:pt>
                <ns0:pt idx="745">
                  <ns0:v>22.5595955269</ns0:v>
                </ns0:pt>
                <ns0:pt idx="746">
                  <ns0:v>38.8105639328</ns0:v>
                </ns0:pt>
                <ns0:pt idx="747">
                  <ns0:v>26.1346653559</ns0:v>
                </ns0:pt>
                <ns0:pt idx="748">
                  <ns0:v>-15.6194302631</ns0:v>
                </ns0:pt>
                <ns0:pt idx="749">
                  <ns0:v>-72.5132847687</ns0:v>
                </ns0:pt>
                <ns0:pt idx="750">
                  <ns0:v>-100.002099701</ns0:v>
                </ns0:pt>
                <ns0:pt idx="751">
                  <ns0:v>-70.6608471217</ns0:v>
                </ns0:pt>
                <ns0:pt idx="752">
                  <ns0:v>3.3617676186</ns0:v>
                </ns0:pt>
                <ns0:pt idx="753">
                  <ns0:v>94.4206866457</ns0:v>
                </ns0:pt>
                <ns0:pt idx="754">
                  <ns0:v>145.208627395</ns0:v>
                </ns0:pt>
                <ns0:pt idx="755">
                  <ns0:v>116.718778909</ns0:v>
                </ns0:pt>
                <ns0:pt idx="756">
                  <ns0:v>27.2340945924</ns0:v>
                </ns0:pt>
                <ns0:pt idx="757">
                  <ns0:v>-79.0790691967</ns0:v>
                </ns0:pt>
                <ns0:pt idx="758">
                  <ns0:v>-142.595764726</ns0:v>
                </ns0:pt>
                <ns0:pt idx="759">
                  <ns0:v>-131.307853434</ns0:v>
                </ns0:pt>
                <ns0:pt idx="760">
                  <ns0:v>-54.4627112757</ns0:v>
                </ns0:pt>
                <ns0:pt idx="761">
                  <ns0:v>51.1660582597</ns0:v>
                </ns0:pt>
                <ns0:pt idx="762">
                  <ns0:v>127.567403899</ns0:v>
                </ns0:pt>
                <ns0:pt idx="763">
                  <ns0:v>137.293289474</ns0:v>
                </ns0:pt>
                <ns0:pt idx="764">
                  <ns0:v>85.94662475</ns0:v>
                </ns0:pt>
                <ns0:pt idx="765">
                  <ns0:v>-7.04037199893</ns0:v>
                </ns0:pt>
                <ns0:pt idx="766">
                  <ns0:v>-100.381595682</ns0:v>
                </ns0:pt>
                <ns0:pt idx="767">
                  <ns0:v>-141.019845195</ns0:v>
                </ns0:pt>
                <ns0:pt idx="768">
                  <ns0:v>-110.088266167</ns0:v>
                </ns0:pt>
                <ns0:pt idx="769">
                  <ns0:v>-25.4837276761</ns0:v>
                </ns0:pt>
                <ns0:pt idx="770">
                  <ns0:v>72.8166125867</ns0:v>
                </ns0:pt>
                <ns0:pt idx="771">
                  <ns0:v>131.461569251</ns0:v>
                </ns0:pt>
                <ns0:pt idx="772">
                  <ns0:v>123.138013911</ns0:v>
                </ns0:pt>
                <ns0:pt idx="773">
                  <ns0:v>58.0970465871</ns0:v>
                </ns0:pt>
                <ns0:pt idx="774">
                  <ns0:v>-35.4196008628</ns0:v>
                </ns0:pt>
                <ns0:pt idx="775">
                  <ns0:v>-107.353958847</ns0:v>
                </ns0:pt>
                <ns0:pt idx="776">
                  <ns0:v>-119.611879888</ns0:v>
                </ns0:pt>
                <ns0:pt idx="777">
                  <ns0:v>-71.7392562478</ns0:v>
                </ns0:pt>
                <ns0:pt idx="778">
                  <ns0:v>7.92575121219</ns0:v>
                </ns0:pt>
                <ns0:pt idx="779">
                  <ns0:v>83.1411877536</ns0:v>
                </ns0:pt>
                <ns0:pt idx="780">
                  <ns0:v>115.854130531</ns0:v>
                </ns0:pt>
                <ns0:pt idx="781">
                  <ns0:v>88.4784062872</ns0:v>
                </ns0:pt>
                <ns0:pt idx="782">
                  <ns0:v>14.3425947537</ns0:v>
                </ns0:pt>
                <ns0:pt idx="783">
                  <ns0:v>-73.751980585</ns0:v>
                </ns0:pt>
                <ns0:pt idx="784">
                  <ns0:v>-131.027048739</ns0:v>
                </ns0:pt>
                <ns0:pt idx="785">
                  <ns0:v>-124.322355331</ns0:v>
                </ns0:pt>
                <ns0:pt idx="786">
                  <ns0:v>-52.6483015383</ns0:v>
                </ns0:pt>
                <ns0:pt idx="787">
                  <ns0:v>55.9307660781</ns0:v>
                </ns0:pt>
                <ns0:pt idx="788">
                  <ns0:v>145.864338266</ns0:v>
                </ns0:pt>
                <ns0:pt idx="789">
                  <ns0:v>159.052481536</ns0:v>
                </ns0:pt>
                <ns0:pt idx="790">
                  <ns0:v>90.7282728291</ns0:v>
                </ns0:pt>
                <ns0:pt idx="791">
                  <ns0:v>-27.8833035046</ns0:v>
                </ns0:pt>
                <ns0:pt idx="792">
                  <ns0:v>-143.864197135</ns0:v>
                </ns0:pt>
                <ns0:pt idx="793">
                  <ns0:v>-186.706962588</ns0:v>
                </ns0:pt>
                <ns0:pt idx="794">
                  <ns0:v>-129.918009082</ns0:v>
                </ns0:pt>
                <ns0:pt idx="795">
                  <ns0:v>-15.4627062166</ns0:v>
                </ns0:pt>
                <ns0:pt idx="796">
                  <ns0:v>101.62118382</ns0:v>
                </ns0:pt>
                <ns0:pt idx="797">
                  <ns0:v>164.516581128</ns0:v>
                </ns0:pt>
                <ns0:pt idx="798">
                  <ns0:v>145.91492165</ns0:v>
                </ns0:pt>
                <ns0:pt idx="799">
                  <ns0:v>57.6276869266</ns0:v>
                </ns0:pt>
                <ns0:pt idx="800">
                  <ns0:v>-54.4973981101</ns0:v>
                </ns0:pt>
                <ns0:pt idx="801">
                  <ns0:v>-132.812269858</ns0:v>
                </ns0:pt>
                <ns0:pt idx="802">
                  <ns0:v>-139.488546916</ns0:v>
                </ns0:pt>
                <ns0:pt idx="803">
                  <ns0:v>-78.0911568226</ns0:v>
                </ns0:pt>
                <ns0:pt idx="804">
                  <ns0:v>15.615471637</ns0:v>
                </ns0:pt>
                <ns0:pt idx="805">
                  <ns0:v>96.0637264133</ns0:v>
                </ns0:pt>
                <ns0:pt idx="806">
                  <ns0:v>123.070206259</ns0:v>
                </ns0:pt>
                <ns0:pt idx="807">
                  <ns0:v>88.8764195096</ns0:v>
                </ns0:pt>
                <ns0:pt idx="808">
                  <ns0:v>18.3154446204</ns0:v>
                </ns0:pt>
                <ns0:pt idx="809">
                  <ns0:v>-53.6177791037</ns0:v>
                </ns0:pt>
                <ns0:pt idx="810">
                  <ns0:v>-94.6522326136</ns0:v>
                </ns0:pt>
                <ns0:pt idx="811">
                  <ns0:v>-87.6537512865</ns0:v>
                </ns0:pt>
                <ns0:pt idx="812">
                  <ns0:v>-40.5208496436</ns0:v>
                </ns0:pt>
                <ns0:pt idx="813">
                  <ns0:v>22.3481464517</ns0:v>
                </ns0:pt>
                <ns0:pt idx="814">
                  <ns0:v>71.319939202</ns0:v>
                </ns0:pt>
                <ns0:pt idx="815">
                  <ns0:v>83.390635839</ns0:v>
                </ns0:pt>
                <ns0:pt idx="816">
                  <ns0:v>54.946515109</ns0:v>
                </ns0:pt>
                <ns0:pt idx="817">
                  <ns0:v>2.14376796083</ns0:v>
                </ns0:pt>
                <ns0:pt idx="818">
                  <ns0:v>-47.3854579559</ns0:v>
                </ns0:pt>
                <ns0:pt idx="819">
                  <ns0:v>-69.4194460503</ns0:v>
                </ns0:pt>
                <ns0:pt idx="820">
                  <ns0:v>-56.5115075564</ns0:v>
                </ns0:pt>
                <ns0:pt idx="821">
                  <ns0:v>-16.4844154239</ns0:v>
                </ns0:pt>
                <ns0:pt idx="822">
                  <ns0:v>31.6516660419</ns0:v>
                </ns0:pt>
                <ns0:pt idx="823">
                  <ns0:v>63.5933692997</ns0:v>
                </ns0:pt>
                <ns0:pt idx="824">
                  <ns0:v>59.3672228326</ns0:v>
                </ns0:pt>
                <ns0:pt idx="825">
                  <ns0:v>25.7018481053</ns0:v>
                </ns0:pt>
                <ns0:pt idx="826">
                  <ns0:v>-18.1808135189</ns0:v>
                </ns0:pt>
                <ns0:pt idx="827">
                  <ns0:v>-50.6406313004</ns0:v>
                </ns0:pt>
                <ns0:pt idx="828">
                  <ns0:v>-56.1595991893</ns0:v>
                </ns0:pt>
                <ns0:pt idx="829">
                  <ns0:v>-36.8683538051</ns0:v>
                </ns0:pt>
                <ns0:pt idx="830">
                  <ns0:v>-4.49955303466</ns0:v>
                </ns0:pt>
                <ns0:pt idx="831">
                  <ns0:v>28.0597159414</ns0:v>
                </ns0:pt>
                <ns0:pt idx="832">
                  <ns0:v>48.6895128282</ns0:v>
                </ns0:pt>
                <ns0:pt idx="833">
                  <ns0:v>51.3235144667</ns0:v>
                </ns0:pt>
                <ns0:pt idx="834">
                  <ns0:v>31.3883118542</ns0:v>
                </ns0:pt>
                <ns0:pt idx="835">
                  <ns0:v>-6.18346630842</ns0:v>
                </ns0:pt>
                <ns0:pt idx="836">
                  <ns0:v>-38.3303617755</ns0:v>
                </ns0:pt>
                <ns0:pt idx="837">
                  <ns0:v>-48.7103449302</ns0:v>
                </ns0:pt>
                <ns0:pt idx="838">
                  <ns0:v>-34.7896224116</ns0:v>
                </ns0:pt>
                <ns0:pt idx="839">
                  <ns0:v>-6.28406148627</ns0:v>
                </ns0:pt>
                <ns0:pt idx="840">
                  <ns0:v>24.1839133672</ns0:v>
                </ns0:pt>
                <ns0:pt idx="841">
                  <ns0:v>41.7087937871</ns0:v>
                </ns0:pt>
                <ns0:pt idx="842">
                  <ns0:v>37.2031607539</ns0:v>
                </ns0:pt>
                <ns0:pt idx="843">
                  <ns0:v>14.0124253276</ns0:v>
                </ns0:pt>
                <ns0:pt idx="844">
                  <ns0:v>-13.0043165481</ns0:v>
                </ns0:pt>
                <ns0:pt idx="845">
                  <ns0:v>-31.6660007898</ns0:v>
                </ns0:pt>
                <ns0:pt idx="846">
                  <ns0:v>-33.7218593198</ns0:v>
                </ns0:pt>
                <ns0:pt idx="847">
                  <ns0:v>-18.7541404618</ns0:v>
                </ns0:pt>
                <ns0:pt idx="848">
                  <ns0:v>4.22733715958</ns0:v>
                </ns0:pt>
                <ns0:pt idx="849">
                  <ns0:v>22.7703769553</ns0:v>
                </ns0:pt>
                <ns0:pt idx="850">
                  <ns0:v>29.6630551111</ns0:v>
                </ns0:pt>
                <ns0:pt idx="851">
                  <ns0:v>23.9775546139</ns0:v>
                </ns0:pt>
                <ns0:pt idx="852">
                  <ns0:v>5.96446548662</ns0:v>
                </ns0:pt>
                <ns0:pt idx="853">
                  <ns0:v>-14.9982664823</ns0:v>
                </ns0:pt>
                <ns0:pt idx="854">
                  <ns0:v>-28.1808958987</ns0:v>
                </ns0:pt>
                <ns0:pt idx="855">
                  <ns0:v>-25.958457099</ns0:v>
                </ns0:pt>
                <ns0:pt idx="856">
                  <ns0:v>-11.989973381</ns0:v>
                </ns0:pt>
                <ns0:pt idx="857">
                  <ns0:v>7.37742379575</ns0:v>
                </ns0:pt>
                <ns0:pt idx="858">
                  <ns0:v>20.6803001746</ns0:v>
                </ns0:pt>
                <ns0:pt idx="859">
                  <ns0:v>21.7767736348</ns0:v>
                </ns0:pt>
                <ns0:pt idx="860">
                  <ns0:v>14.251665272</ns0:v>
                </ns0:pt>
                <ns0:pt idx="861">
                  <ns0:v>-0.122983670715</ns0:v>
                </ns0:pt>
                <ns0:pt idx="862">
                  <ns0:v>-14.7644293571</ns0:v>
                </ns0:pt>
                <ns0:pt idx="863">
                  <ns0:v>-20.1519569088</ns0:v>
                </ns0:pt>
                <ns0:pt idx="864">
                  <ns0:v>-15.5691772051</ns0:v>
                </ns0:pt>
                <ns0:pt idx="865">
                  <ns0:v>-4.92672247995</ns0:v>
                </ns0:pt>
                <ns0:pt idx="866">
                  <ns0:v>6.22453797665</ns0:v>
                </ns0:pt>
                <ns0:pt idx="867">
                  <ns0:v>16.8127325063</ns0:v>
                </ns0:pt>
                <ns0:pt idx="868">
                  <ns0:v>19.1026789467</ns0:v>
                </ns0:pt>
                <ns0:pt idx="869">
                  <ns0:v>10.6987479187</ns0:v>
                </ns0:pt>
                <ns0:pt idx="870">
                  <ns0:v>-1.77706914791</ns0:v>
                </ns0:pt>
                <ns0:pt idx="871">
                  <ns0:v>-13.2211438659</ns0:v>
                </ns0:pt>
                <ns0:pt idx="872">
                  <ns0:v>-18.0245600363</ns0:v>
                </ns0:pt>
                <ns0:pt idx="873">
                  <ns0:v>-14.3328943044</ns0:v>
                </ns0:pt>
                <ns0:pt idx="874">
                  <ns0:v>-4.55245783328</ns0:v>
                </ns0:pt>
                <ns0:pt idx="875">
                  <ns0:v>8.14283104237</ns0:v>
                </ns0:pt>
                <ns0:pt idx="876">
                  <ns0:v>17.7997460575</ns0:v>
                </ns0:pt>
                <ns0:pt idx="877">
                  <ns0:v>18.927102117</ns0:v>
                </ns0:pt>
                <ns0:pt idx="878">
                  <ns0:v>11.2863561703</ns0:v>
                </ns0:pt>
                <ns0:pt idx="879">
                  <ns0:v>-1.30238888234</ns0:v>
                </ns0:pt>
                <ns0:pt idx="880">
                  <ns0:v>-12.6984311139</ns0:v>
                </ns0:pt>
                <ns0:pt idx="881">
                  <ns0:v>-16.5056500716</ns0:v>
                </ns0:pt>
                <ns0:pt idx="882">
                  <ns0:v>-11.6801038715</ns0:v>
                </ns0:pt>
                <ns0:pt idx="883">
                  <ns0:v>-1.01191047631</ns0:v>
                </ns0:pt>
                <ns0:pt idx="884">
                  <ns0:v>9.61232569658</ns0:v>
                </ns0:pt>
                <ns0:pt idx="885">
                  <ns0:v>15.3611869628</ns0:v>
                </ns0:pt>
                <ns0:pt idx="886">
                  <ns0:v>13.2985773779</ns0:v>
                </ns0:pt>
                <ns0:pt idx="887">
                  <ns0:v>5.80861046429</ns0:v>
                </ns0:pt>
                <ns0:pt idx="888">
                  <ns0:v>-0.566718707352</ns0:v>
                </ns0:pt>
                <ns0:pt idx="889">
                  <ns0:v>-3.89402602289</ns0:v>
                </ns0:pt>
                <ns0:pt idx="890">
                  <ns0:v>-11.4045722567</ns0:v>
                </ns0:pt>
                <ns0:pt idx="891">
                  <ns0:v>-11.5258601447</ns0:v>
                </ns0:pt>
                <ns0:pt idx="892">
                  <ns0:v>-6.39392251794</ns0:v>
                </ns0:pt>
                <ns0:pt idx="893">
                  <ns0:v>-1.56111394485</ns0:v>
                </ns0:pt>
                <ns0:pt idx="894">
                  <ns0:v>2.47200646088</ns0:v>
                </ns0:pt>
                <ns0:pt idx="895">
                  <ns0:v>9.54345137459</ns0:v>
                </ns0:pt>
                <ns0:pt idx="896">
                  <ns0:v>8.83397641344</ns0:v>
                </ns0:pt>
                <ns0:pt idx="897">
                  <ns0:v>0.420180285168</ns0:v>
                </ns0:pt>
                <ns0:pt idx="898">
                  <ns0:v>-11.3997351195</ns0:v>
                </ns0:pt>
                <ns0:pt idx="899">
                  <ns0:v>-13.0206255687</ns0:v>
                </ns0:pt>
                <ns0:pt idx="900">
                  <ns0:v>-6.071051942</ns0:v>
                </ns0:pt>
                <ns0:pt idx="901">
                  <ns0:v>2.58702025868</ns0:v>
                </ns0:pt>
                <ns0:pt idx="902">
                  <ns0:v>9.96165822573</ns0:v>
                </ns0:pt>
                <ns0:pt idx="903">
                  <ns0:v>13.0407480533</ns0:v>
                </ns0:pt>
                <ns0:pt idx="904">
                  <ns0:v>10.0863483006</ns0:v>
                </ns0:pt>
                <ns0:pt idx="905">
                  <ns0:v>1.27989483918</ns0:v>
                </ns0:pt>
                <ns0:pt idx="906">
                  <ns0:v>-6.51957798442</ns0:v>
                </ns0:pt>
                <ns0:pt idx="907">
                  <ns0:v>-10.7299875496</ns0:v>
                </ns0:pt>
                <ns0:pt idx="908">
                  <ns0:v>-11.652696848</ns0:v>
                </ns0:pt>
                <ns0:pt idx="909">
                  <ns0:v>-9.71741603857</ns0:v>
                </ns0:pt>
                <ns0:pt idx="910">
                  <ns0:v>-1.33019892648</ns0:v>
                </ns0:pt>
                <ns0:pt idx="911">
                  <ns0:v>4.36559945487</ns0:v>
                </ns0:pt>
                <ns0:pt idx="912">
                  <ns0:v>4.08047400011</ns0:v>
                </ns0:pt>
                <ns0:pt idx="913">
                  <ns0:v>4.18343837339</ns0:v>
                </ns0:pt>
                <ns0:pt idx="914">
                  <ns0:v>4.19708280094</ns0:v>
                </ns0:pt>
                <ns0:pt idx="915">
                  <ns0:v>1.55312503706</ns0:v>
                </ns0:pt>
                <ns0:pt idx="916">
                  <ns0:v>7.80486446696</ns0:v>
                </ns0:pt>
                <ns0:pt idx="917">
                  <ns0:v>18.5600711276</ns0:v>
                </ns0:pt>
                <ns0:pt idx="918">
                  <ns0:v>16.9706418152</ns0:v>
                </ns0:pt>
                <ns0:pt idx="919">
                  <ns0:v>5.27393036382</ns0:v>
                </ns0:pt>
                <ns0:pt idx="920">
                  <ns0:v>-10.8344430755</ns0:v>
                </ns0:pt>
                <ns0:pt idx="921">
                  <ns0:v>-28.9656859678</ns0:v>
                </ns0:pt>
                <ns0:pt idx="922">
                  <ns0:v>-32.8133729839</ns0:v>
                </ns0:pt>
                <ns0:pt idx="923">
                  <ns0:v>-17.1860336186</ns0:v>
                </ns0:pt>
                <ns0:pt idx="924">
                  <ns0:v>4.12346633049</ns0:v>
                </ns0:pt>
                <ns0:pt idx="925">
                  <ns0:v>21.9618159891</ns0:v>
                </ns0:pt>
                <ns0:pt idx="926">
                  <ns0:v>29.4466382497</ns0:v>
                </ns0:pt>
                <ns0:pt idx="927">
                  <ns0:v>22.2949311609</ns0:v>
                </ns0:pt>
                <ns0:pt idx="928">
                  <ns0:v>5.11144918114</ns0:v>
                </ns0:pt>
                <ns0:pt idx="929">
                  <ns0:v>-13.3798744366</ns0:v>
                </ns0:pt>
                <ns0:pt idx="930">
                  <ns0:v>-27.1041691724</ns0:v>
                </ns0:pt>
                <ns0:pt idx="931">
                  <ns0:v>-29.7303805051</ns0:v>
                </ns0:pt>
                <ns0:pt idx="932">
                  <ns0:v>-16.7514896762</ns0:v>
                </ns0:pt>
                <ns0:pt idx="933">
                  <ns0:v>5.99106740313</ns0:v>
                </ns0:pt>
                <ns0:pt idx="934">
                  <ns0:v>24.815671042</ns0:v>
                </ns0:pt>
                <ns0:pt idx="935">
                  <ns0:v>29.1916691175</ns0:v>
                </ns0:pt>
                <ns0:pt idx="936">
                  <ns0:v>20.0971477753</ns0:v>
                </ns0:pt>
                <ns0:pt idx="937">
                  <ns0:v>3.80888868425</ns0:v>
                </ns0:pt>
                <ns0:pt idx="938">
                  <ns0:v>-13.7528725751</ns0:v>
                </ns0:pt>
                <ns0:pt idx="939">
                  <ns0:v>-26.7649817456</ns0:v>
                </ns0:pt>
                <ns0:pt idx="940">
                  <ns0:v>-25.1277850547</ns0:v>
                </ns0:pt>
                <ns0:pt idx="941">
                  <ns0:v>-10.8326230496</ns0:v>
                </ns0:pt>
                <ns0:pt idx="942">
                  <ns0:v>4.90912925866</ns0:v>
                </ns0:pt>
                <ns0:pt idx="943">
                  <ns0:v>17.1878827249</ns0:v>
                </ns0:pt>
                <ns0:pt idx="944">
                  <ns0:v>23.3947339614</ns0:v>
                </ns0:pt>
                <ns0:pt idx="945">
                  <ns0:v>16.7110476793</ns0:v>
                </ns0:pt>
                <ns0:pt idx="946">
                  <ns0:v>1.194951074</ns0:v>
                </ns0:pt>
                <ns0:pt idx="947">
                  <ns0:v>-12.7278612687</ns0:v>
                </ns0:pt>
                <ns0:pt idx="948">
                  <ns0:v>-19.7265782068</ns0:v>
                </ns0:pt>
                <ns0:pt idx="949">
                  <ns0:v>-19.074141824</ns0:v>
                </ns0:pt>
                <ns0:pt idx="950">
                  <ns0:v>-9.12688046104</ns0:v>
                </ns0:pt>
                <ns0:pt idx="951">
                  <ns0:v>6.01466867254</ns0:v>
                </ns0:pt>
                <ns0:pt idx="952">
                  <ns0:v>15.5897555715</ns0:v>
                </ns0:pt>
                <ns0:pt idx="953">
                  <ns0:v>16.15314817</ns0:v>
                </ns0:pt>
                <ns0:pt idx="954">
                  <ns0:v>10.6269702769</ns0:v>
                </ns0:pt>
                <ns0:pt idx="955">
                  <ns0:v>0.382725084815</ns0:v>
                </ns0:pt>
                <ns0:pt idx="956">
                  <ns0:v>-11.5949246176</ns0:v>
                </ns0:pt>
                <ns0:pt idx="957">
                  <ns0:v>-18.3183951605</ns0:v>
                </ns0:pt>
                <ns0:pt idx="958">
                  <ns0:v>-17.2323424624</ns0:v>
                </ns0:pt>
                <ns0:pt idx="959">
                  <ns0:v>-5.82411198196</ns0:v>
                </ns0:pt>
                <ns0:pt idx="960">
                  <ns0:v>8.44223120916</ns0:v>
                </ns0:pt>
                <ns0:pt idx="961">
                  <ns0:v>15.6480627125</ns0:v>
                </ns0:pt>
                <ns0:pt idx="962">
                  <ns0:v>13.4622448933</ns0:v>
                </ns0:pt>
                <ns0:pt idx="963">
                  <ns0:v>7.08144642525</ns0:v>
                </ns0:pt>
                <ns0:pt idx="964">
                  <ns0:v>-1.76225363699</ns0:v>
                </ns0:pt>
                <ns0:pt idx="965">
                  <ns0:v>-9.90670673294</ns0:v>
                </ns0:pt>
                <ns0:pt idx="966">
                  <ns0:v>-12.1062374188</ns0:v>
                </ns0:pt>
                <ns0:pt idx="967">
                  <ns0:v>-7.18242108534</ns0:v>
                </ns0:pt>
                <ns0:pt idx="968">
                  <ns0:v>1.66500278799</ns0:v>
                </ns0:pt>
                <ns0:pt idx="969">
                  <ns0:v>8.66053010469</ns0:v>
                </ns0:pt>
                <ns0:pt idx="970">
                  <ns0:v>11.6513328687</ns0:v>
                </ns0:pt>
                <ns0:pt idx="971">
                  <ns0:v>9.43148954766</ns0:v>
                </ns0:pt>
                <ns0:pt idx="972">
                  <ns0:v>0.832561163362</ns0:v>
                </ns0:pt>
                <ns0:pt idx="973">
                  <ns0:v>-9.33517350204</ns0:v>
                </ns0:pt>
                <ns0:pt idx="974">
                  <ns0:v>-14.0424520478</ns0:v>
                </ns0:pt>
                <ns0:pt idx="975">
                  <ns0:v>-10.9235905204</ns0:v>
                </ns0:pt>
                <ns0:pt idx="976">
                  <ns0:v>-3.06489222789</ns0:v>
                </ns0:pt>
                <ns0:pt idx="977">
                  <ns0:v>2.66366459391</ns0:v>
                </ns0:pt>
                <ns0:pt idx="978">
                  <ns0:v>4.01825142245</ns0:v>
                </ns0:pt>
                <ns0:pt idx="979">
                  <ns0:v>5.38522750793</ns0:v>
                </ns0:pt>
                <ns0:pt idx="980">
                  <ns0:v>4.06422868174</ns0:v>
                </ns0:pt>
                <ns0:pt idx="981">
                  <ns0:v>1.32409047081</ns0:v>
                </ns0:pt>
                <ns0:pt idx="982">
                  <ns0:v>-0.0530992386003</ns0:v>
                </ns0:pt>
                <ns0:pt idx="983">
                  <ns0:v>-2.8786253981</ns0:v>
                </ns0:pt>
                <ns0:pt idx="984">
                  <ns0:v>-6.01118433582</ns0:v>
                </ns0:pt>
                <ns0:pt idx="985">
                  <ns0:v>-7.58317179897</ns0:v>
                </ns0:pt>
                <ns0:pt idx="986">
                  <ns0:v>-6.66755371499</ns0:v>
                </ns0:pt>
                <ns0:pt idx="987">
                  <ns0:v>-4.599862326</ns0:v>
                </ns0:pt>
                <ns0:pt idx="988">
                  <ns0:v>0.205410550827</ns0:v>
                </ns0:pt>
                <ns0:pt idx="989">
                  <ns0:v>5.46524673242</ns0:v>
                </ns0:pt>
                <ns0:pt idx="990">
                  <ns0:v>8.18658020079</ns0:v>
                </ns0:pt>
                <ns0:pt idx="991">
                  <ns0:v>6.46120149155</ns0:v>
                </ns0:pt>
                <ns0:pt idx="992">
                  <ns0:v>1.12535978137</ns0:v>
                </ns0:pt>
                <ns0:pt idx="993">
                  <ns0:v>-6.99156448002</ns0:v>
                </ns0:pt>
                <ns0:pt idx="994">
                  <ns0:v>-13.0762062622</ns0:v>
                </ns0:pt>
                <ns0:pt idx="995">
                  <ns0:v>-6.02929654087</ns0:v>
                </ns0:pt>
                <ns0:pt idx="996">
                  <ns0:v>6.05595805635</ns0:v>
                </ns0:pt>
                <ns0:pt idx="997">
                  <ns0:v>10.7900107681</ns0:v>
                </ns0:pt>
                <ns0:pt idx="998">
                  <ns0:v>8.85709607652</ns0:v>
                </ns0:pt>
                <ns0:pt idx="999">
                  <ns0:v>9.66219365451</ns0:v>
                </ns0:pt>
                <ns0:pt idx="1000">
                  <ns0:v>11.9042911122</ns0:v>
                </ns0:pt>
                <ns0:pt idx="1001">
                  <ns0:v>6.15443626479</ns0:v>
                </ns0:pt>
                <ns0:pt idx="1002">
                  <ns0:v>-3.00365115612</ns0:v>
                </ns0:pt>
                <ns0:pt idx="1003">
                  <ns0:v>-10.3243844004</ns0:v>
                </ns0:pt>
                <ns0:pt idx="1004">
                  <ns0:v>-16.7317430658</ns0:v>
                </ns0:pt>
                <ns0:pt idx="1005">
                  <ns0:v>-17.9484895739</ns0:v>
                </ns0:pt>
                <ns0:pt idx="1006">
                  <ns0:v>-7.95415053716</ns0:v>
                </ns0:pt>
                <ns0:pt idx="1007">
                  <ns0:v>5.45452807963</ns0:v>
                </ns0:pt>
                <ns0:pt idx="1008">
                  <ns0:v>14.7814186729</ns0:v>
                </ns0:pt>
                <ns0:pt idx="1009">
                  <ns0:v>18.3404746866</ns0:v>
                </ns0:pt>
                <ns0:pt idx="1010">
                  <ns0:v>13.1614859326</ns0:v>
                </ns0:pt>
                <ns0:pt idx="1011">
                  <ns0:v>-0.195645055954</ns0:v>
                </ns0:pt>
                <ns0:pt idx="1012">
                  <ns0:v>-11.1814224374</ns0:v>
                </ns0:pt>
                <ns0:pt idx="1013">
                  <ns0:v>-14.504980361</ns0:v>
                </ns0:pt>
                <ns0:pt idx="1014">
                  <ns0:v>-11.5445607391</ns0:v>
                </ns0:pt>
                <ns0:pt idx="1015">
                  <ns0:v>-5.92281348015</ns0:v>
                </ns0:pt>
                <ns0:pt idx="1016">
                  <ns0:v>0.40292344697</ns0:v>
                </ns0:pt>
                <ns0:pt idx="1017">
                  <ns0:v>8.90598605317</ns0:v>
                </ns0:pt>
                <ns0:pt idx="1018">
                  <ns0:v>12.0930583539</ns0:v>
                </ns0:pt>
                <ns0:pt idx="1019">
                  <ns0:v>8.33944414781</ns0:v>
                </ns0:pt>
                <ns0:pt idx="1020">
                  <ns0:v>1.31910059728</ns0:v>
                </ns0:pt>
                <ns0:pt idx="1021">
                  <ns0:v>-5.74516893234</ns0:v>
                </ns0:pt>
                <ns0:pt idx="1022">
                  <ns0:v>-8.53830407084</ns0:v>
                </ns0:pt>
                <ns0:pt idx="1023">
                  <ns0:v>-7.09585892513</ns0:v>
                </ns0:pt>
                <ns0:pt idx="1024">
                  <ns0:v>-2.22564405282</ns0:v>
                </ns0:pt>
                <ns0:pt idx="1025">
                  <ns0:v>3.62188840368</ns0:v>
                </ns0:pt>
                <ns0:pt idx="1026">
                  <ns0:v>8.0143284574</ns0:v>
                </ns0:pt>
                <ns0:pt idx="1027">
                  <ns0:v>8.14180281206</ns0:v>
                </ns0:pt>
                <ns0:pt idx="1028">
                  <ns0:v>4.73883889895</ns0:v>
                </ns0:pt>
                <ns0:pt idx="1029">
                  <ns0:v>0.679111073931</ns0:v>
                </ns0:pt>
                <ns0:pt idx="1030">
                  <ns0:v>-1.67177472673</ns0:v>
                </ns0:pt>
                <ns0:pt idx="1031">
                  <ns0:v>-1.22890190362</ns0:v>
                </ns0:pt>
                <ns0:pt idx="1032">
                  <ns0:v>-1.36273929992</ns0:v>
                </ns0:pt>
                <ns0:pt idx="1033">
                  <ns0:v>-1.27251437624</ns0:v>
                </ns0:pt>
                <ns0:pt idx="1034">
                  <ns0:v>2.98599079245</ns0:v>
                </ns0:pt>
                <ns0:pt idx="1035">
                  <ns0:v>6.42307292121</ns0:v>
                </ns0:pt>
                <ns0:pt idx="1036">
                  <ns0:v>3.15902554604</ns0:v>
                </ns0:pt>
                <ns0:pt idx="1037">
                  <ns0:v>-3.48673435124</ns0:v>
                </ns0:pt>
                <ns0:pt idx="1038">
                  <ns0:v>-8.11744994585</ns0:v>
                </ns0:pt>
                <ns0:pt idx="1039">
                  <ns0:v>-7.85641310919</ns0:v>
                </ns0:pt>
                <ns0:pt idx="1040">
                  <ns0:v>-3.91217824486</ns0:v>
                </ns0:pt>
                <ns0:pt idx="1041">
                  <ns0:v>2.32788953374</ns0:v>
                </ns0:pt>
                <ns0:pt idx="1042">
                  <ns0:v>13.1207105187</ns0:v>
                </ns0:pt>
                <ns0:pt idx="1043">
                  <ns0:v>22.1907134771</ns0:v>
                </ns0:pt>
                <ns0:pt idx="1044">
                  <ns0:v>18.1937728964</ns0:v>
                </ns0:pt>
                <ns0:pt idx="1045">
                  <ns0:v>4.29483009469</ns0:v>
                </ns0:pt>
                <ns0:pt idx="1046">
                  <ns0:v>-11.7128816027</ns0:v>
                </ns0:pt>
                <ns0:pt idx="1047">
                  <ns0:v>-27.6684160978</ns0:v>
                </ns0:pt>
                <ns0:pt idx="1048">
                  <ns0:v>-34.4584376103</ns0:v>
                </ns0:pt>
                <ns0:pt idx="1049">
                  <ns0:v>-20.0042401631</ns0:v>
                </ns0:pt>
                <ns0:pt idx="1050">
                  <ns0:v>5.8304585973</ns0:v>
                </ns0:pt>
                <ns0:pt idx="1051">
                  <ns0:v>27.8705535916</ns0:v>
                </ns0:pt>
                <ns0:pt idx="1052">
                  <ns0:v>32.7718813668</ns0:v>
                </ns0:pt>
                <ns0:pt idx="1053">
                  <ns0:v>21.4318386442</ns0:v>
                </ns0:pt>
                <ns0:pt idx="1054">
                  <ns0:v>1.30083190501</ns0:v>
                </ns0:pt>
                <ns0:pt idx="1055">
                  <ns0:v>-17.5134047458</ns0:v>
                </ns0:pt>
                <ns0:pt idx="1056">
                  <ns0:v>-25.2795308939</ns0:v>
                </ns0:pt>
                <ns0:pt idx="1057">
                  <ns0:v>-20.9955895094</ns0:v>
                </ns0:pt>
                <ns0:pt idx="1058">
                  <ns0:v>-9.38203608775</ns0:v>
                </ns0:pt>
                <ns0:pt idx="1059">
                  <ns0:v>6.28533511532</ns0:v>
                </ns0:pt>
                <ns0:pt idx="1060">
                  <ns0:v>19.447807188</ns0:v>
                </ns0:pt>
                <ns0:pt idx="1061">
                  <ns0:v>20.2715020527</ns0:v>
                </ns0:pt>
                <ns0:pt idx="1062">
                  <ns0:v>12.3743119629</ns0:v>
                </ns0:pt>
                <ns0:pt idx="1063">
                  <ns0:v>1.34118794571</ns0:v>
                </ns0:pt>
                <ns0:pt idx="1064">
                  <ns0:v>-8.0107415353</ns0:v>
                </ns0:pt>
                <ns0:pt idx="1065">
                  <ns0:v>-14.8343185701</ns0:v>
                </ns0:pt>
                <ns0:pt idx="1066">
                  <ns0:v>-13.1406660246</ns0:v>
                </ns0:pt>
                <ns0:pt idx="1067">
                  <ns0:v>-3.86288634088</ns0:v>
                </ns0:pt>
                <ns0:pt idx="1068">
                  <ns0:v>4.86505221797</ns0:v>
                </ns0:pt>
                <ns0:pt idx="1069">
                  <ns0:v>8.2235358072</ns0:v>
                </ns0:pt>
                <ns0:pt idx="1070">
                  <ns0:v>2.1130727009</ns0:v>
                </ns0:pt>
                <ns0:pt idx="1071">
                  <ns0:v>-0.342652995637</ns0:v>
                </ns0:pt>
                <ns0:pt idx="1072">
                  <ns0:v>0.873929118167</ns0:v>
                </ns0:pt>
                <ns0:pt idx="1073">
                  <ns0:v>-1.84832918713</ns0:v>
                </ns0:pt>
                <ns0:pt idx="1074">
                  <ns0:v>-7.29532777953</ns0:v>
                </ns0:pt>
                <ns0:pt idx="1075">
                  <ns0:v>-7.10762454963</ns0:v>
                </ns0:pt>
                <ns0:pt idx="1076">
                  <ns0:v>-1.89015417871</ns0:v>
                </ns0:pt>
                <ns0:pt idx="1077">
                  <ns0:v>4.59667459449</ns0:v>
                </ns0:pt>
                <ns0:pt idx="1078">
                  <ns0:v>8.39009596202</ns0:v>
                </ns0:pt>
                <ns0:pt idx="1079">
                  <ns0:v>6.84787715417</ns0:v>
                </ns0:pt>
                <ns0:pt idx="1080">
                  <ns0:v>3.2069957475</ns0:v>
                </ns0:pt>
                <ns0:pt idx="1081">
                  <ns0:v>-0.358354929022</ns0:v>
                </ns0:pt>
                <ns0:pt idx="1082">
                  <ns0:v>-2.14225201455</ns0:v>
                </ns0:pt>
                <ns0:pt idx="1083">
                  <ns0:v>-2.70907103228</ns0:v>
                </ns0:pt>
                <ns0:pt idx="1084">
                  <ns0:v>-0.0423279062103</ns0:v>
                </ns0:pt>
                <ns0:pt idx="1085">
                  <ns0:v>5.16716739229</ns0:v>
                </ns0:pt>
                <ns0:pt idx="1086">
                  <ns0:v>6.21888507226</ns0:v>
                </ns0:pt>
                <ns0:pt idx="1087">
                  <ns0:v>3.35920496394</ns0:v>
                </ns0:pt>
                <ns0:pt idx="1088">
                  <ns0:v>2.80152411664</ns0:v>
                </ns0:pt>
                <ns0:pt idx="1089">
                  <ns0:v>0.67065836509</ns0:v>
                </ns0:pt>
                <ns0:pt idx="1090">
                  <ns0:v>-3.09118782376</ns0:v>
                </ns0:pt>
                <ns0:pt idx="1091">
                  <ns0:v>-4.47944671928</ns0:v>
                </ns0:pt>
                <ns0:pt idx="1092">
                  <ns0:v>-3.78876319117</ns0:v>
                </ns0:pt>
                <ns0:pt idx="1093">
                  <ns0:v>-1.48458684661</ns0:v>
                </ns0:pt>
                <ns0:pt idx="1094">
                  <ns0:v>1.68377826302</ns0:v>
                </ns0:pt>
                <ns0:pt idx="1095">
                  <ns0:v>2.5462442065</ns0:v>
                </ns0:pt>
                <ns0:pt idx="1096">
                  <ns0:v>1.13902145885</ns0:v>
                </ns0:pt>
                <ns0:pt idx="1097">
                  <ns0:v>-0.98912839965</ns0:v>
                </ns0:pt>
                <ns0:pt idx="1098">
                  <ns0:v>-2.46576815489</ns0:v>
                </ns0:pt>
                <ns0:pt idx="1099">
                  <ns0:v>-3.95890759131</ns0:v>
                </ns0:pt>
                <ns0:pt idx="1100">
                  <ns0:v>-6.22318417547</ns0:v>
                </ns0:pt>
                <ns0:pt idx="1101">
                  <ns0:v>-9.63141568692</ns0:v>
                </ns0:pt>
                <ns0:pt idx="1102">
                  <ns0:v>-8.97974865004</ns0:v>
                </ns0:pt>
                <ns0:pt idx="1103">
                  <ns0:v>-0.856720350729</ns0:v>
                </ns0:pt>
                <ns0:pt idx="1104">
                  <ns0:v>6.7723902904</ns0:v>
                </ns0:pt>
                <ns0:pt idx="1105">
                  <ns0:v>9.43243296241</ns0:v>
                </ns0:pt>
                <ns0:pt idx="1106">
                  <ns0:v>7.48242500566</ns0:v>
                </ns0:pt>
                <ns0:pt idx="1107">
                  <ns0:v>3.13638843364</ns0:v>
                </ns0:pt>
                <ns0:pt idx="1108">
                  <ns0:v>-1.65149481791</ns0:v>
                </ns0:pt>
                <ns0:pt idx="1109">
                  <ns0:v>-4.77454764673</ns0:v>
                </ns0:pt>
                <ns0:pt idx="1110">
                  <ns0:v>-5.51561832675</ns0:v>
                </ns0:pt>
                <ns0:pt idx="1111">
                  <ns0:v>-4.18117239664</ns0:v>
                </ns0:pt>
                <ns0:pt idx="1112">
                  <ns0:v>-1.38657343726</ns0:v>
                </ns0:pt>
                <ns0:pt idx="1113">
                  <ns0:v>1.9313904931</ns0:v>
                </ns0:pt>
                <ns0:pt idx="1114">
                  <ns0:v>3.75275793597</ns0:v>
                </ns0:pt>
                <ns0:pt idx="1115">
                  <ns0:v>6.47841179217</ns0:v>
                </ns0:pt>
                <ns0:pt idx="1116">
                  <ns0:v>7.50246393507</ns0:v>
                </ns0:pt>
                <ns0:pt idx="1117">
                  <ns0:v>3.14824922351</ns0:v>
                </ns0:pt>
                <ns0:pt idx="1118">
                  <ns0:v>-2.85029460604</ns0:v>
                </ns0:pt>
                <ns0:pt idx="1119">
                  <ns0:v>-7.34445952583</ns0:v>
                </ns0:pt>
                <ns0:pt idx="1120">
                  <ns0:v>-8.04958903881</ns0:v>
                </ns0:pt>
                <ns0:pt idx="1121">
                  <ns0:v>-6.23924347954</ns0:v>
                </ns0:pt>
                <ns0:pt idx="1122">
                  <ns0:v>-0.0892108371957</ns0:v>
                </ns0:pt>
                <ns0:pt idx="1123">
                  <ns0:v>6.46683973457</ns0:v>
                </ns0:pt>
                <ns0:pt idx="1124">
                  <ns0:v>6.25017533525</ns0:v>
                </ns0:pt>
                <ns0:pt idx="1125">
                  <ns0:v>0.0688850650857</ns0:v>
                </ns0:pt>
                <ns0:pt idx="1126">
                  <ns0:v>-3.15999861761</ns0:v>
                </ns0:pt>
                <ns0:pt idx="1127">
                  <ns0:v>-0.642402975704</ns0:v>
                </ns0:pt>
                <ns0:pt idx="1128">
                  <ns0:v>5.7966588677</ns0:v>
                </ns0:pt>
                <ns0:pt idx="1129">
                  <ns0:v>8.61930664438</ns0:v>
                </ns0:pt>
                <ns0:pt idx="1130">
                  <ns0:v>6.17407341737</ns0:v>
                </ns0:pt>
                <ns0:pt idx="1131">
                  <ns0:v>1.6981956483</ns0:v>
                </ns0:pt>
                <ns0:pt idx="1132">
                  <ns0:v>-5.56401411507</ns0:v>
                </ns0:pt>
                <ns0:pt idx="1133">
                  <ns0:v>-14.3433863726</ns0:v>
                </ns0:pt>
                <ns0:pt idx="1134">
                  <ns0:v>-19.4884629481</ns0:v>
                </ns0:pt>
                <ns0:pt idx="1135">
                  <ns0:v>-15.607461474</ns0:v>
                </ns0:pt>
                <ns0:pt idx="1136">
                  <ns0:v>2.08835334946</ns0:v>
                </ns0:pt>
                <ns0:pt idx="1137">
                  <ns0:v>20.2342937864</ns0:v>
                </ns0:pt>
                <ns0:pt idx="1138">
                  <ns0:v>25.3152051159</ns0:v>
                </ns0:pt>
                <ns0:pt idx="1139">
                  <ns0:v>12.2838686894</ns0:v>
                </ns0:pt>
                <ns0:pt idx="1140">
                  <ns0:v>-16.1710523028</ns0:v>
                </ns0:pt>
                <ns0:pt idx="1141">
                  <ns0:v>-37.0717776592</ns0:v>
                </ns0:pt>
                <ns0:pt idx="1142">
                  <ns0:v>-35.0809607521</ns0:v>
                </ns0:pt>
                <ns0:pt idx="1143">
                  <ns0:v>-16.1874217483</ns0:v>
                </ns0:pt>
                <ns0:pt idx="1144">
                  <ns0:v>10.15459553</ns0:v>
                </ns0:pt>
                <ns0:pt idx="1145">
                  <ns0:v>29.350153379</ns0:v>
                </ns0:pt>
                <ns0:pt idx="1146">
                  <ns0:v>31.1511693651</ns0:v>
                </ns0:pt>
                <ns0:pt idx="1147">
                  <ns0:v>15.271126379</ns0:v>
                </ns0:pt>
                <ns0:pt idx="1148">
                  <ns0:v>-9.22154220802</ns0:v>
                </ns0:pt>
                <ns0:pt idx="1149">
                  <ns0:v>-27.1810577505</ns0:v>
                </ns0:pt>
                <ns0:pt idx="1150">
                  <ns0:v>-29.3520169034</ns0:v>
                </ns0:pt>
                <ns0:pt idx="1151">
                  <ns0:v>-15.9790981024</ns0:v>
                </ns0:pt>
                <ns0:pt idx="1152">
                  <ns0:v>6.49029579236</ns0:v>
                </ns0:pt>
                <ns0:pt idx="1153">
                  <ns0:v>28.360211603</ns0:v>
                </ns0:pt>
                <ns0:pt idx="1154">
                  <ns0:v>35.4896381371</ns0:v>
                </ns0:pt>
                <ns0:pt idx="1155">
                  <ns0:v>21.2474299323</ns0:v>
                </ns0:pt>
                <ns0:pt idx="1156">
                  <ns0:v>-6.70436642718</ns0:v>
                </ns0:pt>
                <ns0:pt idx="1157">
                  <ns0:v>-30.1112471889</ns0:v>
                </ns0:pt>
                <ns0:pt idx="1158">
                  <ns0:v>-36.0714630956</ns0:v>
                </ns0:pt>
                <ns0:pt idx="1159">
                  <ns0:v>-25.7677737046</ns0:v>
                </ns0:pt>
                <ns0:pt idx="1160">
                  <ns0:v>-3.87013799915</ns0:v>
                </ns0:pt>
                <ns0:pt idx="1161">
                  <ns0:v>17.6750395034</ns0:v>
                </ns0:pt>
                <ns0:pt idx="1162">
                  <ns0:v>29.8208489738</ns0:v>
                </ns0:pt>
                <ns0:pt idx="1163">
                  <ns0:v>28.977666427</ns0:v>
                </ns0:pt>
                <ns0:pt idx="1164">
                  <ns0:v>15.0892405988</ns0:v>
                </ns0:pt>
                <ns0:pt idx="1165">
                  <ns0:v>-6.06493510906</ns0:v>
                </ns0:pt>
                <ns0:pt idx="1166">
                  <ns0:v>-20.1360748657</ns0:v>
                </ns0:pt>
                <ns0:pt idx="1167">
                  <ns0:v>-22.2478102566</ns0:v>
                </ns0:pt>
                <ns0:pt idx="1168">
                  <ns0:v>-16.5217969404</ns0:v>
                </ns0:pt>
                <ns0:pt idx="1169">
                  <ns0:v>-1.61424173263</ns0:v>
                </ns0:pt>
                <ns0:pt idx="1170">
                  <ns0:v>16.5149447709</ns0:v>
                </ns0:pt>
                <ns0:pt idx="1171">
                  <ns0:v>25.2981689135</ns0:v>
                </ns0:pt>
                <ns0:pt idx="1172">
                  <ns0:v>19.5394620071</ns0:v>
                </ns0:pt>
                <ns0:pt idx="1173">
                  <ns0:v>6.94117856118</ns0:v>
                </ns0:pt>
                <ns0:pt idx="1174">
                  <ns0:v>-7.36334236384</ns0:v>
                </ns0:pt>
                <ns0:pt idx="1175">
                  <ns0:v>-16.7315448318</ns0:v>
                </ns0:pt>
                <ns0:pt idx="1176">
                  <ns0:v>-16.2754526534</ns0:v>
                </ns0:pt>
                <ns0:pt idx="1177">
                  <ns0:v>-7.04385055644</ns0:v>
                </ns0:pt>
                <ns0:pt idx="1178">
                  <ns0:v>5.02363386336</ns0:v>
                </ns0:pt>
                <ns0:pt idx="1179">
                  <ns0:v>12.692985713</ns0:v>
                </ns0:pt>
                <ns0:pt idx="1180">
                  <ns0:v>14.6778539563</ns0:v>
                </ns0:pt>
                <ns0:pt idx="1181">
                  <ns0:v>9.70195736406</ns0:v>
                </ns0:pt>
                <ns0:pt idx="1182">
                  <ns0:v>-0.726118888997</ns0:v>
                </ns0:pt>
                <ns0:pt idx="1183">
                  <ns0:v>-11.1699621935</ns0:v>
                </ns0:pt>
                <ns0:pt idx="1184">
                  <ns0:v>-15.0891409724</ns0:v>
                </ns0:pt>
                <ns0:pt idx="1185">
                  <ns0:v>-11.867098937</ns0:v>
                </ns0:pt>
                <ns0:pt idx="1186">
                  <ns0:v>-4.11326933281</ns0:v>
                </ns0:pt>
                <ns0:pt idx="1187">
                  <ns0:v>4.99292709267</ns0:v>
                </ns0:pt>
                <ns0:pt idx="1188">
                  <ns0:v>11.6769954661</ns0:v>
                </ns0:pt>
                <ns0:pt idx="1189">
                  <ns0:v>12.88770224</ns0:v>
                </ns0:pt>
                <ns0:pt idx="1190">
                  <ns0:v>6.55313443534</ns0:v>
                </ns0:pt>
                <ns0:pt idx="1191">
                  <ns0:v>-1.49051257456</ns0:v>
                </ns0:pt>
                <ns0:pt idx="1192">
                  <ns0:v>-6.8617712574</ns0:v>
                </ns0:pt>
                <ns0:pt idx="1193">
                  <ns0:v>-8.75979637747</ns0:v>
                </ns0:pt>
                <ns0:pt idx="1194">
                  <ns0:v>-6.92542073069</ns0:v>
                </ns0:pt>
                <ns0:pt idx="1195">
                  <ns0:v>-1.50649311967</ns0:v>
                </ns0:pt>
                <ns0:pt idx="1196">
                  <ns0:v>3.82055980838</ns0:v>
                </ns0:pt>
                <ns0:pt idx="1197">
                  <ns0:v>5.31006370619</ns0:v>
                </ns0:pt>
                <ns0:pt idx="1198">
                  <ns0:v>4.69899094732</ns0:v>
                </ns0:pt>
                <ns0:pt idx="1199">
                  <ns0:v>6.04563038655</ns0:v>
                </ns0:pt>
                <ns0:pt idx="1200">
                  <ns0:v>10.6149409798</ns0:v>
                </ns0:pt>
                <ns0:pt idx="1201">
                  <ns0:v>5.04896771875</ns0:v>
                </ns0:pt>
                <ns0:pt idx="1202">
                  <ns0:v>-7.99106050417</ns0:v>
                </ns0:pt>
                <ns0:pt idx="1203">
                  <ns0:v>-16.7432360552</ns0:v>
                </ns0:pt>
                <ns0:pt idx="1204">
                  <ns0:v>-13.8855821911</ns0:v>
                </ns0:pt>
                <ns0:pt idx="1205">
                  <ns0:v>-6.38065131468</ns0:v>
                </ns0:pt>
                <ns0:pt idx="1206">
                  <ns0:v>2.22531581454</ns0:v>
                </ns0:pt>
                <ns0:pt idx="1207">
                  <ns0:v>9.13059552158</ns0:v>
                </ns0:pt>
                <ns0:pt idx="1208">
                  <ns0:v>12.2837002657</ns0:v>
                </ns0:pt>
                <ns0:pt idx="1209">
                  <ns0:v>8.70251749436</ns0:v>
                </ns0:pt>
                <ns0:pt idx="1210">
                  <ns0:v>0.404541319411</ns0:v>
                </ns0:pt>
                <ns0:pt idx="1211">
                  <ns0:v>-7.88596742122</ns0:v>
                </ns0:pt>
                <ns0:pt idx="1212">
                  <ns0:v>-14.9036551782</ns0:v>
                </ns0:pt>
                <ns0:pt idx="1213">
                  <ns0:v>-14.9692538612</ns0:v>
                </ns0:pt>
                <ns0:pt idx="1214">
                  <ns0:v>-3.52570781432</ns0:v>
                </ns0:pt>
                <ns0:pt idx="1215">
                  <ns0:v>9.01802273943</ns0:v>
                </ns0:pt>
                <ns0:pt idx="1216">
                  <ns0:v>10.5225757108</ns0:v>
                </ns0:pt>
                <ns0:pt idx="1217">
                  <ns0:v>4.04392025143</ns0:v>
                </ns0:pt>
                <ns0:pt idx="1218">
                  <ns0:v>4.1388821895</ns0:v>
                </ns0:pt>
                <ns0:pt idx="1219">
                  <ns0:v>1.33526733307</ns0:v>
                </ns0:pt>
                <ns0:pt idx="1220">
                  <ns0:v>-4.7554255692</ns0:v>
                </ns0:pt>
                <ns0:pt idx="1221">
                  <ns0:v>-8.33897726922</ns0:v>
                </ns0:pt>
                <ns0:pt idx="1222">
                  <ns0:v>-5.00589379465</ns0:v>
                </ns0:pt>
                <ns0:pt idx="1223">
                  <ns0:v>0.336000039709</ns0:v>
                </ns0:pt>
                <ns0:pt idx="1224">
                  <ns0:v>6.48597815679</ns0:v>
                </ns0:pt>
                <ns0:pt idx="1225">
                  <ns0:v>8.55131746028</ns0:v>
                </ns0:pt>
                <ns0:pt idx="1226">
                  <ns0:v>7.56076766278</ns0:v>
                </ns0:pt>
                <ns0:pt idx="1227">
                  <ns0:v>3.97260433898</ns0:v>
                </ns0:pt>
                <ns0:pt idx="1228">
                  <ns0:v>-2.78755685941</ns0:v>
                </ns0:pt>
                <ns0:pt idx="1229">
                  <ns0:v>-7.4845558442</ns0:v>
                </ns0:pt>
                <ns0:pt idx="1230">
                  <ns0:v>-7.14749683705</ns0:v>
                </ns0:pt>
                <ns0:pt idx="1231">
                  <ns0:v>-4.64420298968</ns0:v>
                </ns0:pt>
                <ns0:pt idx="1232">
                  <ns0:v>-0.178830036387</ns0:v>
                </ns0:pt>
                <ns0:pt idx="1233">
                  <ns0:v>5.40096128288</ns0:v>
                </ns0:pt>
                <ns0:pt idx="1234">
                  <ns0:v>9.42697442456</ns0:v>
                </ns0:pt>
                <ns0:pt idx="1235">
                  <ns0:v>9.9549930532</ns0:v>
                </ns0:pt>
                <ns0:pt idx="1236">
                  <ns0:v>4.14109230987</ns0:v>
                </ns0:pt>
                <ns0:pt idx="1237">
                  <ns0:v>-2.74295440919</ns0:v>
                </ns0:pt>
                <ns0:pt idx="1238">
                  <ns0:v>-5.54397658632</ns0:v>
                </ns0:pt>
                <ns0:pt idx="1239">
                  <ns0:v>-4.27773338542</ns0:v>
                </ns0:pt>
                <ns0:pt idx="1240">
                  <ns0:v>-1.04403038238</ns0:v>
                </ns0:pt>
                <ns0:pt idx="1241">
                  <ns0:v>3.65420413655</ns0:v>
                </ns0:pt>
                <ns0:pt idx="1242">
                  <ns0:v>3.87159259381</ns0:v>
                </ns0:pt>
                <ns0:pt idx="1243">
                  <ns0:v>1.52723620778</ns0:v>
                </ns0:pt>
                <ns0:pt idx="1244">
                  <ns0:v>1.46035477062</ns0:v>
                </ns0:pt>
                <ns0:pt idx="1245">
                  <ns0:v>0.498915380786</ns0:v>
                </ns0:pt>
                <ns0:pt idx="1246">
                  <ns0:v>-0.938235573209</ns0:v>
                </ns0:pt>
                <ns0:pt idx="1247">
                  <ns0:v>-0.597504683144</ns0:v>
                </ns0:pt>
                <ns0:pt idx="1248">
                  <ns0:v>0.819112256807</ns0:v>
                </ns0:pt>
                <ns0:pt idx="1249">
                  <ns0:v>1.48327483859</ns0:v>
                </ns0:pt>
                <ns0:pt idx="1250">
                  <ns0:v>2.38591616185</ns0:v>
                </ns0:pt>
                <ns0:pt idx="1251">
                  <ns0:v>2.94685824975</ns0:v>
                </ns0:pt>
                <ns0:pt idx="1252">
                  <ns0:v>2.24720521096</ns0:v>
                </ns0:pt>
                <ns0:pt idx="1253">
                  <ns0:v>0.699776691325</ns0:v>
                </ns0:pt>
                <ns0:pt idx="1254">
                  <ns0:v>-0.715409608227</ns0:v>
                </ns0:pt>
                <ns0:pt idx="1255">
                  <ns0:v>-1.59420936505</ns0:v>
                </ns0:pt>
                <ns0:pt idx="1256">
                  <ns0:v>-2.70389684152</ns0:v>
                </ns0:pt>
                <ns0:pt idx="1257">
                  <ns0:v>-2.38302891852</ns0:v>
                </ns0:pt>
                <ns0:pt idx="1258">
                  <ns0:v>-0.994288325784</ns0:v>
                </ns0:pt>
                <ns0:pt idx="1259">
                  <ns0:v>1.9525188097</ns0:v>
                </ns0:pt>
                <ns0:pt idx="1260">
                  <ns0:v>3.73654691851</ns0:v>
                </ns0:pt>
                <ns0:pt idx="1261">
                  <ns0:v>2.09955738496</ns0:v>
                </ns0:pt>
                <ns0:pt idx="1262">
                  <ns0:v>-0.362727392625</ns0:v>
                </ns0:pt>
                <ns0:pt idx="1263">
                  <ns0:v>-1.10216841465</ns0:v>
                </ns0:pt>
                <ns0:pt idx="1264">
                  <ns0:v>-1.23365939179</ns0:v>
                </ns0:pt>
                <ns0:pt idx="1265">
                  <ns0:v>2.01563020817</ns0:v>
                </ns0:pt>
                <ns0:pt idx="1266">
                  <ns0:v>5.78473122487</ns0:v>
                </ns0:pt>
                <ns0:pt idx="1267">
                  <ns0:v>5.37601851258</ns0:v>
                </ns0:pt>
                <ns0:pt idx="1268">
                  <ns0:v>2.4380471401</ns0:v>
                </ns0:pt>
                <ns0:pt idx="1269">
                  <ns0:v>-1.53782087224</ns0:v>
                </ns0:pt>
                <ns0:pt idx="1270">
                  <ns0:v>-5.90999652892</ns0:v>
                </ns0:pt>
                <ns0:pt idx="1271">
                  <ns0:v>-9.29621050831</ns0:v>
                </ns0:pt>
                <ns0:pt idx="1272">
                  <ns0:v>-5.84114885687</ns0:v>
                </ns0:pt>
                <ns0:pt idx="1273">
                  <ns0:v>2.1664469241</ns0:v>
                </ns0:pt>
                <ns0:pt idx="1274">
                  <ns0:v>7.20319170729</ns0:v>
                </ns0:pt>
                <ns0:pt idx="1275">
                  <ns0:v>6.82207012164</ns0:v>
                </ns0:pt>
                <ns0:pt idx="1276">
                  <ns0:v>6.24593190383</ns0:v>
                </ns0:pt>
                <ns0:pt idx="1277">
                  <ns0:v>3.19251040406</ns0:v>
                </ns0:pt>
                <ns0:pt idx="1278">
                  <ns0:v>1.10920949512</ns0:v>
                </ns0:pt>
                <ns0:pt idx="1279">
                  <ns0:v>0.2032457223</ns0:v>
                </ns0:pt>
                <ns0:pt idx="1280">
                  <ns0:v>-2.11917629929</ns0:v>
                </ns0:pt>
                <ns0:pt idx="1281">
                  <ns0:v>-3.8886995786</ns0:v>
                </ns0:pt>
                <ns0:pt idx="1282">
                  <ns0:v>-2.91655313292</ns0:v>
                </ns0:pt>
                <ns0:pt idx="1283">
                  <ns0:v>0.707658951228</ns0:v>
                </ns0:pt>
                <ns0:pt idx="1284">
                  <ns0:v>3.46467243349</ns0:v>
                </ns0:pt>
                <ns0:pt idx="1285">
                  <ns0:v>4.58486124468</ns0:v>
                </ns0:pt>
                <ns0:pt idx="1286">
                  <ns0:v>4.27526920219</ns0:v>
                </ns0:pt>
                <ns0:pt idx="1287">
                  <ns0:v>1.4218640766</ns0:v>
                </ns0:pt>
                <ns0:pt idx="1288">
                  <ns0:v>-1.36932923893</ns0:v>
                </ns0:pt>
                <ns0:pt idx="1289">
                  <ns0:v>-1.79293382259</ns0:v>
                </ns0:pt>
                <ns0:pt idx="1290">
                  <ns0:v>0.0349657557189</ns0:v>
                </ns0:pt>
                <ns0:pt idx="1291">
                  <ns0:v>2.88867246495</ns0:v>
                </ns0:pt>
                <ns0:pt idx="1292">
                  <ns0:v>5.02434040993</ns0:v>
                </ns0:pt>
                <ns0:pt idx="1293">
                  <ns0:v>5.22249706691</ns0:v>
                </ns0:pt>
                <ns0:pt idx="1294">
                  <ns0:v>2.64268493417</ns0:v>
                </ns0:pt>
                <ns0:pt idx="1295">
                  <ns0:v>0.0214096864766</ns0:v>
                </ns0:pt>
                <ns0:pt idx="1296">
                  <ns0:v>-0.553488424229</ns0:v>
                </ns0:pt>
                <ns0:pt idx="1297">
                  <ns0:v>1.77115399646</ns0:v>
                </ns0:pt>
                <ns0:pt idx="1298">
                  <ns0:v>2.05980469275</ns0:v>
                </ns0:pt>
                <ns0:pt idx="1299">
                  <ns0:v>-0.423254627294</ns0:v>
                </ns0:pt>
                <ns0:pt idx="1300">
                  <ns0:v>0.212607327144</ns0:v>
                </ns0:pt>
                <ns0:pt idx="1301">
                  <ns0:v>2.02620826513</ns0:v>
                </ns0:pt>
                <ns0:pt idx="1302">
                  <ns0:v>1.77019924222</ns0:v>
                </ns0:pt>
                <ns0:pt idx="1303">
                  <ns0:v>2.93088231178</ns0:v>
                </ns0:pt>
                <ns0:pt idx="1304">
                  <ns0:v>4.12750806819</ns0:v>
                </ns0:pt>
                <ns0:pt idx="1305">
                  <ns0:v>-0.311350055345</ns0:v>
                </ns0:pt>
                <ns0:pt idx="1306">
                  <ns0:v>-3.35090109358</ns0:v>
                </ns0:pt>
                <ns0:pt idx="1307">
                  <ns0:v>-0.327589372681</ns0:v>
                </ns0:pt>
                <ns0:pt idx="1308">
                  <ns0:v>4.81577207303</ns0:v>
                </ns0:pt>
                <ns0:pt idx="1309">
                  <ns0:v>0.830103708387</ns0:v>
                </ns0:pt>
                <ns0:pt idx="1310">
                  <ns0:v>-4.28106257821</ns0:v>
                </ns0:pt>
                <ns0:pt idx="1311">
                  <ns0:v>-4.53236884175</ns0:v>
                </ns0:pt>
                <ns0:pt idx="1312">
                  <ns0:v>-2.64722158062</ns0:v>
                </ns0:pt>
                <ns0:pt idx="1313">
                  <ns0:v>-0.678405723042</ns0:v>
                </ns0:pt>
                <ns0:pt idx="1314">
                  <ns0:v>1.98613283146</ns0:v>
                </ns0:pt>
                <ns0:pt idx="1315">
                  <ns0:v>5.60822933568</ns0:v>
                </ns0:pt>
                <ns0:pt idx="1316">
                  <ns0:v>6.37092246334</ns0:v>
                </ns0:pt>
                <ns0:pt idx="1317">
                  <ns0:v>1.47234915467</ns0:v>
                </ns0:pt>
                <ns0:pt idx="1318">
                  <ns0:v>-5.73411959412</ns0:v>
                </ns0:pt>
                <ns0:pt idx="1319">
                  <ns0:v>-8.79702757686</ns0:v>
                </ns0:pt>
                <ns0:pt idx="1320">
                  <ns0:v>-5.8641056559</ns0:v>
                </ns0:pt>
                <ns0:pt idx="1321">
                  <ns0:v>-0.0615587930243</ns0:v>
                </ns0:pt>
                <ns0:pt idx="1322">
                  <ns0:v>5.12220871455</ns0:v>
                </ns0:pt>
                <ns0:pt idx="1323">
                  <ns0:v>4.79926906765</ns0:v>
                </ns0:pt>
                <ns0:pt idx="1324">
                  <ns0:v>2.66521858584</ns0:v>
                </ns0:pt>
                <ns0:pt idx="1325">
                  <ns0:v>3.6747739345</ns0:v>
                </ns0:pt>
                <ns0:pt idx="1326">
                  <ns0:v>9.56486572581</ns0:v>
                </ns0:pt>
                <ns0:pt idx="1327">
                  <ns0:v>14.4085418098</ns0:v>
                </ns0:pt>
                <ns0:pt idx="1328">
                  <ns0:v>10.863758323</ns0:v>
                </ns0:pt>
                <ns0:pt idx="1329">
                  <ns0:v>2.84309133234</ns0:v>
                </ns0:pt>
                <ns0:pt idx="1330">
                  <ns0:v>-6.05561993182</ns0:v>
                </ns0:pt>
                <ns0:pt idx="1331">
                  <ns0:v>-14.025129899</ns0:v>
                </ns0:pt>
                <ns0:pt idx="1332">
                  <ns0:v>-15.5720746682</ns0:v>
                </ns0:pt>
                <ns0:pt idx="1333">
                  <ns0:v>-9.04357645128</ns0:v>
                </ns0:pt>
                <ns0:pt idx="1334">
                  <ns0:v>2.68031408734</ns0:v>
                </ns0:pt>
                <ns0:pt idx="1335">
                  <ns0:v>15.266865289</ns0:v>
                </ns0:pt>
                <ns0:pt idx="1336">
                  <ns0:v>19.8869229546</ns0:v>
                </ns0:pt>
                <ns0:pt idx="1337">
                  <ns0:v>11.9124329597</ns0:v>
                </ns0:pt>
                <ns0:pt idx="1338">
                  <ns0:v>-1.73917976398</ns0:v>
                </ns0:pt>
                <ns0:pt idx="1339">
                  <ns0:v>-10.6401750702</ns0:v>
                </ns0:pt>
                <ns0:pt idx="1340">
                  <ns0:v>-12.9751783094</ns0:v>
                </ns0:pt>
                <ns0:pt idx="1341">
                  <ns0:v>-10.7457720586</ns0:v>
                </ns0:pt>
                <ns0:pt idx="1342">
                  <ns0:v>-3.00632558385</ns0:v>
                </ns0:pt>
                <ns0:pt idx="1343">
                  <ns0:v>5.75996530803</ns0:v>
                </ns0:pt>
                <ns0:pt idx="1344">
                  <ns0:v>10.3165754275</ns0:v>
                </ns0:pt>
                <ns0:pt idx="1345">
                  <ns0:v>9.28265419977</ns0:v>
                </ns0:pt>
                <ns0:pt idx="1346">
                  <ns0:v>3.78858786205</ns0:v>
                </ns0:pt>
                <ns0:pt idx="1347">
                  <ns0:v>-2.65457836202</ns0:v>
                </ns0:pt>
                <ns0:pt idx="1348">
                  <ns0:v>-6.79198982885</ns0:v>
                </ns0:pt>
                <ns0:pt idx="1349">
                  <ns0:v>-7.79932281247</ns0:v>
                </ns0:pt>
                <ns0:pt idx="1350">
                  <ns0:v>-6.02256422672</ns0:v>
                </ns0:pt>
                <ns0:pt idx="1351">
                  <ns0:v>-0.702239328025</ns0:v>
                </ns0:pt>
                <ns0:pt idx="1352">
                  <ns0:v>6.50777784595</ns0:v>
                </ns0:pt>
                <ns0:pt idx="1353">
                  <ns0:v>13.0250758385</ns0:v>
                </ns0:pt>
                <ns0:pt idx="1354">
                  <ns0:v>11.0335840128</ns0:v>
                </ns0:pt>
                <ns0:pt idx="1355">
                  <ns0:v>4.35427310937</ns0:v>
                </ns0:pt>
                <ns0:pt idx="1356">
                  <ns0:v>-1.33927263358</ns0:v>
                </ns0:pt>
                <ns0:pt idx="1357">
                  <ns0:v>-8.61570203139</ns0:v>
                </ns0:pt>
                <ns0:pt idx="1358">
                  <ns0:v>-12.5840241656</ns0:v>
                </ns0:pt>
                <ns0:pt idx="1359">
                  <ns0:v>-8.61546167439</ns0:v>
                </ns0:pt>
                <ns0:pt idx="1360">
                  <ns0:v>-0.0331822148924</ns0:v>
                </ns0:pt>
                <ns0:pt idx="1361">
                  <ns0:v>9.19596430312</ns0:v>
                </ns0:pt>
                <ns0:pt idx="1362">
                  <ns0:v>13.2486551355</ns0:v>
                </ns0:pt>
                <ns0:pt idx="1363">
                  <ns0:v>9.79576567928</ns0:v>
                </ns0:pt>
                <ns0:pt idx="1364">
                  <ns0:v>2.40769745104</ns0:v>
                </ns0:pt>
                <ns0:pt idx="1365">
                  <ns0:v>-2.27424735375</ns0:v>
                </ns0:pt>
                <ns0:pt idx="1366">
                  <ns0:v>-1.78449256761</ns0:v>
                </ns0:pt>
                <ns0:pt idx="1367">
                  <ns0:v>0.0401046012575</ns0:v>
                </ns0:pt>
                <ns0:pt idx="1368">
                  <ns0:v>1.17908235421</ns0:v>
                </ns0:pt>
                <ns0:pt idx="1369">
                  <ns0:v>2.4101082234</ns0:v>
                </ns0:pt>
                <ns0:pt idx="1370">
                  <ns0:v>1.69057648219</ns0:v>
                </ns0:pt>
                <ns0:pt idx="1371">
                  <ns0:v>-0.214137859341</ns0:v>
                </ns0:pt>
                <ns0:pt idx="1372">
                  <ns0:v>-1.43801007796</ns0:v>
                </ns0:pt>
                <ns0:pt idx="1373">
                  <ns0:v>-1.27863220881</ns0:v>
                </ns0:pt>
                <ns0:pt idx="1374">
                  <ns0:v>-1.70787588733</ns0:v>
                </ns0:pt>
                <ns0:pt idx="1375">
                  <ns0:v>-2.54698863866</ns0:v>
                </ns0:pt>
                <ns0:pt idx="1376">
                  <ns0:v>-4.49788795287</ns0:v>
                </ns0:pt>
                <ns0:pt idx="1377">
                  <ns0:v>-6.44894226063</ns0:v>
                </ns0:pt>
                <ns0:pt idx="1378">
                  <ns0:v>-3.65770285315</ns0:v>
                </ns0:pt>
                <ns0:pt idx="1379">
                  <ns0:v>1.80315626866</ns0:v>
                </ns0:pt>
                <ns0:pt idx="1380">
                  <ns0:v>4.94887136956</ns0:v>
                </ns0:pt>
                <ns0:pt idx="1381">
                  <ns0:v>4.8690686575</ns0:v>
                </ns0:pt>
                <ns0:pt idx="1382">
                  <ns0:v>2.25215514323</ns0:v>
                </ns0:pt>
                <ns0:pt idx="1383">
                  <ns0:v>-0.0974649961124</ns0:v>
                </ns0:pt>
                <ns0:pt idx="1384">
                  <ns0:v>0.620304952552</ns0:v>
                </ns0:pt>
                <ns0:pt idx="1385">
                  <ns0:v>4.39811646091</ns0:v>
                </ns0:pt>
                <ns0:pt idx="1386">
                  <ns0:v>2.01133430291</ns0:v>
                </ns0:pt>
                <ns0:pt idx="1387">
                  <ns0:v>-2.58264615006</ns0:v>
                </ns0:pt>
                <ns0:pt idx="1388">
                  <ns0:v>-3.95095518492</ns0:v>
                </ns0:pt>
                <ns0:pt idx="1389">
                  <ns0:v>-2.50399304757</ns0:v>
                </ns0:pt>
                <ns0:pt idx="1390">
                  <ns0:v>-1.84630549297</ns0:v>
                </ns0:pt>
                <ns0:pt idx="1391">
                  <ns0:v>0.423603851477</ns0:v>
                </ns0:pt>
                <ns0:pt idx="1392">
                  <ns0:v>3.2172858172</ns0:v>
                </ns0:pt>
                <ns0:pt idx="1393">
                  <ns0:v>4.49296862992</ns0:v>
                </ns0:pt>
                <ns0:pt idx="1394">
                  <ns0:v>3.70114488333</ns0:v>
                </ns0:pt>
                <ns0:pt idx="1395">
                  <ns0:v>0.989909458953</ns0:v>
                </ns0:pt>
                <ns0:pt idx="1396">
                  <ns0:v>-1.48849552684</ns0:v>
                </ns0:pt>
                <ns0:pt idx="1397">
                  <ns0:v>-1.45886032975</ns0:v>
                </ns0:pt>
                <ns0:pt idx="1398">
                  <ns0:v>-2.18555522155</ns0:v>
                </ns0:pt>
                <ns0:pt idx="1399">
                  <ns0:v>-3.43818419868</ns0:v>
                </ns0:pt>
                <ns0:pt idx="1400">
                  <ns0:v>-1.95319961302</ns0:v>
                </ns0:pt>
                <ns0:pt idx="1401">
                  <ns0:v>1.07057227334</ns0:v>
                </ns0:pt>
                <ns0:pt idx="1402">
                  <ns0:v>1.23911056023</ns0:v>
                </ns0:pt>
                <ns0:pt idx="1403">
                  <ns0:v>1.97586721682</ns0:v>
                </ns0:pt>
                <ns0:pt idx="1404">
                  <ns0:v>3.05857056639</ns0:v>
                </ns0:pt>
                <ns0:pt idx="1405">
                  <ns0:v>2.21899175202</ns0:v>
                </ns0:pt>
                <ns0:pt idx="1406">
                  <ns0:v>-0.414722948818</ns0:v>
                </ns0:pt>
                <ns0:pt idx="1407">
                  <ns0:v>-1.73188096912</ns0:v>
                </ns0:pt>
                <ns0:pt idx="1408">
                  <ns0:v>-0.761040061414</ns0:v>
                </ns0:pt>
                <ns0:pt idx="1409">
                  <ns0:v>3.35217709489</ns0:v>
                </ns0:pt>
                <ns0:pt idx="1410">
                  <ns0:v>4.48180091211</ns0:v>
                </ns0:pt>
                <ns0:pt idx="1411">
                  <ns0:v>1.79456906913</ns0:v>
                </ns0:pt>
                <ns0:pt idx="1412">
                  <ns0:v>1.04313035086</ns0:v>
                </ns0:pt>
                <ns0:pt idx="1413">
                  <ns0:v>0.935891357251</ns0:v>
                </ns0:pt>
                <ns0:pt idx="1414">
                  <ns0:v>0.405712985616</ns0:v>
                </ns0:pt>
                <ns0:pt idx="1415">
                  <ns0:v>0.677167287479</ns0:v>
                </ns0:pt>
                <ns0:pt idx="1416">
                  <ns0:v>0.823845549297</ns0:v>
                </ns0:pt>
                <ns0:pt idx="1417">
                  <ns0:v>-0.235654086635</ns0:v>
                </ns0:pt>
                <ns0:pt idx="1418">
                  <ns0:v>-1.5223649547</ns0:v>
                </ns0:pt>
                <ns0:pt idx="1419">
                  <ns0:v>-1.76789655714</ns0:v>
                </ns0:pt>
                <ns0:pt idx="1420">
                  <ns0:v>-1.3954941518</ns0:v>
                </ns0:pt>
                <ns0:pt idx="1421">
                  <ns0:v>-3.07368776488</ns0:v>
                </ns0:pt>
                <ns0:pt idx="1422">
                  <ns0:v>-5.86873394664</ns0:v>
                </ns0:pt>
                <ns0:pt idx="1423">
                  <ns0:v>-2.60198947488</ns0:v>
                </ns0:pt>
                <ns0:pt idx="1424">
                  <ns0:v>2.19095212532</ns0:v>
                </ns0:pt>
                <ns0:pt idx="1425">
                  <ns0:v>4.7260438099</ns0:v>
                </ns0:pt>
                <ns0:pt idx="1426">
                  <ns0:v>5.86364385692</ns0:v>
                </ns0:pt>
                <ns0:pt idx="1427">
                  <ns0:v>4.65714878147</ns0:v>
                </ns0:pt>
                <ns0:pt idx="1428">
                  <ns0:v>-2.29155323974</ns0:v>
                </ns0:pt>
                <ns0:pt idx="1429">
                  <ns0:v>-7.11567411254</ns0:v>
                </ns0:pt>
                <ns0:pt idx="1430">
                  <ns0:v>-5.60879128533</ns0:v>
                </ns0:pt>
                <ns0:pt idx="1431">
                  <ns0:v>-3.48819062</ns0:v>
                </ns0:pt>
                <ns0:pt idx="1432">
                  <ns0:v>-2.7290194337</ns0:v>
                </ns0:pt>
                <ns0:pt idx="1433">
                  <ns0:v>-2.32245309426</ns0:v>
                </ns0:pt>
                <ns0:pt idx="1434">
                  <ns0:v>6.55656515955</ns0:v>
                </ns0:pt>
                <ns0:pt idx="1435">
                  <ns0:v>13.9535226993</ns0:v>
                </ns0:pt>
                <ns0:pt idx="1436">
                  <ns0:v>12.2860261207</ns0:v>
                </ns0:pt>
                <ns0:pt idx="1437">
                  <ns0:v>3.48860115147</ns0:v>
                </ns0:pt>
                <ns0:pt idx="1438">
                  <ns0:v>-5.27810069999</ns0:v>
                </ns0:pt>
                <ns0:pt idx="1439">
                  <ns0:v>-10.7316475285</ns0:v>
                </ns0:pt>
                <ns0:pt idx="1440">
                  <ns0:v>-11.2896739349</ns0:v>
                </ns0:pt>
                <ns0:pt idx="1441">
                  <ns0:v>-7.06328284313</ns0:v>
                </ns0:pt>
                <ns0:pt idx="1442">
                  <ns0:v>0.815352725783</ns0:v>
                </ns0:pt>
                <ns0:pt idx="1443">
                  <ns0:v>8.52293330872</ns0:v>
                </ns0:pt>
                <ns0:pt idx="1444">
                  <ns0:v>11.4243435824</ns0:v>
                </ns0:pt>
                <ns0:pt idx="1445">
                  <ns0:v>8.67397347495</ns0:v>
                </ns0:pt>
                <ns0:pt idx="1446">
                  <ns0:v>2.11609131167</ns0:v>
                </ns0:pt>
                <ns0:pt idx="1447">
                  <ns0:v>-4.35255549203</ns0:v>
                </ns0:pt>
                <ns0:pt idx="1448">
                  <ns0:v>-5.5677460105</ns0:v>
                </ns0:pt>
                <ns0:pt idx="1449">
                  <ns0:v>-1.79171054186</ns0:v>
                </ns0:pt>
                <ns0:pt idx="1450">
                  <ns0:v>2.17331284765</ns0:v>
                </ns0:pt>
                <ns0:pt idx="1451">
                  <ns0:v>3.42640171795</ns0:v>
                </ns0:pt>
                <ns0:pt idx="1452">
                  <ns0:v>2.58821212758</ns0:v>
                </ns0:pt>
                <ns0:pt idx="1453">
                  <ns0:v>2.970801652</ns0:v>
                </ns0:pt>
                <ns0:pt idx="1454">
                  <ns0:v>0.930296302574</ns0:v>
                </ns0:pt>
                <ns0:pt idx="1455">
                  <ns0:v>-3.06666158944</ns0:v>
                </ns0:pt>
                <ns0:pt idx="1456">
                  <ns0:v>-6.82498690523</ns0:v>
                </ns0:pt>
                <ns0:pt idx="1457">
                  <ns0:v>-7.15251866854</ns0:v>
                </ns0:pt>
                <ns0:pt idx="1458">
                  <ns0:v>-4.13610535561</ns0:v>
                </ns0:pt>
                <ns0:pt idx="1459">
                  <ns0:v>-1.05480576491</ns0:v>
                </ns0:pt>
                <ns0:pt idx="1460">
                  <ns0:v>1.51225326941</ns0:v>
                </ns0:pt>
                <ns0:pt idx="1461">
                  <ns0:v>3.76614235516</ns0:v>
                </ns0:pt>
                <ns0:pt idx="1462">
                  <ns0:v>2.87879592574</ns0:v>
                </ns0:pt>
                <ns0:pt idx="1463">
                  <ns0:v>-0.35441804681</ns0:v>
                </ns0:pt>
                <ns0:pt idx="1464">
                  <ns0:v>-3.23081229281</ns0:v>
                </ns0:pt>
                <ns0:pt idx="1465">
                  <ns0:v>-2.48847491039</ns0:v>
                </ns0:pt>
                <ns0:pt idx="1466">
                  <ns0:v>-1.1716570924</ns0:v>
                </ns0:pt>
                <ns0:pt idx="1467">
                  <ns0:v>-1.17777724162</ns0:v>
                </ns0:pt>
                <ns0:pt idx="1468">
                  <ns0:v>-0.204838851986</ns0:v>
                </ns0:pt>
                <ns0:pt idx="1469">
                  <ns0:v>0.358628003558</ns0:v>
                </ns0:pt>
                <ns0:pt idx="1470">
                  <ns0:v>-2.37715312747</ns0:v>
                </ns0:pt>
                <ns0:pt idx="1471">
                  <ns0:v>-6.47326037712</ns0:v>
                </ns0:pt>
                <ns0:pt idx="1472">
                  <ns0:v>-8.67303463399</ns0:v>
                </ns0:pt>
                <ns0:pt idx="1473">
                  <ns0:v>-0.365315780538</ns0:v>
                </ns0:pt>
                <ns0:pt idx="1474">
                  <ns0:v>10.112296133</ns0:v>
                </ns0:pt>
                <ns0:pt idx="1475">
                  <ns0:v>11.0946239006</ns0:v>
                </ns0:pt>
                <ns0:pt idx="1476">
                  <ns0:v>4.21469982061</ns0:v>
                </ns0:pt>
                <ns0:pt idx="1477">
                  <ns0:v>-6.56960824481</ns0:v>
                </ns0:pt>
                <ns0:pt idx="1478">
                  <ns0:v>-17.0056199423</ns0:v>
                </ns0:pt>
                <ns0:pt idx="1479">
                  <ns0:v>-21.1002479045</ns0:v>
                </ns0:pt>
                <ns0:pt idx="1480">
                  <ns0:v>-16.1457311467</ns0:v>
                </ns0:pt>
                <ns0:pt idx="1481">
                  <ns0:v>-3.05859500252</ns0:v>
                </ns0:pt>
                <ns0:pt idx="1482">
                  <ns0:v>14.1187803177</ns0:v>
                </ns0:pt>
                <ns0:pt idx="1483">
                  <ns0:v>23.6782417468</ns0:v>
                </ns0:pt>
                <ns0:pt idx="1484">
                  <ns0:v>18.8334652537</ns0:v>
                </ns0:pt>
                <ns0:pt idx="1485">
                  <ns0:v>0.388375490546</ns0:v>
                </ns0:pt>
                <ns0:pt idx="1486">
                  <ns0:v>-25.3316070806</ns0:v>
                </ns0:pt>
                <ns0:pt idx="1487">
                  <ns0:v>-39.664682222</ns0:v>
                </ns0:pt>
                <ns0:pt idx="1488">
                  <ns0:v>-27.8933893929</ns0:v>
                </ns0:pt>
                <ns0:pt idx="1489">
                  <ns0:v>-2.85048913011</ns0:v>
                </ns0:pt>
                <ns0:pt idx="1490">
                  <ns0:v>19.9828818361</ns0:v>
                </ns0:pt>
                <ns0:pt idx="1491">
                  <ns0:v>31.2480065515</ns0:v>
                </ns0:pt>
                <ns0:pt idx="1492">
                  <ns0:v>26.039410652</ns0:v>
                </ns0:pt>
                <ns0:pt idx="1493">
                  <ns0:v>4.90380028121</ns0:v>
                </ns0:pt>
                <ns0:pt idx="1494">
                  <ns0:v>-18.9376352886</ns0:v>
                </ns0:pt>
                <ns0:pt idx="1495">
                  <ns0:v>-28.4162303472</ns0:v>
                </ns0:pt>
                <ns0:pt idx="1496">
                  <ns0:v>-21.1326041367</ns0:v>
                </ns0:pt>
                <ns0:pt idx="1497">
                  <ns0:v>-7.14300757649</ns0:v>
                </ns0:pt>
                <ns0:pt idx="1498">
                  <ns0:v>7.69862356073</ns0:v>
                </ns0:pt>
                <ns0:pt idx="1499">
                  <ns0:v>18.9117659213</ns0:v>
                </ns0:pt>
                <ns0:pt idx="1500">
                  <ns0:v>21.0257711535</ns0:v>
                </ns0:pt>
                <ns0:pt idx="1501">
                  <ns0:v>13.2816750164</ns0:v>
                </ns0:pt>
                <ns0:pt idx="1502">
                  <ns0:v>-0.185671928842</ns0:v>
                </ns0:pt>
                <ns0:pt idx="1503">
                  <ns0:v>-11.7529236559</ns0:v>
                </ns0:pt>
                <ns0:pt idx="1504">
                  <ns0:v>-15.9179293688</ns0:v>
                </ns0:pt>
                <ns0:pt idx="1505">
                  <ns0:v>-12.5523007345</ns0:v>
                </ns0:pt>
                <ns0:pt idx="1506">
                  <ns0:v>-3.18449692746</ns0:v>
                </ns0:pt>
                <ns0:pt idx="1507">
                  <ns0:v>7.63213154459</ns0:v>
                </ns0:pt>
                <ns0:pt idx="1508">
                  <ns0:v>13.084070793</ns0:v>
                </ns0:pt>
                <ns0:pt idx="1509">
                  <ns0:v>11.6233167354</ns0:v>
                </ns0:pt>
                <ns0:pt idx="1510">
                  <ns0:v>5.43936843237</ns0:v>
                </ns0:pt>
                <ns0:pt idx="1511">
                  <ns0:v>-2.31147548679</ns0:v>
                </ns0:pt>
                <ns0:pt idx="1512">
                  <ns0:v>-7.65864913189</ns0:v>
                </ns0:pt>
                <ns0:pt idx="1513">
                  <ns0:v>-8.10638639238</ns0:v>
                </ns0:pt>
                <ns0:pt idx="1514">
                  <ns0:v>-4.50640048851</ns0:v>
                </ns0:pt>
                <ns0:pt idx="1515">
                  <ns0:v>1.76937268695</ns0:v>
                </ns0:pt>
                <ns0:pt idx="1516">
                  <ns0:v>7.86708620626</ns0:v>
                </ns0:pt>
                <ns0:pt idx="1517">
                  <ns0:v>9.52015566451</ns0:v>
                </ns0:pt>
                <ns0:pt idx="1518">
                  <ns0:v>2.17152803943</ns0:v>
                </ns0:pt>
                <ns0:pt idx="1519">
                  <ns0:v>-7.42095710327</ns0:v>
                </ns0:pt>
                <ns0:pt idx="1520">
                  <ns0:v>-9.33570749759</ns0:v>
                </ns0:pt>
                <ns0:pt idx="1521">
                  <ns0:v>-6.79958043736</ns0:v>
                </ns0:pt>
                <ns0:pt idx="1522">
                  <ns0:v>-1.1998412376</ns0:v>
                </ns0:pt>
                <ns0:pt idx="1523">
                  <ns0:v>4.29953838871</ns0:v>
                </ns0:pt>
                <ns0:pt idx="1524">
                  <ns0:v>6.68623415438</ns0:v>
                </ns0:pt>
                <ns0:pt idx="1525">
                  <ns0:v>5.72267329038</ns0:v>
                </ns0:pt>
                <ns0:pt idx="1526">
                  <ns0:v>1.8510382017</ns0:v>
                </ns0:pt>
                <ns0:pt idx="1527">
                  <ns0:v>-0.871669549284</ns0:v>
                </ns0:pt>
                <ns0:pt idx="1528">
                  <ns0:v>-1.05068826275</ns0:v>
                </ns0:pt>
                <ns0:pt idx="1529">
                  <ns0:v>1.99384139722</ns0:v>
                </ns0:pt>
                <ns0:pt idx="1530">
                  <ns0:v>1.77193310292</ns0:v>
                </ns0:pt>
                <ns0:pt idx="1531">
                  <ns0:v>-0.0981886584829</ns0:v>
                </ns0:pt>
                <ns0:pt idx="1532">
                  <ns0:v>-0.0791813280483</ns0:v>
                </ns0:pt>
                <ns0:pt idx="1533">
                  <ns0:v>-1.47834568485</ns0:v>
                </ns0:pt>
                <ns0:pt idx="1534">
                  <ns0:v>-3.15755882745</ns0:v>
                </ns0:pt>
                <ns0:pt idx="1535">
                  <ns0:v>-1.02583876865</ns0:v>
                </ns0:pt>
                <ns0:pt idx="1536">
                  <ns0:v>1.09303281455</ns0:v>
                </ns0:pt>
                <ns0:pt idx="1537">
                  <ns0:v>1.1682981326</ns0:v>
                </ns0:pt>
                <ns0:pt idx="1538">
                  <ns0:v>0.139723120382</ns0:v>
                </ns0:pt>
                <ns0:pt idx="1539">
                  <ns0:v>-1.28417496444</ns0:v>
                </ns0:pt>
                <ns0:pt idx="1540">
                  <ns0:v>-1.71355161048</ns0:v>
                </ns0:pt>
                <ns0:pt idx="1541">
                  <ns0:v>-2.14572852318</ns0:v>
                </ns0:pt>
                <ns0:pt idx="1542">
                  <ns0:v>-1.01560397003</ns0:v>
                </ns0:pt>
                <ns0:pt idx="1543">
                  <ns0:v>2.76520260888</ns0:v>
                </ns0:pt>
                <ns0:pt idx="1544">
                  <ns0:v>5.25610786299</ns0:v>
                </ns0:pt>
                <ns0:pt idx="1545">
                  <ns0:v>4.5007285318</ns0:v>
                </ns0:pt>
                <ns0:pt idx="1546">
                  <ns0:v>3.15067402906</ns0:v>
                </ns0:pt>
                <ns0:pt idx="1547">
                  <ns0:v>1.02915771764</ns0:v>
                </ns0:pt>
                <ns0:pt idx="1548">
                  <ns0:v>-1.82164444641</ns0:v>
                </ns0:pt>
                <ns0:pt idx="1549">
                  <ns0:v>-2.92228489375</ns0:v>
                </ns0:pt>
                <ns0:pt idx="1550">
                  <ns0:v>-1.36445673498</ns0:v>
                </ns0:pt>
                <ns0:pt idx="1551">
                  <ns0:v>-0.367618298136</ns0:v>
                </ns0:pt>
                <ns0:pt idx="1552">
                  <ns0:v>-1.99463944468</ns0:v>
                </ns0:pt>
                <ns0:pt idx="1553">
                  <ns0:v>-7.47895344233</ns0:v>
                </ns0:pt>
                <ns0:pt idx="1554">
                  <ns0:v>-9.24816755483</ns0:v>
                </ns0:pt>
                <ns0:pt idx="1555">
                  <ns0:v>-5.74133204725</ns0:v>
                </ns0:pt>
                <ns0:pt idx="1556">
                  <ns0:v>-4.61358164001</ns0:v>
                </ns0:pt>
                <ns0:pt idx="1557">
                  <ns0:v>-4.39974912506</ns0:v>
                </ns0:pt>
                <ns0:pt idx="1558">
                  <ns0:v>2.19816215609</ns0:v>
                </ns0:pt>
                <ns0:pt idx="1559">
                  <ns0:v>11.0189305638</ns0:v>
                </ns0:pt>
                <ns0:pt idx="1560">
                  <ns0:v>14.828048701</ns0:v>
                </ns0:pt>
                <ns0:pt idx="1561">
                  <ns0:v>10.8184720285</ns0:v>
                </ns0:pt>
                <ns0:pt idx="1562">
                  <ns0:v>-0.574855314239</ns0:v>
                </ns0:pt>
                <ns0:pt idx="1563">
                  <ns0:v>-8.90010911271</ns0:v>
                </ns0:pt>
                <ns0:pt idx="1564">
                  <ns0:v>-9.89825429061</ns0:v>
                </ns0:pt>
                <ns0:pt idx="1565">
                  <ns0:v>-7.02397503031</ns0:v>
                </ns0:pt>
                <ns0:pt idx="1566">
                  <ns0:v>-1.18129134569</ns0:v>
                </ns0:pt>
                <ns0:pt idx="1567">
                  <ns0:v>6.87929440043</ns0:v>
                </ns0:pt>
                <ns0:pt idx="1568">
                  <ns0:v>10.2232948016</ns0:v>
                </ns0:pt>
                <ns0:pt idx="1569">
                  <ns0:v>6.30142563779</ns0:v>
                </ns0:pt>
                <ns0:pt idx="1570">
                  <ns0:v>1.33305220946</ns0:v>
                </ns0:pt>
                <ns0:pt idx="1571">
                  <ns0:v>-2.21920607924</ns0:v>
                </ns0:pt>
                <ns0:pt idx="1572">
                  <ns0:v>-6.26612572803</ns0:v>
                </ns0:pt>
                <ns0:pt idx="1573">
                  <ns0:v>-7.15456138107</ns0:v>
                </ns0:pt>
                <ns0:pt idx="1574">
                  <ns0:v>-2.05157349091</ns0:v>
                </ns0:pt>
                <ns0:pt idx="1575">
                  <ns0:v>3.54138617594</ns0:v>
                </ns0:pt>
                <ns0:pt idx="1576">
                  <ns0:v>6.92734439887</ns0:v>
                </ns0:pt>
                <ns0:pt idx="1577">
                  <ns0:v>9.01289076981</ns0:v>
                </ns0:pt>
                <ns0:pt idx="1578">
                  <ns0:v>9.03069703184</ns0:v>
                </ns0:pt>
                <ns0:pt idx="1579">
                  <ns0:v>6.03722954786</ns0:v>
                </ns0:pt>
                <ns0:pt idx="1580">
                  <ns0:v>-3.66078394643</ns0:v>
                </ns0:pt>
                <ns0:pt idx="1581">
                  <ns0:v>-9.7953894754</ns0:v>
                </ns0:pt>
                <ns0:pt idx="1582">
                  <ns0:v>-9.78307756041</ns0:v>
                </ns0:pt>
                <ns0:pt idx="1583">
                  <ns0:v>-5.83799320552</ns0:v>
                </ns0:pt>
                <ns0:pt idx="1584">
                  <ns0:v>1.05669082285</ns0:v>
                </ns0:pt>
                <ns0:pt idx="1585">
                  <ns0:v>7.9801562998</ns0:v>
                </ns0:pt>
                <ns0:pt idx="1586">
                  <ns0:v>10.9651257538</ns0:v>
                </ns0:pt>
                <ns0:pt idx="1587">
                  <ns0:v>7.6209993081</ns0:v>
                </ns0:pt>
                <ns0:pt idx="1588">
                  <ns0:v>0.918341766991</ns0:v>
                </ns0:pt>
                <ns0:pt idx="1589">
                  <ns0:v>-5.37068335892</ns0:v>
                </ns0:pt>
                <ns0:pt idx="1590">
                  <ns0:v>-8.1282044881</ns0:v>
                </ns0:pt>
                <ns0:pt idx="1591">
                  <ns0:v>-6.05520259316</ns0:v>
                </ns0:pt>
                <ns0:pt idx="1592">
                  <ns0:v>-1.13586093513</ns0:v>
                </ns0:pt>
                <ns0:pt idx="1593">
                  <ns0:v>3.30870940196</ns0:v>
                </ns0:pt>
                <ns0:pt idx="1594">
                  <ns0:v>6.74263744212</ns0:v>
                </ns0:pt>
                <ns0:pt idx="1595">
                  <ns0:v>9.59173642922</ns0:v>
                </ns0:pt>
                <ns0:pt idx="1596">
                  <ns0:v>8.68760232793</ns0:v>
                </ns0:pt>
                <ns0:pt idx="1597">
                  <ns0:v>3.1716430691</ns0:v>
                </ns0:pt>
                <ns0:pt idx="1598">
                  <ns0:v>-1.06924087256</ns0:v>
                </ns0:pt>
                <ns0:pt idx="1599">
                  <ns0:v>-3.4674410738</ns0:v>
                </ns0:pt>
                <ns0:pt idx="1600">
                  <ns0:v>-6.38730170864</ns0:v>
                </ns0:pt>
                <ns0:pt idx="1601">
                  <ns0:v>-5.20391035246</ns0:v>
                </ns0:pt>
                <ns0:pt idx="1602">
                  <ns0:v>-0.282394075512</ns0:v>
                </ns0:pt>
                <ns0:pt idx="1603">
                  <ns0:v>2.46836763639</ns0:v>
                </ns0:pt>
                <ns0:pt idx="1604">
                  <ns0:v>3.42413148397</ns0:v>
                </ns0:pt>
                <ns0:pt idx="1605">
                  <ns0:v>4.13664090097</ns0:v>
                </ns0:pt>
                <ns0:pt idx="1606">
                  <ns0:v>3.22605620734</ns0:v>
                </ns0:pt>
                <ns0:pt idx="1607">
                  <ns0:v>-0.939909771519</ns0:v>
                </ns0:pt>
                <ns0:pt idx="1608">
                  <ns0:v>-5.78454797694</ns0:v>
                </ns0:pt>
                <ns0:pt idx="1609">
                  <ns0:v>-9.7931227845</ns0:v>
                </ns0:pt>
                <ns0:pt idx="1610">
                  <ns0:v>-7.84753168532</ns0:v>
                </ns0:pt>
                <ns0:pt idx="1611">
                  <ns0:v>-1.73157571718</ns0:v>
                </ns0:pt>
                <ns0:pt idx="1612">
                  <ns0:v>3.67335330684</ns0:v>
                </ns0:pt>
                <ns0:pt idx="1613">
                  <ns0:v>7.52535588516</ns0:v>
                </ns0:pt>
                <ns0:pt idx="1614">
                  <ns0:v>9.71285083003</ns0:v>
                </ns0:pt>
                <ns0:pt idx="1615">
                  <ns0:v>9.53344479093</ns0:v>
                </ns0:pt>
                <ns0:pt idx="1616">
                  <ns0:v>2.63224439064</ns0:v>
                </ns0:pt>
                <ns0:pt idx="1617">
                  <ns0:v>-4.6109667745</ns0:v>
                </ns0:pt>
                <ns0:pt idx="1618">
                  <ns0:v>-5.96169261055</ns0:v>
                </ns0:pt>
                <ns0:pt idx="1619">
                  <ns0:v>-4.06692427288</ns0:v>
                </ns0:pt>
                <ns0:pt idx="1620">
                  <ns0:v>0.0628723374281</ns0:v>
                </ns0:pt>
                <ns0:pt idx="1621">
                  <ns0:v>8.75953591194</ns0:v>
                </ns0:pt>
                <ns0:pt idx="1622">
                  <ns0:v>15.9782762094</ns0:v>
                </ns0:pt>
                <ns0:pt idx="1623">
                  <ns0:v>13.2308281096</ns0:v>
                </ns0:pt>
                <ns0:pt idx="1624">
                  <ns0:v>4.05328725415</ns0:v>
                </ns0:pt>
                <ns0:pt idx="1625">
                  <ns0:v>-3.69473464606</ns0:v>
                </ns0:pt>
                <ns0:pt idx="1626">
                  <ns0:v>-3.36734188196</ns0:v>
                </ns0:pt>
                <ns0:pt idx="1627">
                  <ns0:v>0.83002047788</ns0:v>
                </ns0:pt>
                <ns0:pt idx="1628">
                  <ns0:v>1.08444993393</ns0:v>
                </ns0:pt>
                <ns0:pt idx="1629">
                  <ns0:v>0.638736310626</ns0:v>
                </ns0:pt>
                <ns0:pt idx="1630">
                  <ns0:v>0.455555932723</ns0:v>
                </ns0:pt>
                <ns0:pt idx="1631">
                  <ns0:v>1.40637747556</ns0:v>
                </ns0:pt>
                <ns0:pt idx="1632">
                  <ns0:v>3.7080787855</ns0:v>
                </ns0:pt>
                <ns0:pt idx="1633">
                  <ns0:v>4.74243951023</ns0:v>
                </ns0:pt>
                <ns0:pt idx="1634">
                  <ns0:v>12.7043063019</ns0:v>
                </ns0:pt>
                <ns0:pt idx="1635">
                  <ns0:v>26.3052199631</ns0:v>
                </ns0:pt>
                <ns0:pt idx="1636">
                  <ns0:v>27.2652158281</ns0:v>
                </ns0:pt>
                <ns0:pt idx="1637">
                  <ns0:v>8.11957427795</ns0:v>
                </ns0:pt>
                <ns0:pt idx="1638">
                  <ns0:v>-20.0014102508</ns0:v>
                </ns0:pt>
                <ns0:pt idx="1639">
                  <ns0:v>-43.7887125734</ns0:v>
                </ns0:pt>
                <ns0:pt idx="1640">
                  <ns0:v>-47.979449997</ns0:v>
                </ns0:pt>
                <ns0:pt idx="1641">
                  <ns0:v>-29.8577540079</ns0:v>
                </ns0:pt>
                <ns0:pt idx="1642">
                  <ns0:v>4.8976311266</ns0:v>
                </ns0:pt>
                <ns0:pt idx="1643">
                  <ns0:v>39.2842419776</ns0:v>
                </ns0:pt>
                <ns0:pt idx="1644">
                  <ns0:v>56.6836509878</ns0:v>
                </ns0:pt>
                <ns0:pt idx="1645">
                  <ns0:v>47.219188107</ns0:v>
                </ns0:pt>
                <ns0:pt idx="1646">
                  <ns0:v>16.1658000228</ns0:v>
                </ns0:pt>
                <ns0:pt idx="1647">
                  <ns0:v>-21.6918222782</ns0:v>
                </ns0:pt>
                <ns0:pt idx="1648">
                  <ns0:v>-47.686829335</ns0:v>
                </ns0:pt>
                <ns0:pt idx="1649">
                  <ns0:v>-49.9640148785</ns0:v>
                </ns0:pt>
                <ns0:pt idx="1650">
                  <ns0:v>-27.9592534769</ns0:v>
                </ns0:pt>
                <ns0:pt idx="1651">
                  <ns0:v>5.90233566582</ns0:v>
                </ns0:pt>
                <ns0:pt idx="1652">
                  <ns0:v>33.4198752949</ns0:v>
                </ns0:pt>
                <ns0:pt idx="1653">
                  <ns0:v>42.8102376259</ns0:v>
                </ns0:pt>
                <ns0:pt idx="1654">
                  <ns0:v>31.9281715722</ns0:v>
                </ns0:pt>
                <ns0:pt idx="1655">
                  <ns0:v>6.03231100477</ns0:v>
                </ns0:pt>
                <ns0:pt idx="1656">
                  <ns0:v>-20.7270153827</ns0:v>
                </ns0:pt>
                <ns0:pt idx="1657">
                  <ns0:v>-36.3983200008</ns0:v>
                </ns0:pt>
                <ns0:pt idx="1658">
                  <ns0:v>-38.0185656916</ns0:v>
                </ns0:pt>
                <ns0:pt idx="1659">
                  <ns0:v>-24.3248723417</ns0:v>
                </ns0:pt>
                <ns0:pt idx="1660">
                  <ns0:v>6.55844098994</ns0:v>
                </ns0:pt>
                <ns0:pt idx="1661">
                  <ns0:v>34.41572505</ns0:v>
                </ns0:pt>
                <ns0:pt idx="1662">
                  <ns0:v>42.5428488352</ns0:v>
                </ns0:pt>
                <ns0:pt idx="1663">
                  <ns0:v>30.953689443</ns0:v>
                </ns0:pt>
                <ns0:pt idx="1664">
                  <ns0:v>6.66843104686</ns0:v>
                </ns0:pt>
                <ns0:pt idx="1665">
                  <ns0:v>-19.2342540778</ns0:v>
                </ns0:pt>
                <ns0:pt idx="1666">
                  <ns0:v>-34.5057237919</ns0:v>
                </ns0:pt>
                <ns0:pt idx="1667">
                  <ns0:v>-33.0228338584</ns0:v>
                </ns0:pt>
                <ns0:pt idx="1668">
                  <ns0:v>-14.5949840344</ns0:v>
                </ns0:pt>
                <ns0:pt idx="1669">
                  <ns0:v>9.96520429237</ns0:v>
                </ns0:pt>
                <ns0:pt idx="1670">
                  <ns0:v>28.1164225385</ns0:v>
                </ns0:pt>
                <ns0:pt idx="1671">
                  <ns0:v>33.4215060871</ns0:v>
                </ns0:pt>
                <ns0:pt idx="1672">
                  <ns0:v>22.9756439526</ns0:v>
                </ns0:pt>
                <ns0:pt idx="1673">
                  <ns0:v>0.966730346271</ns0:v>
                </ns0:pt>
                <ns0:pt idx="1674">
                  <ns0:v>-19.5284350437</ns0:v>
                </ns0:pt>
                <ns0:pt idx="1675">
                  <ns0:v>-28.6342306394</ns0:v>
                </ns0:pt>
                <ns0:pt idx="1676">
                  <ns0:v>-23.9412080689</ns0:v>
                </ns0:pt>
                <ns0:pt idx="1677">
                  <ns0:v>-9.41396693291</ns0:v>
                </ns0:pt>
                <ns0:pt idx="1678">
                  <ns0:v>10.5787269497</ns0:v>
                </ns0:pt>
                <ns0:pt idx="1679">
                  <ns0:v>23.7447125965</ns0:v>
                </ns0:pt>
                <ns0:pt idx="1680">
                  <ns0:v>23.2926775617</ns0:v>
                </ns0:pt>
                <ns0:pt idx="1681">
                  <ns0:v>12.7672910878</ns0:v>
                </ns0:pt>
                <ns0:pt idx="1682">
                  <ns0:v>-2.26657711855</ns0:v>
                </ns0:pt>
                <ns0:pt idx="1683">
                  <ns0:v>-15.1983535292</ns0:v>
                </ns0:pt>
                <ns0:pt idx="1684">
                  <ns0:v>-19.1620990398</ns0:v>
                </ns0:pt>
                <ns0:pt idx="1685">
                  <ns0:v>-12.2168240613</ns0:v>
                </ns0:pt>
                <ns0:pt idx="1686">
                  <ns0:v>-0.450702618425</ns0:v>
                </ns0:pt>
                <ns0:pt idx="1687">
                  <ns0:v>9.65448850844</ns0:v>
                </ns0:pt>
                <ns0:pt idx="1688">
                  <ns0:v>14.791059526</ns0:v>
                </ns0:pt>
                <ns0:pt idx="1689">
                  <ns0:v>14.5546974395</ns0:v>
                </ns0:pt>
                <ns0:pt idx="1690">
                  <ns0:v>7.03014658126</ns0:v>
                </ns0:pt>
                <ns0:pt idx="1691">
                  <ns0:v>-3.79822306224</ns0:v>
                </ns0:pt>
                <ns0:pt idx="1692">
                  <ns0:v>-13.3232598408</ns0:v>
                </ns0:pt>
                <ns0:pt idx="1693">
                  <ns0:v>-18.9718528273</ns0:v>
                </ns0:pt>
                <ns0:pt idx="1694">
                  <ns0:v>-14.8297929244</ns0:v>
                </ns0:pt>
                <ns0:pt idx="1695">
                  <ns0:v>-0.50383824153</ns0:v>
                </ns0:pt>
                <ns0:pt idx="1696">
                  <ns0:v>16.3202203395</ns0:v>
                </ns0:pt>
                <ns0:pt idx="1697">
                  <ns0:v>23.4943515916</ns0:v>
                </ns0:pt>
                <ns0:pt idx="1698">
                  <ns0:v>16.8222942903</ns0:v>
                </ns0:pt>
                <ns0:pt idx="1699">
                  <ns0:v>3.65152409177</ns0:v>
                </ns0:pt>
                <ns0:pt idx="1700">
                  <ns0:v>-10.9593060436</ns0:v>
                </ns0:pt>
                <ns0:pt idx="1701">
                  <ns0:v>-26.7919641132</ns0:v>
                </ns0:pt>
                <ns0:pt idx="1702">
                  <ns0:v>-36.9010085216</ns0:v>
                </ns0:pt>
                <ns0:pt idx="1703">
                  <ns0:v>-28.775872799</ns0:v>
                </ns0:pt>
                <ns0:pt idx="1704">
                  <ns0:v>-2.08383373716</ns0:v>
                </ns0:pt>
                <ns0:pt idx="1705">
                  <ns0:v>25.0031683337</ns0:v>
                </ns0:pt>
                <ns0:pt idx="1706">
                  <ns0:v>38.4934603564</ns0:v>
                </ns0:pt>
                <ns0:pt idx="1707">
                  <ns0:v>33.0440928639</ns0:v>
                </ns0:pt>
                <ns0:pt idx="1708">
                  <ns0:v>10.7644774081</ns0:v>
                </ns0:pt>
                <ns0:pt idx="1709">
                  <ns0:v>-14.2874775712</ns0:v>
                </ns0:pt>
                <ns0:pt idx="1710">
                  <ns0:v>-29.069620556</ns0:v>
                </ns0:pt>
                <ns0:pt idx="1711">
                  <ns0:v>-30.783020656</ns0:v>
                </ns0:pt>
                <ns0:pt idx="1712">
                  <ns0:v>-18.4212017042</ns0:v>
                </ns0:pt>
                <ns0:pt idx="1713">
                  <ns0:v>3.71532341613</ns0:v>
                </ns0:pt>
                <ns0:pt idx="1714">
                  <ns0:v>21.6740029704</ns0:v>
                </ns0:pt>
                <ns0:pt idx="1715">
                  <ns0:v>27.4373619586</ns0:v>
                </ns0:pt>
                <ns0:pt idx="1716">
                  <ns0:v>21.5873323476</ns0:v>
                </ns0:pt>
                <ns0:pt idx="1717">
                  <ns0:v>6.75815020744</ns0:v>
                </ns0:pt>
                <ns0:pt idx="1718">
                  <ns0:v>-11.1666046607</ns0:v>
                </ns0:pt>
                <ns0:pt idx="1719">
                  <ns0:v>-22.7152556375</ns0:v>
                </ns0:pt>
                <ns0:pt idx="1720">
                  <ns0:v>-20.6637317764</ns0:v>
                </ns0:pt>
                <ns0:pt idx="1721">
                  <ns0:v>-8.37436575523</ns0:v>
                </ns0:pt>
                <ns0:pt idx="1722">
                  <ns0:v>8.71385768023</ns0:v>
                </ns0:pt>
                <ns0:pt idx="1723">
                  <ns0:v>22.8508416671</ns0:v>
                </ns0:pt>
                <ns0:pt idx="1724">
                  <ns0:v>24.043774476</ns0:v>
                </ns0:pt>
                <ns0:pt idx="1725">
                  <ns0:v>11.9767852905</ns0:v>
                </ns0:pt>
                <ns0:pt idx="1726">
                  <ns0:v>-7.55009478884</ns0:v>
                </ns0:pt>
                <ns0:pt idx="1727">
                  <ns0:v>-25.5221755099</ns0:v>
                </ns0:pt>
                <ns0:pt idx="1728">
                  <ns0:v>-30.8542244038</ns0:v>
                </ns0:pt>
                <ns0:pt idx="1729">
                  <ns0:v>-20.0611055943</ns0:v>
                </ns0:pt>
                <ns0:pt idx="1730">
                  <ns0:v>-0.904660257584</ns0:v>
                </ns0:pt>
                <ns0:pt idx="1731">
                  <ns0:v>15.5977659799</ns0:v>
                </ns0:pt>
                <ns0:pt idx="1732">
                  <ns0:v>21.5502888472</ns0:v>
                </ns0:pt>
                <ns0:pt idx="1733">
                  <ns0:v>17.759059714</ns0:v>
                </ns0:pt>
                <ns0:pt idx="1734">
                  <ns0:v>6.91676877702</ns0:v>
                </ns0:pt>
                <ns0:pt idx="1735">
                  <ns0:v>-7.55441129648</ns0:v>
                </ns0:pt>
                <ns0:pt idx="1736">
                  <ns0:v>-19.5951784449</ns0:v>
                </ns0:pt>
                <ns0:pt idx="1737">
                  <ns0:v>-20.6842323005</ns0:v>
                </ns0:pt>
                <ns0:pt idx="1738">
                  <ns0:v>-11.3457952499</ns0:v>
                </ns0:pt>
                <ns0:pt idx="1739">
                  <ns0:v>3.92010131568</ns0:v>
                </ns0:pt>
                <ns0:pt idx="1740">
                  <ns0:v>18.0445488325</ns0:v>
                </ns0:pt>
                <ns0:pt idx="1741">
                  <ns0:v>21.6643681211</ns0:v>
                </ns0:pt>
                <ns0:pt idx="1742">
                  <ns0:v>14.4651347414</ns0:v>
                </ns0:pt>
                <ns0:pt idx="1743">
                  <ns0:v>0.691745547118</ns0:v>
                </ns0:pt>
                <ns0:pt idx="1744">
                  <ns0:v>-12.5439973985</ns0:v>
                </ns0:pt>
                <ns0:pt idx="1745">
                  <ns0:v>-17.2014859261</ns0:v>
                </ns0:pt>
                <ns0:pt idx="1746">
                  <ns0:v>-13.037719819</ns0:v>
                </ns0:pt>
                <ns0:pt idx="1747">
                  <ns0:v>-4.16634591086</ns0:v>
                </ns0:pt>
                <ns0:pt idx="1748">
                  <ns0:v>4.7102295401</ns0:v>
                </ns0:pt>
                <ns0:pt idx="1749">
                  <ns0:v>14.3192487787</ns0:v>
                </ns0:pt>
                <ns0:pt idx="1750">
                  <ns0:v>15.638223521</ns0:v>
                </ns0:pt>
                <ns0:pt idx="1751">
                  <ns0:v>-2.78567085701</ns0:v>
                </ns0:pt>
                <ns0:pt idx="1752">
                  <ns0:v>-29.87017642</ns0:v>
                </ns0:pt>
                <ns0:pt idx="1753">
                  <ns0:v>-39.396045115</ns0:v>
                </ns0:pt>
                <ns0:pt idx="1754">
                  <ns0:v>-25.7782481053</ns0:v>
                </ns0:pt>
                <ns0:pt idx="1755">
                  <ns0:v>6.75018276687</ns0:v>
                </ns0:pt>
                <ns0:pt idx="1756">
                  <ns0:v>47.8493572973</ns0:v>
                </ns0:pt>
                <ns0:pt idx="1757">
                  <ns0:v>64.5742306467</ns0:v>
                </ns0:pt>
                <ns0:pt idx="1758">
                  <ns0:v>40.6302565484</ns0:v>
                </ns0:pt>
                <ns0:pt idx="1759">
                  <ns0:v>-0.757657729675</ns0:v>
                </ns0:pt>
                <ns0:pt idx="1760">
                  <ns0:v>-37.8198531922</ns0:v>
                </ns0:pt>
                <ns0:pt idx="1761">
                  <ns0:v>-53.7629434203</ns0:v>
                </ns0:pt>
                <ns0:pt idx="1762">
                  <ns0:v>-44.7262969614</ns0:v>
                </ns0:pt>
                <ns0:pt idx="1763">
                  <ns0:v>-15.2427702203</ns0:v>
                </ns0:pt>
                <ns0:pt idx="1764">
                  <ns0:v>19.2588936</ns0:v>
                </ns0:pt>
                <ns0:pt idx="1765">
                  <ns0:v>41.1666369115</ns0:v>
                </ns0:pt>
                <ns0:pt idx="1766">
                  <ns0:v>42.3563636189</ns0:v>
                </ns0:pt>
                <ns0:pt idx="1767">
                  <ns0:v>25.4797328192</ns0:v>
                </ns0:pt>
                <ns0:pt idx="1768">
                  <ns0:v>2.75998579487</ns0:v>
                </ns0:pt>
                <ns0:pt idx="1769">
                  <ns0:v>-23.6720916702</ns0:v>
                </ns0:pt>
                <ns0:pt idx="1770">
                  <ns0:v>-40.911481259</ns0:v>
                </ns0:pt>
                <ns0:pt idx="1771">
                  <ns0:v>-32.8776847658</ns0:v>
                </ns0:pt>
                <ns0:pt idx="1772">
                  <ns0:v>-7.27746500823</ns0:v>
                </ns0:pt>
                <ns0:pt idx="1773">
                  <ns0:v>16.8109353461</ns0:v>
                </ns0:pt>
                <ns0:pt idx="1774">
                  <ns0:v>29.9512916445</ns0:v>
                </ns0:pt>
                <ns0:pt idx="1775">
                  <ns0:v>31.3226737234</ns0:v>
                </ns0:pt>
                <ns0:pt idx="1776">
                  <ns0:v>19.4663282447</ns0:v>
                </ns0:pt>
                <ns0:pt idx="1777">
                  <ns0:v>-7.28876020954</ns0:v>
                </ns0:pt>
                <ns0:pt idx="1778">
                  <ns0:v>-34.0201743628</ns0:v>
                </ns0:pt>
                <ns0:pt idx="1779">
                  <ns0:v>-39.9440074123</ns0:v>
                </ns0:pt>
                <ns0:pt idx="1780">
                  <ns0:v>-23.7657030812</ns0:v>
                </ns0:pt>
                <ns0:pt idx="1781">
                  <ns0:v>3.48197549005</ns0:v>
                </ns0:pt>
                <ns0:pt idx="1782">
                  <ns0:v>27.7571818012</ns0:v>
                </ns0:pt>
                <ns0:pt idx="1783">
                  <ns0:v>36.8903962535</ns0:v>
                </ns0:pt>
                <ns0:pt idx="1784">
                  <ns0:v>26.9595700904</ns0:v>
                </ns0:pt>
                <ns0:pt idx="1785">
                  <ns0:v>-0.820941820456</ns0:v>
                </ns0:pt>
                <ns0:pt idx="1786">
                  <ns0:v>-31.1763955882</ns0:v>
                </ns0:pt>
                <ns0:pt idx="1787">
                  <ns0:v>-43.3930590313</ns0:v>
                </ns0:pt>
                <ns0:pt idx="1788">
                  <ns0:v>-30.9990345943</ns0:v>
                </ns0:pt>
                <ns0:pt idx="1789">
                  <ns0:v>-1.67104235342</ns0:v>
                </ns0:pt>
                <ns0:pt idx="1790">
                  <ns0:v>27.7577676678</ns0:v>
                </ns0:pt>
                <ns0:pt idx="1791">
                  <ns0:v>40.6316290629</ns0:v>
                </ns0:pt>
                <ns0:pt idx="1792">
                  <ns0:v>31.7606890195</ns0:v>
                </ns0:pt>
                <ns0:pt idx="1793">
                  <ns0:v>4.52702567928</ns0:v>
                </ns0:pt>
                <ns0:pt idx="1794">
                  <ns0:v>-25.5349819101</ns0:v>
                </ns0:pt>
                <ns0:pt idx="1795">
                  <ns0:v>-40.7219665479</ns0:v>
                </ns0:pt>
                <ns0:pt idx="1796">
                  <ns0:v>-33.808769737</ns0:v>
                </ns0:pt>
                <ns0:pt idx="1797">
                  <ns0:v>-7.52930966098</ns0:v>
                </ns0:pt>
                <ns0:pt idx="1798">
                  <ns0:v>21.1684426307</ns0:v>
                </ns0:pt>
                <ns0:pt idx="1799">
                  <ns0:v>36.5032182522</ns0:v>
                </ns0:pt>
                <ns0:pt idx="1800">
                  <ns0:v>35.2020219382</ns0:v>
                </ns0:pt>
                <ns0:pt idx="1801">
                  <ns0:v>21.0979114727</ns0:v>
                </ns0:pt>
                <ns0:pt idx="1802">
                  <ns0:v>-3.1105098668</ns0:v>
                </ns0:pt>
                <ns0:pt idx="1803">
                  <ns0:v>-29.3911087987</ns0:v>
                </ns0:pt>
                <ns0:pt idx="1804">
                  <ns0:v>-34.8872048257</ns0:v>
                </ns0:pt>
                <ns0:pt idx="1805">
                  <ns0:v>-10.5081621635</ns0:v>
                </ns0:pt>
                <ns0:pt idx="1806">
                  <ns0:v>27.8989869096</ns0:v>
                </ns0:pt>
                <ns0:pt idx="1807">
                  <ns0:v>47.252692909</ns0:v>
                </ns0:pt>
                <ns0:pt idx="1808">
                  <ns0:v>38.9579841629</ns0:v>
                </ns0:pt>
                <ns0:pt idx="1809">
                  <ns0:v>13.0372185497</ns0:v>
                </ns0:pt>
                <ns0:pt idx="1810">
                  <ns0:v>-17.5849378151</ns0:v>
                </ns0:pt>
                <ns0:pt idx="1811">
                  <ns0:v>-36.661827389</ns0:v>
                </ns0:pt>
                <ns0:pt idx="1812">
                  <ns0:v>-37.6354587799</ns0:v>
                </ns0:pt>
                <ns0:pt idx="1813">
                  <ns0:v>-18.5182586524</ns0:v>
                </ns0:pt>
                <ns0:pt idx="1814">
                  <ns0:v>12.1653032989</ns0:v>
                </ns0:pt>
                <ns0:pt idx="1815">
                  <ns0:v>37.3771815858</ns0:v>
                </ns0:pt>
                <ns0:pt idx="1816">
                  <ns0:v>42.2719815755</ns0:v>
                </ns0:pt>
                <ns0:pt idx="1817">
                  <ns0:v>27.2286510012</ns0:v>
                </ns0:pt>
                <ns0:pt idx="1818">
                  <ns0:v>0.915475501063</ns0:v>
                </ns0:pt>
                <ns0:pt idx="1819">
                  <ns0:v>-23.2223166785</ns0:v>
                </ns0:pt>
                <ns0:pt idx="1820">
                  <ns0:v>-33.4271887578</ns0:v>
                </ns0:pt>
                <ns0:pt idx="1821">
                  <ns0:v>-26.0698224277</ns0:v>
                </ns0:pt>
                <ns0:pt idx="1822">
                  <ns0:v>-8.59255748969</ns0:v>
                </ns0:pt>
                <ns0:pt idx="1823">
                  <ns0:v>10.5732816792</ns0:v>
                </ns0:pt>
                <ns0:pt idx="1824">
                  <ns0:v>25.0721640468</ns0:v>
                </ns0:pt>
                <ns0:pt idx="1825">
                  <ns0:v>27.4874704206</ns0:v>
                </ns0:pt>
                <ns0:pt idx="1826">
                  <ns0:v>15.1463241273</ns0:v>
                </ns0:pt>
                <ns0:pt idx="1827">
                  <ns0:v>-3.32455696228</ns0:v>
                </ns0:pt>
                <ns0:pt idx="1828">
                  <ns0:v>-18.3977178636</ns0:v>
                </ns0:pt>
                <ns0:pt idx="1829">
                  <ns0:v>-24.1093046366</ns0:v>
                </ns0:pt>
                <ns0:pt idx="1830">
                  <ns0:v>-18.0230151186</ns0:v>
                </ns0:pt>
                <ns0:pt idx="1831">
                  <ns0:v>-1.12773439902</ns0:v>
                </ns0:pt>
                <ns0:pt idx="1832">
                  <ns0:v>17.1069730058</ns0:v>
                </ns0:pt>
                <ns0:pt idx="1833">
                  <ns0:v>24.8046213165</ns0:v>
                </ns0:pt>
                <ns0:pt idx="1834">
                  <ns0:v>20.5494244428</ns0:v>
                </ns0:pt>
                <ns0:pt idx="1835">
                  <ns0:v>8.00893624782</ns0:v>
                </ns0:pt>
                <ns0:pt idx="1836">
                  <ns0:v>-7.92503107213</ns0:v>
                </ns0:pt>
                <ns0:pt idx="1837">
                  <ns0:v>-18.9122644585</ns0:v>
                </ns0:pt>
                <ns0:pt idx="1838">
                  <ns0:v>-19.5689756742</ns0:v>
                </ns0:pt>
                <ns0:pt idx="1839">
                  <ns0:v>-10.4037895726</ns0:v>
                </ns0:pt>
                <ns0:pt idx="1840">
                  <ns0:v>3.73393742425</ns0:v>
                </ns0:pt>
                <ns0:pt idx="1841">
                  <ns0:v>15.5712542363</ns0:v>
                </ns0:pt>
                <ns0:pt idx="1842">
                  <ns0:v>18.7181585408</ns0:v>
                </ns0:pt>
                <ns0:pt idx="1843">
                  <ns0:v>12.1473723628</ns0:v>
                </ns0:pt>
                <ns0:pt idx="1844">
                  <ns0:v>-0.789745318893</ns0:v>
                </ns0:pt>
                <ns0:pt idx="1845">
                  <ns0:v>-12.1684010638</ns0:v>
                </ns0:pt>
                <ns0:pt idx="1846">
                  <ns0:v>-18.0381002457</ns0:v>
                </ns0:pt>
                <ns0:pt idx="1847">
                  <ns0:v>-16.8668613188</ns0:v>
                </ns0:pt>
                <ns0:pt idx="1848">
                  <ns0:v>-7.65267711361</ns0:v>
                </ns0:pt>
                <ns0:pt idx="1849">
                  <ns0:v>4.54410940011</ns0:v>
                </ns0:pt>
                <ns0:pt idx="1850">
                  <ns0:v>12.1777690663</ns0:v>
                </ns0:pt>
                <ns0:pt idx="1851">
                  <ns0:v>13.883813967</ns0:v>
                </ns0:pt>
                <ns0:pt idx="1852">
                  <ns0:v>8.68027298601</ns0:v>
                </ns0:pt>
                <ns0:pt idx="1853">
                  <ns0:v>-1.76858856406</ns0:v>
                </ns0:pt>
                <ns0:pt idx="1854">
                  <ns0:v>-10.0205144179</ns0:v>
                </ns0:pt>
                <ns0:pt idx="1855">
                  <ns0:v>-11.6739998609</ns0:v>
                </ns0:pt>
                <ns0:pt idx="1856">
                  <ns0:v>-8.90932866107</ns0:v>
                </ns0:pt>
                <ns0:pt idx="1857">
                  <ns0:v>-2.55423849328</ns0:v>
                </ns0:pt>
                <ns0:pt idx="1858">
                  <ns0:v>6.21289011323</ns0:v>
                </ns0:pt>
                <ns0:pt idx="1859">
                  <ns0:v>11.3930337235</ns0:v>
                </ns0:pt>
                <ns0:pt idx="1860">
                  <ns0:v>10.1325830242</ns0:v>
                </ns0:pt>
                <ns0:pt idx="1861">
                  <ns0:v>5.58292027542</ns0:v>
                </ns0:pt>
                <ns0:pt idx="1862">
                  <ns0:v>-0.510979456153</ns0:v>
                </ns0:pt>
                <ns0:pt idx="1863">
                  <ns0:v>-6.21795839496</ns0:v>
                </ns0:pt>
                <ns0:pt idx="1864">
                  <ns0:v>-7.90678341798</ns0:v>
                </ns0:pt>
                <ns0:pt idx="1865">
                  <ns0:v>-6.29492433763</ns0:v>
                </ns0:pt>
                <ns0:pt idx="1866">
                  <ns0:v>-2.3031797602</ns0:v>
                </ns0:pt>
                <ns0:pt idx="1867">
                  <ns0:v>2.49325145032</ns0:v>
                </ns0:pt>
                <ns0:pt idx="1868">
                  <ns0:v>6.38436443602</ns0:v>
                </ns0:pt>
                <ns0:pt idx="1869">
                  <ns0:v>6.77679061262</ns0:v>
                </ns0:pt>
                <ns0:pt idx="1870">
                  <ns0:v>4.06142593897</ns0:v>
                </ns0:pt>
                <ns0:pt idx="1871">
                  <ns0:v>-0.55126066963</ns0:v>
                </ns0:pt>
                <ns0:pt idx="1872">
                  <ns0:v>-8.14498404476</ns0:v>
                </ns0:pt>
                <ns0:pt idx="1873">
                  <ns0:v>-13.6514634204</ns0:v>
                </ns0:pt>
                <ns0:pt idx="1874">
                  <ns0:v>-11.175390531</ns0:v>
                </ns0:pt>
                <ns0:pt idx="1875">
                  <ns0:v>-1.46387361441</ns0:v>
                </ns0:pt>
                <ns0:pt idx="1876">
                  <ns0:v>7.4063598407</ns0:v>
                </ns0:pt>
                <ns0:pt idx="1877">
                  <ns0:v>11.467186103</ns0:v>
                </ns0:pt>
                <ns0:pt idx="1878">
                  <ns0:v>10.2389233145</ns0:v>
                </ns0:pt>
                <ns0:pt idx="1879">
                  <ns0:v>4.53365484408</ns0:v>
                </ns0:pt>
                <ns0:pt idx="1880">
                  <ns0:v>-2.34648129788</ns0:v>
                </ns0:pt>
                <ns0:pt idx="1881">
                  <ns0:v>-8.10757033041</ns0:v>
                </ns0:pt>
                <ns0:pt idx="1882">
                  <ns0:v>-10.6544076996</ns0:v>
                </ns0:pt>
                <ns0:pt idx="1883">
                  <ns0:v>-7.80508753243</ns0:v>
                </ns0:pt>
                <ns0:pt idx="1884">
                  <ns0:v>-1.1585383217</ns0:v>
                </ns0:pt>
                <ns0:pt idx="1885">
                  <ns0:v>5.15711296368</ns0:v>
                </ns0:pt>
                <ns0:pt idx="1886">
                  <ns0:v>8.35172387871</ns0:v>
                </ns0:pt>
                <ns0:pt idx="1887">
                  <ns0:v>8.39225374438</ns0:v>
                </ns0:pt>
                <ns0:pt idx="1888">
                  <ns0:v>5.18778574123</ns0:v>
                </ns0:pt>
                <ns0:pt idx="1889">
                  <ns0:v>-0.702083107604</ns0:v>
                </ns0:pt>
                <ns0:pt idx="1890">
                  <ns0:v>-6.59195074137</ns0:v>
                </ns0:pt>
                <ns0:pt idx="1891">
                  <ns0:v>-9.00864201211</ns0:v>
                </ns0:pt>
                <ns0:pt idx="1892">
                  <ns0:v>-6.64008685528</ns0:v>
                </ns0:pt>
                <ns0:pt idx="1893">
                  <ns0:v>1.27208353921</ns0:v>
                </ns0:pt>
                <ns0:pt idx="1894">
                  <ns0:v>7.0079065115</ns0:v>
                </ns0:pt>
                <ns0:pt idx="1895">
                  <ns0:v>6.55809844637</ns0:v>
                </ns0:pt>
                <ns0:pt idx="1896">
                  <ns0:v>5.06950440921</ns0:v>
                </ns0:pt>
                <ns0:pt idx="1897">
                  <ns0:v>1.67552883792</ns0:v>
                </ns0:pt>
                <ns0:pt idx="1898">
                  <ns0:v>-3.6570256182</ns0:v>
                </ns0:pt>
                <ns0:pt idx="1899">
                  <ns0:v>-5.82680961134</ns0:v>
                </ns0:pt>
                <ns0:pt idx="1900">
                  <ns0:v>-3.42012566588</ns0:v>
                </ns0:pt>
                <ns0:pt idx="1901">
                  <ns0:v>0.119542536914</ns0:v>
                </ns0:pt>
                <ns0:pt idx="1902">
                  <ns0:v>3.19303559943</ns0:v>
                </ns0:pt>
                <ns0:pt idx="1903">
                  <ns0:v>3.04401831732</ns0:v>
                </ns0:pt>
                <ns0:pt idx="1904">
                  <ns0:v>-2.09393051816</ns0:v>
                </ns0:pt>
                <ns0:pt idx="1905">
                  <ns0:v>-4.81913311231</ns0:v>
                </ns0:pt>
                <ns0:pt idx="1906">
                  <ns0:v>-2.89215686379</ns0:v>
                </ns0:pt>
                <ns0:pt idx="1907">
                  <ns0:v>-3.55057426894</ns0:v>
                </ns0:pt>
                <ns0:pt idx="1908">
                  <ns0:v>-7.61450035016</ns0:v>
                </ns0:pt>
                <ns0:pt idx="1909">
                  <ns0:v>-4.17903440445</ns0:v>
                </ns0:pt>
                <ns0:pt idx="1910">
                  <ns0:v>1.9886701282</ns0:v>
                </ns0:pt>
                <ns0:pt idx="1911">
                  <ns0:v>4.73313247529</ns0:v>
                </ns0:pt>
                <ns0:pt idx="1912">
                  <ns0:v>5.88176115404</ns0:v>
                </ns0:pt>
                <ns0:pt idx="1913">
                  <ns0:v>4.51912265334</ns0:v>
                </ns0:pt>
                <ns0:pt idx="1914">
                  <ns0:v>0.192752631101</ns0:v>
                </ns0:pt>
                <ns0:pt idx="1915">
                  <ns0:v>-3.67247324952</ns0:v>
                </ns0:pt>
                <ns0:pt idx="1916">
                  <ns0:v>-4.49291538776</ns0:v>
                </ns0:pt>
                <ns0:pt idx="1917">
                  <ns0:v>-2.76842733363</ns0:v>
                </ns0:pt>
                <ns0:pt idx="1918">
                  <ns0:v>-0.120494819881</ns0:v>
                </ns0:pt>
                <ns0:pt idx="1919">
                  <ns0:v>2.29291476199</ns0:v>
                </ns0:pt>
                <ns0:pt idx="1920">
                  <ns0:v>3.97899806877</ns0:v>
                </ns0:pt>
                <ns0:pt idx="1921">
                  <ns0:v>4.12704214813</ns0:v>
                </ns0:pt>
                <ns0:pt idx="1922">
                  <ns0:v>1.77031105697</ns0:v>
                </ns0:pt>
                <ns0:pt idx="1923">
                  <ns0:v>-3.7629695802</ns0:v>
                </ns0:pt>
                <ns0:pt idx="1924">
                  <ns0:v>-5.42254183652</ns0:v>
                </ns0:pt>
                <ns0:pt idx="1925">
                  <ns0:v>-2.66697851036</ns0:v>
                </ns0:pt>
                <ns0:pt idx="1926">
                  <ns0:v>-6.37359544288</ns0:v>
                </ns0:pt>
                <ns0:pt idx="1927">
                  <ns0:v>-12.9188799798</ns0:v>
                </ns0:pt>
                <ns0:pt idx="1928">
                  <ns0:v>-8.34234944795</ns0:v>
                </ns0:pt>
                <ns0:pt idx="1929">
                  <ns0:v>3.29576852831</ns0:v>
                </ns0:pt>
                <ns0:pt idx="1930">
                  <ns0:v>15.8837907457</ns0:v>
                </ns0:pt>
                <ns0:pt idx="1931">
                  <ns0:v>21.5530432198</ns0:v>
                </ns0:pt>
                <ns0:pt idx="1932">
                  <ns0:v>12.7337027124</ns0:v>
                </ns0:pt>
                <ns0:pt idx="1933">
                  <ns0:v>-3.76697662602</ns0:v>
                </ns0:pt>
                <ns0:pt idx="1934">
                  <ns0:v>-22.1278761112</ns0:v>
                </ns0:pt>
                <ns0:pt idx="1935">
                  <ns0:v>-38.3089805548</ns0:v>
                </ns0:pt>
                <ns0:pt idx="1936">
                  <ns0:v>-39.918755471</ns0:v>
                </ns0:pt>
                <ns0:pt idx="1937">
                  <ns0:v>-17.3352785659</ns0:v>
                </ns0:pt>
                <ns0:pt idx="1938">
                  <ns0:v>13.5168108481</ns0:v>
                </ns0:pt>
                <ns0:pt idx="1939">
                  <ns0:v>38.4450221489</ns0:v>
                </ns0:pt>
                <ns0:pt idx="1940">
                  <ns0:v>49.2015899033</ns0:v>
                </ns0:pt>
                <ns0:pt idx="1941">
                  <ns0:v>35.6859728898</ns0:v>
                </ns0:pt>
                <ns0:pt idx="1942">
                  <ns0:v>1.07821292519</ns0:v>
                </ns0:pt>
                <ns0:pt idx="1943">
                  <ns0:v>-31.5292031824</ns0:v>
                </ns0:pt>
                <ns0:pt idx="1944">
                  <ns0:v>-42.0037109919</ns0:v>
                </ns0:pt>
                <ns0:pt idx="1945">
                  <ns0:v>-32.5591724531</ns0:v>
                </ns0:pt>
                <ns0:pt idx="1946">
                  <ns0:v>-9.40853444675</ns0:v>
                </ns0:pt>
                <ns0:pt idx="1947">
                  <ns0:v>17.8298121756</ns0:v>
                </ns0:pt>
                <ns0:pt idx="1948">
                  <ns0:v>33.8322881678</ns0:v>
                </ns0:pt>
                <ns0:pt idx="1949">
                  <ns0:v>32.1385122853</ns0:v>
                </ns0:pt>
                <ns0:pt idx="1950">
                  <ns0:v>15.603468114</ns0:v>
                </ns0:pt>
                <ns0:pt idx="1951">
                  <ns0:v>-8.17413599579</ns0:v>
                </ns0:pt>
                <ns0:pt idx="1952">
                  <ns0:v>-26.3361748016</ns0:v>
                </ns0:pt>
                <ns0:pt idx="1953">
                  <ns0:v>-30.2480952972</ns0:v>
                </ns0:pt>
                <ns0:pt idx="1954">
                  <ns0:v>-21.5340970943</ns0:v>
                </ns0:pt>
                <ns0:pt idx="1955">
                  <ns0:v>-3.92384382838</ns0:v>
                </ns0:pt>
                <ns0:pt idx="1956">
                  <ns0:v>14.658925447</ns0:v>
                </ns0:pt>
                <ns0:pt idx="1957">
                  <ns0:v>24.2190520056</ns0:v>
                </ns0:pt>
                <ns0:pt idx="1958">
                  <ns0:v>23.1147118321</ns0:v>
                </ns0:pt>
                <ns0:pt idx="1959">
                  <ns0:v>11.7246358376</ns0:v>
                </ns0:pt>
                <ns0:pt idx="1960">
                  <ns0:v>-7.4111640247</ns0:v>
                </ns0:pt>
                <ns0:pt idx="1961">
                  <ns0:v>-26.2719652568</ns0:v>
                </ns0:pt>
                <ns0:pt idx="1962">
                  <ns0:v>-34.1188616456</ns0:v>
                </ns0:pt>
                <ns0:pt idx="1963">
                  <ns0:v>-22.8653265809</ns0:v>
                </ns0:pt>
                <ns0:pt idx="1964">
                  <ns0:v>-2.79954387171</ns0:v>
                </ns0:pt>
                <ns0:pt idx="1965">
                  <ns0:v>16.5708366827</ns0:v>
                </ns0:pt>
                <ns0:pt idx="1966">
                  <ns0:v>28.1411297212</ns0:v>
                </ns0:pt>
                <ns0:pt idx="1967">
                  <ns0:v>24.7432371704</ns0:v>
                </ns0:pt>
                <ns0:pt idx="1968">
                  <ns0:v>9.82647170211</ns0:v>
                </ns0:pt>
                <ns0:pt idx="1969">
                  <ns0:v>-7.79172072536</ns0:v>
                </ns0:pt>
                <ns0:pt idx="1970">
                  <ns0:v>-20.3735838355</ns0:v>
                </ns0:pt>
                <ns0:pt idx="1971">
                  <ns0:v>-22.0829514819</ns0:v>
                </ns0:pt>
                <ns0:pt idx="1972">
                  <ns0:v>-13.0319021527</ns0:v>
                </ns0:pt>
                <ns0:pt idx="1973">
                  <ns0:v>0.205606821696</ns0:v>
                </ns0:pt>
                <ns0:pt idx="1974">
                  <ns0:v>11.8867043946</ns0:v>
                </ns0:pt>
                <ns0:pt idx="1975">
                  <ns0:v>17.9693741643</ns0:v>
                </ns0:pt>
                <ns0:pt idx="1976">
                  <ns0:v>15.5526928446</ns0:v>
                </ns0:pt>
                <ns0:pt idx="1977">
                  <ns0:v>7.18445001957</ns0:v>
                </ns0:pt>
                <ns0:pt idx="1978">
                  <ns0:v>-4.8994126427</ns0:v>
                </ns0:pt>
                <ns0:pt idx="1979">
                  <ns0:v>-14.7657930723</ns0:v>
                </ns0:pt>
                <ns0:pt idx="1980">
                  <ns0:v>-18.9281212957</ns0:v>
                </ns0:pt>
                <ns0:pt idx="1981">
                  <ns0:v>-12.7048754168</ns0:v>
                </ns0:pt>
                <ns0:pt idx="1982">
                  <ns0:v>-0.980015004602</ns0:v>
                </ns0:pt>
                <ns0:pt idx="1983">
                  <ns0:v>10.0406206012</ns0:v>
                </ns0:pt>
                <ns0:pt idx="1984">
                  <ns0:v>15.4709080507</ns0:v>
                </ns0:pt>
                <ns0:pt idx="1985">
                  <ns0:v>10.7243337357</ns0:v>
                </ns0:pt>
                <ns0:pt idx="1986">
                  <ns0:v>-0.969891754431</ns0:v>
                </ns0:pt>
                <ns0:pt idx="1987">
                  <ns0:v>-8.30251489032</ns0:v>
                </ns0:pt>
                <ns0:pt idx="1988">
                  <ns0:v>-11.5218298099</ns0:v>
                </ns0:pt>
                <ns0:pt idx="1989">
                  <ns0:v>-11.2383660309</ns0:v>
                </ns0:pt>
                <ns0:pt idx="1990">
                  <ns0:v>-4.36615962826</ns0:v>
                </ns0:pt>
                <ns0:pt idx="1991">
                  <ns0:v>4.81599918834</ns0:v>
                </ns0:pt>
                <ns0:pt idx="1992">
                  <ns0:v>10.2016957215</ns0:v>
                </ns0:pt>
                <ns0:pt idx="1993">
                  <ns0:v>10.0474757975</ns0:v>
                </ns0:pt>
                <ns0:pt idx="1994">
                  <ns0:v>3.8462589922</ns0:v>
                </ns0:pt>
                <ns0:pt idx="1995">
                  <ns0:v>-3.43555418016</ns0:v>
                </ns0:pt>
                <ns0:pt idx="1996">
                  <ns0:v>-8.73373428351</ns0:v>
                </ns0:pt>
                <ns0:pt idx="1997">
                  <ns0:v>-10.7477954814</ns0:v>
                </ns0:pt>
              </ns0:numCache>
            </ns0:numRef>
          </ns0:yVal>
          <ns0:smooth val="0"/>
        </ns0:ser>
        <ns0:axId val="48650112"/>
        <ns0:axId val="48672768"/>
      </ns0:scatterChart>
      <ns0:valAx>
        <ns0:axId val="48672768"/>
        <ns0:scaling>
          <ns0:orientation val="minMax"/>
          <ns0:max val="200"/>
          <ns0:min val="-200"/>
        </ns0:scaling>
        <ns0:delete val="0"/>
        <ns0:axPos val="l"/>
        <ns0:majorGridlines>
          <ns0:spPr>
            <ns1:ln w="4763">
              <ns1:solidFill>
                <ns1:srgbClr val="D8D5CE"/>
              </ns1:solidFill>
              <ns1:prstDash val="solid"/>
            </ns1:ln>
          </ns0:spPr>
        </ns0:majorGridlines>
        <ns0:title>
          <ns0:tx>
            <ns0:rich>
              <ns1:bodyPr/>
              <ns1:lstStyle/>
              <ns1:p>
                <ns1:r>
                  <ns1:rPr sz="1425">
                    <ns1:latin typeface="Arial"/>
                    <ns1:ea typeface="Arial"/>
                    <ns1:cs typeface="Arial"/>
                  </ns1:rPr>
                  <ns1:t>Error (mV)</ns1:t>
                </ns1:r>
              </ns1:p>
            </ns0:rich>
          </ns0:tx>
          <ns0:overlay val="0"/>
          <ns0:txPr>
            <ns1:bodyPr anchorCtr="1"/>
            <ns1:lstStyle/>
            <ns1:p>
              <ns1:pPr>
                <ns1:defRPr sz="1425">
                  <ns1:latin typeface="Arial"/>
                  <ns1:ea typeface="Arial"/>
                  <ns1:cs typeface="Arial"/>
                </ns1:defRPr>
              </ns1:pPr>
            </ns1:p>
          </ns0:txPr>
        </ns0:title>
        <ns0:numFmt formatCode="0"/>
        <ns0:majorTickMark val="none"/>
        <ns0:minorTickMark val="none"/>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50112"/>
        <ns0:majorUnit val="200"/>
      </ns0:valAx>
      <ns0:valAx>
        <ns0:axId val="48650112"/>
        <ns0:scaling>
          <ns0:orientation val="minMax"/>
          <ns0:max val="3.3"/>
          <ns0:min val="0"/>
        </ns0:scaling>
        <ns0:delete val="0"/>
        <ns0:axPos val="b"/>
        <ns0:title>
          <ns0:tx>
            <ns0:rich>
              <ns1:bodyPr/>
              <ns1:lstStyle/>
              <ns1:p>
                <ns1:r>
                  <ns1:rPr sz="1425">
                    <ns1:latin typeface="Arial"/>
                    <ns1:ea typeface="Arial"/>
                    <ns1:cs typeface="Arial"/>
                  </ns1:rPr>
                  <ns1:t>Time after Initialization (s)</ns1:t>
                </ns1:r>
              </ns1:p>
            </ns0:rich>
          </ns0:tx>
          <ns0:overlay val="0"/>
          <ns0:txPr>
            <ns1:bodyPr anchorCtr="1"/>
            <ns1:lstStyle/>
            <ns1:p>
              <ns1:pPr>
                <ns1:defRPr sz="1425">
                  <ns1:latin typeface="Arial"/>
                  <ns1:ea typeface="Arial"/>
                  <ns1:cs typeface="Arial"/>
                </ns1:defRPr>
              </ns1:pPr>
            </ns1:p>
          </ns0:txPr>
        </ns0:title>
        <ns0:numFmt formatCode="0.0"/>
        <ns0:majorTickMark val="none"/>
        <ns0:minorTickMark val="none"/>
        <ns0:tickLblPos val="low"/>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72768"/>
        <ns0:majorUnit val="1"/>
      </ns0:valAx>
      <ns0:spPr>
        <ns1:solidFill>
          <ns1:srgbClr val="F5F3EF"/>
        </ns1:solidFill>
        <ns1:ln w="0">
          <ns1:noFill/>
          <ns1:prstDash val="solid"/>
        </ns1:ln>
      </ns0:spPr>
    </ns0:plotArea>
    <ns0:plotVisOnly val="1"/>
  </ns0:chart>
  <ns0:spPr>
    <ns1:solidFill>
      <ns1:srgbClr val="F5F3EF"/>
    </ns1:solidFill>
    <ns1:ln w="0">
      <ns1:noFill/>
      <ns1:prstDash val="solid"/>
    </ns1:ln>
  </ns0:spPr>
  <ns0:externalData r:id="rIdChartSnapshot1">
    <ns0:autoUpdate val="0"/>
  </ns0:externalData>
</ns0:chartSpace>
</file>

<file path=ppt/slides/charts/chart5.xml><?xml version="1.0" encoding="utf-8"?>
<ns0:chartSpace xmlns:ns0="http://schemas.openxmlformats.org/drawingml/2006/chart" xmlns:ns1="http://schemas.openxmlformats.org/drawingml/2006/main" xmlns:ns2="http://schemas.openxmlformats.org/officeDocument/2006/relationships">
  <ns0:lang val="en-US"/>
  <ns0:chart>
    <ns0:title>
      <ns0:tx>
        <ns0:rich>
          <ns1:bodyPr/>
          <ns1:lstStyle/>
          <ns1:p>
            <ns1:r>
              <ns1:rPr sz="1800">
                <ns1:solidFill>
                  <ns1:srgbClr val="1C1C1C"/>
                </ns1:solidFill>
                <ns1:latin typeface="Arial"/>
                <ns1:ea typeface="Arial"/>
                <ns1:cs typeface="Arial"/>
              </ns1:rPr>
              <ns1:t>Validation MSE at Recorded Checkpoints</ns1:t>
            </ns1:r>
          </ns1:p>
        </ns0:rich>
      </ns0:tx>
      <ns0:overlay val="0"/>
      <ns0:txPr>
        <ns1:bodyPr anchorCtr="1"/>
        <ns1:lstStyle/>
        <ns1:p>
          <ns1:pPr>
            <ns1:defRPr sz="1800">
              <ns1:solidFill>
                <ns1:srgbClr val="1C1C1C"/>
              </ns1:solidFill>
              <ns1:latin typeface="Arial"/>
              <ns1:ea typeface="Arial"/>
              <ns1:cs typeface="Arial"/>
            </ns1:defRPr>
          </ns1:pPr>
        </ns1:p>
      </ns0:txPr>
    </ns0:title>
    <ns0:plotArea>
      <ns0:scatterChart>
        <ns0:scatterStyle val="line"/>
        <ns0:varyColors val="0"/>
        <ns0:ser>
          <ns0:idx val="0"/>
          <ns0:order val="0"/>
          <ns0:tx>
            <ns0:v>Neural ODE</ns0:v>
          </ns0:tx>
          <ns0:spPr>
            <ns1:ln w="19050">
              <ns1:solidFill>
                <ns1:srgbClr val="946E24"/>
              </ns1:solidFill>
              <ns1:prstDash val="solid"/>
            </ns1:ln>
          </ns0:spPr>
          <ns0:marker>
            <ns0:symbol val="none"/>
          </ns0:marker>
          <ns0:xVal>
            <ns0:numRef>
              <ns0:f>'Chart Data'!$A$2:$A$8</ns0:f>
              <ns0:numCache>
                <ns0:formatCode>General</ns0:formatCode>
                <ns0:ptCount val="7"/>
                <ns0:pt idx="0">
                  <ns0:v>1</ns0:v>
                </ns0:pt>
                <ns0:pt idx="1">
                  <ns0:v>20</ns0:v>
                </ns0:pt>
                <ns0:pt idx="2">
                  <ns0:v>40</ns0:v>
                </ns0:pt>
                <ns0:pt idx="3">
                  <ns0:v>60</ns0:v>
                </ns0:pt>
                <ns0:pt idx="4">
                  <ns0:v>80</ns0:v>
                </ns0:pt>
                <ns0:pt idx="5">
                  <ns0:v>100</ns0:v>
                </ns0:pt>
                <ns0:pt idx="6">
                  <ns0:v>120</ns0:v>
                </ns0:pt>
              </ns0:numCache>
            </ns0:numRef>
          </ns0:xVal>
          <ns0:yVal>
            <ns0:numRef>
              <ns0:f>'Chart Data'!$B$2:$B$8</ns0:f>
              <ns0:numCache>
                <ns0:formatCode>0.00</ns0:formatCode>
                <ns0:ptCount val="7"/>
                <ns0:pt idx="0">
                  <ns0:v>0.0625871893797</ns0:v>
                </ns0:pt>
                <ns0:pt idx="1">
                  <ns0:v>0.0331219731619</ns0:v>
                </ns0:pt>
                <ns0:pt idx="2">
                  <ns0:v>0.0140998252865</ns0:v>
                </ns0:pt>
                <ns0:pt idx="3">
                  <ns0:v>0.009465008599</ns0:v>
                </ns0:pt>
                <ns0:pt idx="4">
                  <ns0:v>0.00756965309261</ns0:v>
                </ns0:pt>
                <ns0:pt idx="5">
                  <ns0:v>0.0111173016714</ns0:v>
                </ns0:pt>
                <ns0:pt idx="6">
                  <ns0:v>0.00542615859787</ns0:v>
                </ns0:pt>
              </ns0:numCache>
            </ns0:numRef>
          </ns0:yVal>
          <ns0:smooth val="0"/>
        </ns0:ser>
        <ns0:ser>
          <ns0:idx val="1"/>
          <ns0:order val="1"/>
          <ns0:tx>
            <ns0:v>Augmented Neural ODE</ns0:v>
          </ns0:tx>
          <ns0:spPr>
            <ns1:ln w="23813">
              <ns1:solidFill>
                <ns1:srgbClr val="A4343A"/>
              </ns1:solidFill>
              <ns1:prstDash val="dash"/>
            </ns1:ln>
          </ns0:spPr>
          <ns0:marker>
            <ns0:symbol val="none"/>
          </ns0:marker>
          <ns0:xVal>
            <ns0:numRef>
              <ns0:f>'Chart Data'!$C$2:$C$8</ns0:f>
              <ns0:numCache>
                <ns0:formatCode>General</ns0:formatCode>
                <ns0:ptCount val="7"/>
                <ns0:pt idx="0">
                  <ns0:v>1</ns0:v>
                </ns0:pt>
                <ns0:pt idx="1">
                  <ns0:v>20</ns0:v>
                </ns0:pt>
                <ns0:pt idx="2">
                  <ns0:v>40</ns0:v>
                </ns0:pt>
                <ns0:pt idx="3">
                  <ns0:v>60</ns0:v>
                </ns0:pt>
                <ns0:pt idx="4">
                  <ns0:v>80</ns0:v>
                </ns0:pt>
                <ns0:pt idx="5">
                  <ns0:v>100</ns0:v>
                </ns0:pt>
                <ns0:pt idx="6">
                  <ns0:v>120</ns0:v>
                </ns0:pt>
              </ns0:numCache>
            </ns0:numRef>
          </ns0:xVal>
          <ns0:yVal>
            <ns0:numRef>
              <ns0:f>'Chart Data'!$D$2:$D$8</ns0:f>
              <ns0:numCache>
                <ns0:formatCode>0.00</ns0:formatCode>
                <ns0:ptCount val="7"/>
                <ns0:pt idx="0">
                  <ns0:v>0.0620048280924</ns0:v>
                </ns0:pt>
                <ns0:pt idx="1">
                  <ns0:v>0.0403587446255</ns0:v>
                </ns0:pt>
                <ns0:pt idx="2">
                  <ns0:v>0.0195961855914</ns0:v>
                </ns0:pt>
                <ns0:pt idx="3">
                  <ns0:v>0.0145417259251</ns0:v>
                </ns0:pt>
                <ns0:pt idx="4">
                  <ns0:v>0.00757341016272</ns0:v>
                </ns0:pt>
                <ns0:pt idx="5">
                  <ns0:v>0.0101296042257</ns0:v>
                </ns0:pt>
                <ns0:pt idx="6">
                  <ns0:v>0.00457287312762</ns0:v>
                </ns0:pt>
              </ns0:numCache>
            </ns0:numRef>
          </ns0:yVal>
          <ns0:smooth val="0"/>
        </ns0:ser>
        <ns0:dLbls>
          <ns0:txPr>
            <ns1:bodyPr anchorCtr="1"/>
            <ns1:lstStyle/>
            <ns1:p>
              <ns1:pPr>
                <ns1:defRPr>
                  <ns1:latin typeface="Arial"/>
                  <ns1:ea typeface="Arial"/>
                  <ns1:cs typeface="Arial"/>
                </ns1:defRPr>
              </ns1:pPr>
            </ns1:p>
          </ns0:txPr>
          <ns0:showLegendKey val="0"/>
          <ns0:showVal val="0"/>
          <ns0:showCatName val="0"/>
          <ns0:showSerName val="0"/>
          <ns0:showPercent val="0"/>
          <ns0:showBubbleSize val="0"/>
          <ns0:showLeaderLines val="0"/>
        </ns0:dLbls>
        <ns0:axId val="48650112"/>
        <ns0:axId val="48672768"/>
      </ns0:scatterChart>
      <ns0:valAx>
        <ns0:axId val="48672768"/>
        <ns0:scaling>
          <ns0:orientation val="minMax"/>
          <ns0:max val="0.08"/>
          <ns0:min val="0"/>
        </ns0:scaling>
        <ns0:delete val="0"/>
        <ns0:axPos val="l"/>
        <ns0:majorGridlines>
          <ns0:spPr>
            <ns1:ln w="4763">
              <ns1:solidFill>
                <ns1:srgbClr val="DDDBD5"/>
              </ns1:solidFill>
              <ns1:prstDash val="solid"/>
            </ns1:ln>
          </ns0:spPr>
        </ns0:majorGridlines>
        <ns0:title>
          <ns0:tx>
            <ns0:rich>
              <ns1:bodyPr/>
              <ns1:lstStyle/>
              <ns1:p>
                <ns1:r>
                  <ns1:rPr sz="1500">
                    <ns1:latin typeface="Arial"/>
                    <ns1:ea typeface="Arial"/>
                    <ns1:cs typeface="Arial"/>
                  </ns1:rPr>
                  <ns1:t>Normalized MSE</ns1:t>
                </ns1:r>
              </ns1:p>
            </ns0:rich>
          </ns0:tx>
          <ns0:overlay val="0"/>
          <ns0:txPr>
            <ns1:bodyPr anchorCtr="1"/>
            <ns1:lstStyle/>
            <ns1:p>
              <ns1:pPr>
                <ns1:defRPr sz="1500">
                  <ns1:latin typeface="Arial"/>
                  <ns1:ea typeface="Arial"/>
                  <ns1:cs typeface="Arial"/>
                </ns1:defRPr>
              </ns1:pPr>
            </ns1:p>
          </ns0:txPr>
        </ns0:title>
        <ns0:numFmt formatCode="0.00"/>
        <ns0:majorTickMark val="none"/>
        <ns0:minorTickMark val="none"/>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50112"/>
        <ns0:majorUnit val="0.02"/>
      </ns0:valAx>
      <ns0:valAx>
        <ns0:axId val="48650112"/>
        <ns0:scaling>
          <ns0:orientation val="minMax"/>
          <ns0:max val="120"/>
          <ns0:min val="0"/>
        </ns0:scaling>
        <ns0:delete val="0"/>
        <ns0:axPos val="b"/>
        <ns0:title>
          <ns0:tx>
            <ns0:rich>
              <ns1:bodyPr/>
              <ns1:lstStyle/>
              <ns1:p>
                <ns1:r>
                  <ns1:rPr sz="1500">
                    <ns1:latin typeface="Arial"/>
                    <ns1:ea typeface="Arial"/>
                    <ns1:cs typeface="Arial"/>
                  </ns1:rPr>
                  <ns1:t>Adam Update</ns1:t>
                </ns1:r>
              </ns1:p>
            </ns0:rich>
          </ns0:tx>
          <ns0:overlay val="0"/>
          <ns0:txPr>
            <ns1:bodyPr anchorCtr="1"/>
            <ns1:lstStyle/>
            <ns1:p>
              <ns1:pPr>
                <ns1:defRPr sz="1500">
                  <ns1:latin typeface="Arial"/>
                  <ns1:ea typeface="Arial"/>
                  <ns1:cs typeface="Arial"/>
                </ns1:defRPr>
              </ns1:pPr>
            </ns1:p>
          </ns0:txPr>
        </ns0:title>
        <ns0:numFmt formatCode="0"/>
        <ns0:majorTickMark val="none"/>
        <ns0:minorTickMark val="none"/>
        <ns0:tickLblPos val="low"/>
        <ns0:spPr>
          <ns1:ln w="9525">
            <ns1:solidFill>
              <ns1:srgbClr val="777777"/>
            </ns1:solidFill>
            <ns1:prstDash val="solid"/>
          </ns1:ln>
        </ns0:spPr>
        <ns0:txPr>
          <ns1:bodyPr anchorCtr="1"/>
          <ns1:lstStyle/>
          <ns1:p>
            <ns1:pPr>
              <ns1:defRPr sz="1350">
                <ns1:solidFill>
                  <ns1:srgbClr val="666666"/>
                </ns1:solidFill>
                <ns1:latin typeface="Arial"/>
                <ns1:ea typeface="Arial"/>
                <ns1:cs typeface="Arial"/>
              </ns1:defRPr>
            </ns1:pPr>
          </ns1:p>
        </ns0:txPr>
        <ns0:crossAx val="48672768"/>
        <ns0:majorUnit val="20"/>
      </ns0:valAx>
      <ns0:spPr>
        <ns1:solidFill>
          <ns1:srgbClr val="F5F3EF"/>
        </ns1:solidFill>
        <ns1:ln w="0">
          <ns1:noFill/>
          <ns1:prstDash val="solid"/>
        </ns1:ln>
      </ns0:spPr>
    </ns0:plotArea>
    <ns0:legend>
      <ns0:legendPos val="b"/>
      <ns0:overlay val="0"/>
      <ns0:txPr>
        <ns1:bodyPr anchorCtr="1"/>
        <ns1:lstStyle/>
        <ns1:p>
          <ns1:pPr>
            <ns1:defRPr sz="1425">
              <ns1:solidFill>
                <ns1:srgbClr val="1C1C1C"/>
              </ns1:solidFill>
              <ns1:latin typeface="Arial"/>
              <ns1:ea typeface="Arial"/>
              <ns1:cs typeface="Arial"/>
            </ns1:defRPr>
          </ns1:pPr>
        </ns1:p>
      </ns0:txPr>
    </ns0:legend>
    <ns0:plotVisOnly val="1"/>
  </ns0:chart>
  <ns0:spPr>
    <ns1:solidFill>
      <ns1:srgbClr val="F5F3EF"/>
    </ns1:solidFill>
    <ns1:ln w="0">
      <ns1:noFill/>
      <ns1:prstDash val="solid"/>
    </ns1:ln>
  </ns0:spPr>
  <ns0:externalData ns2:id="rIdOriginalWorkbook">
    <ns0:autoUpdate val="0"/>
  </ns0:externalData>
</ns0: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B4A00BA-B442-AC46-A209-60010293B6A8}"/>
              </a:ext>
            </a:extLst>
          </p:cNvPr>
          <p:cNvSpPr>
            <a:spLocks xmlns:a="http://schemas.openxmlformats.org/drawingml/2006/main" noGrp="1"/>
          </p:cNvSpPr>
          <p:nvPr>
            <p:ph type="ctrTitle" idx="0"/>
          </p:nvPr>
        </p:nvSpPr>
        <p:spPr>
          <a:xfrm xmlns:a="http://schemas.openxmlformats.org/drawingml/2006/main">
            <a:off x="630936" y="3524250"/>
            <a:ext cx="5128070" cy="762000"/>
          </a:xfrm>
        </p:spPr>
        <p:txBody>
          <a:bodyPr xmlns:a="http://schemas.openxmlformats.org/drawingml/2006/main" lIns="0" tIns="0" rIns="0" bIns="0" anchor="t">
            <a:noAutofit/>
          </a:bodyPr>
          <a:lstStyle xmlns:a="http://schemas.openxmlformats.org/drawingml/2006/main">
            <a:defPPr>
              <a:defRPr sz="4000">
                <a:solidFill>
                  <a:srgbClr val="E0D5C0"/>
                </a:solidFill>
                <a:latin typeface="Arial"/>
                <a:ea typeface="Arial"/>
                <a:cs typeface="Arial"/>
              </a:defRPr>
            </a:defPPr>
          </a:lstStyle>
          <a:p xmlns:a="http://schemas.openxmlformats.org/drawingml/2006/main">
            <a:pPr>
              <a:buNone/>
              <a:defRPr sz="4000">
                <a:solidFill>
                  <a:srgbClr val="E0D5C0"/>
                </a:solidFill>
                <a:latin typeface="Arial"/>
                <a:ea typeface="Arial"/>
                <a:cs typeface="Arial"/>
              </a:defRPr>
            </a:pPr>
            <a:r>
              <a:rPr sz="4000">
                <a:solidFill>
                  <a:srgbClr val="E0D5C0"/>
                </a:solidFill>
                <a:latin typeface="Arial"/>
                <a:ea typeface="Arial"/>
                <a:cs typeface="Arial"/>
              </a:rPr>
              <a:t>Neural ODEs</a:t>
            </a:r>
            <a:endParaRPr/>
          </a:p>
        </p:txBody>
      </p:sp>
      <p:sp>
        <p:nvSpPr>
          <p:cNvPr id="5" name="author">
            <a:extLst xmlns:a="http://schemas.openxmlformats.org/drawingml/2006/main">
              <a:ext uri="{FF2B5EF4-FFF2-40B4-BE49-F238E27FC236}">
                <a16:creationId xmlns:a16="http://schemas.microsoft.com/office/drawing/2014/main" id="{D66DE510-8D0C-48BA-A6EB-492FB3E22C87}"/>
              </a:ext>
            </a:extLst>
          </p:cNvPr>
          <p:cNvSpPr>
            <a:spLocks xmlns:a="http://schemas.openxmlformats.org/drawingml/2006/main" noGrp="1"/>
          </p:cNvSpPr>
          <p:nvPr/>
        </p:nvSpPr>
        <p:spPr>
          <a:xfrm xmlns:a="http://schemas.openxmlformats.org/drawingml/2006/main">
            <a:off x="630936" y="51625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FFFFFF"/>
                </a:solidFill>
                <a:latin typeface="Arial"/>
                <a:ea typeface="Arial"/>
                <a:cs typeface="Arial"/>
              </a:defRPr>
            </a:defPPr>
          </a:lstStyle>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Blaine Swieder</a:t>
            </a:r>
          </a:p>
        </p:txBody>
      </p:sp>
      <p:sp>
        <p:nvSpPr>
          <p:cNvPr id="6" name="cover-subtitle">
            <a:extLst xmlns:a="http://schemas.openxmlformats.org/drawingml/2006/main">
              <a:ext uri="{FF2B5EF4-FFF2-40B4-BE49-F238E27FC236}">
                <a16:creationId xmlns:a16="http://schemas.microsoft.com/office/drawing/2014/main" id="{F7901409-4912-49DE-B4C3-5200D8866113}"/>
              </a:ext>
            </a:extLst>
          </p:cNvPr>
          <p:cNvSpPr>
            <a:spLocks xmlns:a="http://schemas.openxmlformats.org/drawingml/2006/main" noGrp="1"/>
          </p:cNvSpPr>
          <p:nvPr/>
        </p:nvSpPr>
        <p:spPr>
          <a:xfrm xmlns:a="http://schemas.openxmlformats.org/drawingml/2006/main">
            <a:off x="630936" y="4448175"/>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a:solidFill>
                  <a:srgbClr val="FFFFFF"/>
                </a:solidFill>
                <a:latin typeface="Arial"/>
                <a:ea typeface="Arial"/>
                <a:cs typeface="Arial"/>
              </a:defRPr>
            </a:defPPr>
          </a:lstStyle>
          <a:p xmlns:a="http://schemas.openxmlformats.org/drawingml/2006/main">
            <a:pPr>
              <a:buNone/>
              <a:defRPr sz="2250">
                <a:solidFill>
                  <a:srgbClr val="FFFFFF"/>
                </a:solidFill>
                <a:latin typeface="Arial"/>
                <a:ea typeface="Arial"/>
                <a:cs typeface="Arial"/>
              </a:defRPr>
            </a:pPr>
            <a:r>
              <a:rPr sz="2250">
                <a:solidFill>
                  <a:srgbClr val="FFFFFF"/>
                </a:solidFill>
                <a:latin typeface="Arial"/>
                <a:ea typeface="Arial"/>
                <a:cs typeface="Arial"/>
              </a:rPr>
              <a:t>Dynamic Surrogate Modeling</a:t>
            </a:r>
          </a:p>
        </p:txBody>
      </p:sp>
      <p:sp>
        <p:nvSpPr>
          <p:cNvPr id="7" name="course">
            <a:extLst xmlns:a="http://schemas.openxmlformats.org/drawingml/2006/main">
              <a:ext uri="{FF2B5EF4-FFF2-40B4-BE49-F238E27FC236}">
                <a16:creationId xmlns:a16="http://schemas.microsoft.com/office/drawing/2014/main" id="{7EBDB097-51B6-43E3-B74D-FE53FC2B7658}"/>
              </a:ext>
            </a:extLst>
          </p:cNvPr>
          <p:cNvSpPr>
            <a:spLocks xmlns:a="http://schemas.openxmlformats.org/drawingml/2006/main" noGrp="1"/>
          </p:cNvSpPr>
          <p:nvPr/>
        </p:nvSpPr>
        <p:spPr>
          <a:xfrm xmlns:a="http://schemas.openxmlformats.org/drawingml/2006/main">
            <a:off x="630936" y="5600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FFFFFF"/>
                </a:solidFill>
                <a:latin typeface="Arial"/>
                <a:ea typeface="Arial"/>
                <a:cs typeface="Arial"/>
              </a:defRPr>
            </a:defPPr>
          </a:lstStyle>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CS 8395-04</a:t>
            </a:r>
          </a:p>
        </p:txBody>
      </p:sp>
    </p:spTree>
    <p:extLst>
      <p:ext uri="{BB962C8B-B14F-4D97-AF65-F5344CB8AC3E}">
        <p14:creationId xmlns:p14="http://schemas.microsoft.com/office/powerpoint/2010/main" val="230617527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1FFB2A7-291B-42A9-9B94-029C58CDA0E5}"/>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What Is a Neural ODE?</a:t>
            </a:r>
          </a:p>
        </p:txBody>
      </p:sp>
      <p:sp>
        <p:nvSpPr>
          <p:cNvPr id="2" name="slide-number">
            <a:extLst xmlns:a="http://schemas.openxmlformats.org/drawingml/2006/main">
              <a:ext uri="{FF2B5EF4-FFF2-40B4-BE49-F238E27FC236}">
                <a16:creationId xmlns:a16="http://schemas.microsoft.com/office/drawing/2014/main" id="{F03576C5-86A5-45BE-8165-1468DCA72DD2}"/>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a:t>
            </a:r>
          </a:p>
        </p:txBody>
      </p:sp>
      <p:sp>
        <p:nvSpPr>
          <p:cNvPr id="3" name="definition">
            <a:extLst xmlns:a="http://schemas.openxmlformats.org/drawingml/2006/main">
              <a:ext uri="{FF2B5EF4-FFF2-40B4-BE49-F238E27FC236}">
                <a16:creationId xmlns:a16="http://schemas.microsoft.com/office/drawing/2014/main" id="{3E011323-0AB3-4FB2-AE94-AD44B97049A8}"/>
              </a:ext>
            </a:extLst>
          </p:cNvPr>
          <p:cNvSpPr>
            <a:spLocks xmlns:a="http://schemas.openxmlformats.org/drawingml/2006/main" noGrp="1"/>
          </p:cNvSpPr>
          <p:nvPr/>
        </p:nvSpPr>
        <p:spPr>
          <a:xfrm xmlns:a="http://schemas.openxmlformats.org/drawingml/2006/main">
            <a:off x="590550" y="1428750"/>
            <a:ext cx="10706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a:solidFill>
                  <a:srgbClr val="1C1C1C"/>
                </a:solidFill>
                <a:latin typeface="Arial"/>
                <a:ea typeface="Arial"/>
                <a:cs typeface="Arial"/>
              </a:defRPr>
            </a:defPPr>
          </a:lstStyle>
          <a:p xmlns:a="http://schemas.openxmlformats.org/drawingml/2006/main">
            <a:pPr>
              <a:buNone/>
              <a:defRPr sz="2250">
                <a:solidFill>
                  <a:srgbClr val="1C1C1C"/>
                </a:solidFill>
                <a:latin typeface="Arial"/>
                <a:ea typeface="Arial"/>
                <a:cs typeface="Arial"/>
              </a:defRPr>
            </a:pPr>
            <a:r>
              <a:rPr sz="2250">
                <a:solidFill>
                  <a:srgbClr val="1C1C1C"/>
                </a:solidFill>
                <a:latin typeface="Arial"/>
                <a:ea typeface="Arial"/>
                <a:cs typeface="Arial"/>
              </a:rPr>
              <a:t>A neural network represents a differential equation’s right-hand side.</a:t>
            </a:r>
          </a:p>
        </p:txBody>
      </p:sp>
      <p:pic>
        <p:nvPicPr>
          <p:cNvPr id="4" name="">
            <a:extLst xmlns:a="http://schemas.openxmlformats.org/drawingml/2006/main">
              <a:ext uri="{FF2B5EF4-FFF2-40B4-BE49-F238E27FC236}">
                <a16:creationId xmlns:a16="http://schemas.microsoft.com/office/drawing/2014/main" id="{B1C62AD5-0800-4125-B3DD-089853F965A2}"/>
              </a:ext>
            </a:extLst>
          </p:cNvPr>
          <p:cNvPicPr>
            <a:picLocks xmlns:a="http://schemas.openxmlformats.org/drawingml/2006/main" noChangeAspect="1"/>
          </p:cNvPicPr>
          <p:nvPr/>
        </p:nvPicPr>
        <p:blipFill>
          <a:blip xmlns:r="http://schemas.openxmlformats.org/officeDocument/2006/relationships" xmlns:a="http://schemas.openxmlformats.org/drawingml/2006/main" r:embed="R085814b7faf54e81">
            <a:extLst>
              <a:ext uri="{96DAC541-7B7A-43D3-8B79-37D633B846F1}">
                <asvg:svgBlip xmlns:asvg="http://schemas.microsoft.com/office/drawing/2016/SVG/main" r:embed="R4402ddde01c34cdd"/>
              </a:ext>
            </a:extLst>
          </a:blip>
          <a:stretch xmlns:a="http://schemas.openxmlformats.org/drawingml/2006/main"/>
        </p:blipFill>
        <p:spPr>
          <a:xfrm xmlns:a="http://schemas.openxmlformats.org/drawingml/2006/main">
            <a:off x="2995345" y="2333625"/>
            <a:ext cx="5896509" cy="1000125"/>
          </a:xfrm>
          <a:prstGeom xmlns:a="http://schemas.openxmlformats.org/drawingml/2006/main" prst="rect">
            <a:avLst/>
          </a:prstGeom>
        </p:spPr>
      </p:pic>
      <p:sp>
        <p:nvSpPr>
          <p:cNvPr id="5" name="body">
            <a:extLst xmlns:a="http://schemas.openxmlformats.org/drawingml/2006/main">
              <a:ext uri="{FF2B5EF4-FFF2-40B4-BE49-F238E27FC236}">
                <a16:creationId xmlns:a16="http://schemas.microsoft.com/office/drawing/2014/main" id="{39C8B36D-0E69-407F-B0AC-020B35A0586A}"/>
              </a:ext>
            </a:extLst>
          </p:cNvPr>
          <p:cNvSpPr>
            <a:spLocks xmlns:a="http://schemas.openxmlformats.org/drawingml/2006/main" noGrp="1"/>
          </p:cNvSpPr>
          <p:nvPr/>
        </p:nvSpPr>
        <p:spPr>
          <a:xfrm xmlns:a="http://schemas.openxmlformats.org/drawingml/2006/main">
            <a:off x="590550" y="3724275"/>
            <a:ext cx="107061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marL="228600" indent="-127000">
              <a:spcAft>
                <a:spcPts val="1300"/>
              </a:spcAft>
              <a:buChar char="•"/>
              <a:defRPr sz="2100">
                <a:solidFill>
                  <a:srgbClr val="1C1C1C"/>
                </a:solidFill>
                <a:latin typeface="Arial"/>
                <a:ea typeface="Arial"/>
                <a:cs typeface="Arial"/>
              </a:defRPr>
            </a:pPr>
            <a:r>
              <a:rPr sz="2100">
                <a:solidFill>
                  <a:srgbClr val="1C1C1C"/>
                </a:solidFill>
                <a:latin typeface="Arial"/>
                <a:ea typeface="Arial"/>
                <a:cs typeface="Arial"/>
              </a:rPr>
              <a:t>The state x describes the system at time t.</a:t>
            </a:r>
          </a:p>
          <a:p xmlns:a="http://schemas.openxmlformats.org/drawingml/2006/main">
            <a:pPr marL="228600" indent="-127000">
              <a:spcAft>
                <a:spcPts val="1300"/>
              </a:spcAft>
              <a:buChar char="•"/>
              <a:defRPr sz="2100">
                <a:solidFill>
                  <a:srgbClr val="1C1C1C"/>
                </a:solidFill>
                <a:latin typeface="Arial"/>
                <a:ea typeface="Arial"/>
                <a:cs typeface="Arial"/>
              </a:defRPr>
            </a:pPr>
            <a:r>
              <a:rPr sz="2100">
                <a:solidFill>
                  <a:srgbClr val="1C1C1C"/>
                </a:solidFill>
                <a:latin typeface="Arial"/>
                <a:ea typeface="Arial"/>
                <a:cs typeface="Arial"/>
              </a:rPr>
              <a:t>The network fθ predicts how that state changes.</a:t>
            </a:r>
          </a:p>
          <a:p xmlns:a="http://schemas.openxmlformats.org/drawingml/2006/main">
            <a:pPr marL="228600" indent="-127000">
              <a:spcAft>
                <a:spcPts val="1300"/>
              </a:spcAft>
              <a:buChar char="•"/>
              <a:defRPr sz="2100">
                <a:solidFill>
                  <a:srgbClr val="1C1C1C"/>
                </a:solidFill>
                <a:latin typeface="Arial"/>
                <a:ea typeface="Arial"/>
                <a:cs typeface="Arial"/>
              </a:defRPr>
            </a:pPr>
            <a:r>
              <a:rPr sz="2100">
                <a:solidFill>
                  <a:srgbClr val="1C1C1C"/>
                </a:solidFill>
                <a:latin typeface="Arial"/>
                <a:ea typeface="Arial"/>
                <a:cs typeface="Arial"/>
              </a:rPr>
              <a:t>The initial state and an ODE solver determine the trajectory.</a:t>
            </a:r>
          </a:p>
          <a:p xmlns:a="http://schemas.openxmlformats.org/drawingml/2006/main">
            <a:pPr marL="228600" indent="-127000">
              <a:spcAft>
                <a:spcPts val="1300"/>
              </a:spcAft>
              <a:buChar char="•"/>
              <a:defRPr sz="2100">
                <a:solidFill>
                  <a:srgbClr val="1C1C1C"/>
                </a:solidFill>
                <a:latin typeface="Arial"/>
                <a:ea typeface="Arial"/>
                <a:cs typeface="Arial"/>
              </a:defRPr>
            </a:pPr>
            <a:r>
              <a:rPr sz="2100">
                <a:solidFill>
                  <a:srgbClr val="1C1C1C"/>
                </a:solidFill>
                <a:latin typeface="Arial"/>
                <a:ea typeface="Arial"/>
                <a:cs typeface="Arial"/>
              </a:rPr>
              <a:t>In physical models t is time. In feature models it can represent network depth.</a:t>
            </a:r>
          </a:p>
        </p:txBody>
      </p:sp>
    </p:spTree>
    <p:extLst>
      <p:ext uri="{BB962C8B-B14F-4D97-AF65-F5344CB8AC3E}">
        <p14:creationId xmlns:p14="http://schemas.microsoft.com/office/powerpoint/2010/main" val="157861009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4E65396-7C59-490D-9E1B-9D384DA15BC5}"/>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Continuous Depth and Residual Networks</a:t>
            </a:r>
          </a:p>
        </p:txBody>
      </p:sp>
      <p:sp>
        <p:nvSpPr>
          <p:cNvPr id="2" name="slide-number">
            <a:extLst xmlns:a="http://schemas.openxmlformats.org/drawingml/2006/main">
              <a:ext uri="{FF2B5EF4-FFF2-40B4-BE49-F238E27FC236}">
                <a16:creationId xmlns:a16="http://schemas.microsoft.com/office/drawing/2014/main" id="{CA2BFF96-4557-4E3A-B6C2-A44F13486D54}"/>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3</a:t>
            </a:r>
          </a:p>
        </p:txBody>
      </p:sp>
      <p:pic>
        <p:nvPicPr>
          <p:cNvPr id="3" name="">
            <a:extLst xmlns:a="http://schemas.openxmlformats.org/drawingml/2006/main">
              <a:ext uri="{FF2B5EF4-FFF2-40B4-BE49-F238E27FC236}">
                <a16:creationId xmlns:a16="http://schemas.microsoft.com/office/drawing/2014/main" id="{6105E1BB-4807-45E1-AD3C-F6DD56E23418}"/>
              </a:ext>
            </a:extLst>
          </p:cNvPr>
          <p:cNvPicPr>
            <a:picLocks xmlns:a="http://schemas.openxmlformats.org/drawingml/2006/main" noChangeAspect="1"/>
          </p:cNvPicPr>
          <p:nvPr/>
        </p:nvPicPr>
        <p:blipFill>
          <a:blip xmlns:r="http://schemas.openxmlformats.org/officeDocument/2006/relationships" xmlns:a="http://schemas.openxmlformats.org/drawingml/2006/main" r:embed="R3d1e65c9d4274941">
            <a:extLst>
              <a:ext uri="{96DAC541-7B7A-43D3-8B79-37D633B846F1}">
                <asvg:svgBlip xmlns:asvg="http://schemas.microsoft.com/office/drawing/2016/SVG/main" r:embed="R62e44c95b21d454b"/>
              </a:ext>
            </a:extLst>
          </a:blip>
          <a:stretch xmlns:a="http://schemas.openxmlformats.org/drawingml/2006/main"/>
        </p:blipFill>
        <p:spPr>
          <a:xfrm xmlns:a="http://schemas.openxmlformats.org/drawingml/2006/main">
            <a:off x="2480274" y="1485900"/>
            <a:ext cx="6926652" cy="7620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C620C1AC-ACAE-4D30-B3A1-764DA6F71B0F}"/>
              </a:ext>
            </a:extLst>
          </p:cNvPr>
          <p:cNvSpPr>
            <a:spLocks xmlns:a="http://schemas.openxmlformats.org/drawingml/2006/main" noGrp="1"/>
          </p:cNvSpPr>
          <p:nvPr/>
        </p:nvSpPr>
        <p:spPr>
          <a:xfrm xmlns:a="http://schemas.openxmlformats.org/drawingml/2006/main">
            <a:off x="590550" y="2857500"/>
            <a:ext cx="55435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marL="228600" indent="-127000">
              <a:spcAft>
                <a:spcPts val="2200"/>
              </a:spcAft>
              <a:buChar char="•"/>
              <a:defRPr sz="2100">
                <a:solidFill>
                  <a:srgbClr val="1C1C1C"/>
                </a:solidFill>
                <a:latin typeface="Arial"/>
                <a:ea typeface="Arial"/>
                <a:cs typeface="Arial"/>
              </a:defRPr>
            </a:pPr>
            <a:r>
              <a:rPr sz="2100">
                <a:solidFill>
                  <a:srgbClr val="1C1C1C"/>
                </a:solidFill>
                <a:latin typeface="Arial"/>
                <a:ea typeface="Arial"/>
                <a:cs typeface="Arial"/>
              </a:rPr>
              <a:t>A residual update resembles an Euler step with step size Δt.</a:t>
            </a:r>
          </a:p>
          <a:p xmlns:a="http://schemas.openxmlformats.org/drawingml/2006/main">
            <a:pPr marL="228600" indent="-127000">
              <a:spcAft>
                <a:spcPts val="2200"/>
              </a:spcAft>
              <a:buChar char="•"/>
              <a:defRPr sz="2100">
                <a:solidFill>
                  <a:srgbClr val="1C1C1C"/>
                </a:solidFill>
                <a:latin typeface="Arial"/>
                <a:ea typeface="Arial"/>
                <a:cs typeface="Arial"/>
              </a:defRPr>
            </a:pPr>
            <a:r>
              <a:rPr sz="2100">
                <a:solidFill>
                  <a:srgbClr val="1C1C1C"/>
                </a:solidFill>
                <a:latin typeface="Arial"/>
                <a:ea typeface="Arial"/>
                <a:cs typeface="Arial"/>
              </a:rPr>
              <a:t>A Neural ODE specifies a vector field instead of a fixed number of layers.</a:t>
            </a:r>
          </a:p>
          <a:p xmlns:a="http://schemas.openxmlformats.org/drawingml/2006/main">
            <a:pPr marL="228600" indent="-127000">
              <a:spcAft>
                <a:spcPts val="2200"/>
              </a:spcAft>
              <a:buChar char="•"/>
              <a:defRPr sz="2100">
                <a:solidFill>
                  <a:srgbClr val="1C1C1C"/>
                </a:solidFill>
                <a:latin typeface="Arial"/>
                <a:ea typeface="Arial"/>
                <a:cs typeface="Arial"/>
              </a:defRPr>
            </a:pPr>
            <a:r>
              <a:rPr sz="2100">
                <a:solidFill>
                  <a:srgbClr val="1C1C1C"/>
                </a:solidFill>
                <a:latin typeface="Arial"/>
                <a:ea typeface="Arial"/>
                <a:cs typeface="Arial"/>
              </a:rPr>
              <a:t>The solver chooses the evaluation points needed for integration.</a:t>
            </a:r>
          </a:p>
        </p:txBody>
      </p:sp>
      <p:pic>
        <p:nvPicPr>
          <p:cNvPr id="5" name="">
            <a:extLst xmlns:a="http://schemas.openxmlformats.org/drawingml/2006/main">
              <a:ext uri="{FF2B5EF4-FFF2-40B4-BE49-F238E27FC236}">
                <a16:creationId xmlns:a16="http://schemas.microsoft.com/office/drawing/2014/main" id="{A9897F32-24B4-4398-91E7-C71A2BDE2C2F}"/>
              </a:ext>
            </a:extLst>
          </p:cNvPr>
          <p:cNvPicPr>
            <a:picLocks xmlns:a="http://schemas.openxmlformats.org/drawingml/2006/main" noChangeAspect="1"/>
          </p:cNvPicPr>
          <p:nvPr/>
        </p:nvPicPr>
        <p:blipFill>
          <a:blip xmlns:r="http://schemas.openxmlformats.org/officeDocument/2006/relationships" xmlns:a="http://schemas.openxmlformats.org/drawingml/2006/main" r:embed="Re8a3eb2534c041de"/>
          <a:stretch xmlns:a="http://schemas.openxmlformats.org/drawingml/2006/main"/>
        </p:blipFill>
        <p:spPr>
          <a:xfrm xmlns:a="http://schemas.openxmlformats.org/drawingml/2006/main">
            <a:off x="6572250" y="2705100"/>
            <a:ext cx="4724400" cy="3352800"/>
          </a:xfrm>
          <a:prstGeom xmlns:a="http://schemas.openxmlformats.org/drawingml/2006/main" prst="rect">
            <a:avLst/>
          </a:prstGeom>
        </p:spPr>
      </p:pic>
      <p:sp>
        <p:nvSpPr>
          <p:cNvPr id="6" name="source-context">
            <a:extLst xmlns:a="http://schemas.openxmlformats.org/drawingml/2006/main">
              <a:ext uri="{FF2B5EF4-FFF2-40B4-BE49-F238E27FC236}">
                <a16:creationId xmlns:a16="http://schemas.microsoft.com/office/drawing/2014/main" id="{DBF16CD8-534C-41CE-95BF-38C6DAEE6F25}"/>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Original comparison: Chen et al. (2018), Figure 1</a:t>
            </a:r>
          </a:p>
        </p:txBody>
      </p:sp>
    </p:spTree>
    <p:extLst>
      <p:ext uri="{BB962C8B-B14F-4D97-AF65-F5344CB8AC3E}">
        <p14:creationId xmlns:p14="http://schemas.microsoft.com/office/powerpoint/2010/main" val="16105422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6E6A681-84B7-4B6B-8B49-D282C9AEC8D4}"/>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How a Neural ODE Learns</a:t>
            </a:r>
          </a:p>
        </p:txBody>
      </p:sp>
      <p:sp>
        <p:nvSpPr>
          <p:cNvPr id="2" name="slide-number">
            <a:extLst xmlns:a="http://schemas.openxmlformats.org/drawingml/2006/main">
              <a:ext uri="{FF2B5EF4-FFF2-40B4-BE49-F238E27FC236}">
                <a16:creationId xmlns:a16="http://schemas.microsoft.com/office/drawing/2014/main" id="{DC7F25A4-44F4-4604-BEDA-2DA8421662F1}"/>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4</a:t>
            </a:r>
          </a:p>
        </p:txBody>
      </p:sp>
      <p:pic>
        <p:nvPicPr>
          <p:cNvPr id="3" name="">
            <a:extLst xmlns:a="http://schemas.openxmlformats.org/drawingml/2006/main">
              <a:ext uri="{FF2B5EF4-FFF2-40B4-BE49-F238E27FC236}">
                <a16:creationId xmlns:a16="http://schemas.microsoft.com/office/drawing/2014/main" id="{35708D35-461F-413E-9020-CE0096979999}"/>
              </a:ext>
            </a:extLst>
          </p:cNvPr>
          <p:cNvPicPr>
            <a:picLocks xmlns:a="http://schemas.openxmlformats.org/drawingml/2006/main" noChangeAspect="1"/>
          </p:cNvPicPr>
          <p:nvPr/>
        </p:nvPicPr>
        <p:blipFill>
          <a:blip xmlns:r="http://schemas.openxmlformats.org/officeDocument/2006/relationships" xmlns:a="http://schemas.openxmlformats.org/drawingml/2006/main" r:embed="R24db70338ebd4bda">
            <a:extLst>
              <a:ext uri="{96DAC541-7B7A-43D3-8B79-37D633B846F1}">
                <asvg:svgBlip xmlns:asvg="http://schemas.microsoft.com/office/drawing/2016/SVG/main" r:embed="Rc3e381b3722f459b"/>
              </a:ext>
            </a:extLst>
          </a:blip>
          <a:stretch xmlns:a="http://schemas.openxmlformats.org/drawingml/2006/main"/>
        </p:blipFill>
        <p:spPr>
          <a:xfrm xmlns:a="http://schemas.openxmlformats.org/drawingml/2006/main">
            <a:off x="4087725" y="1514475"/>
            <a:ext cx="3711749" cy="9525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1116D38A-C4BF-4E76-8A11-8A32C93FF259}"/>
              </a:ext>
            </a:extLst>
          </p:cNvPr>
          <p:cNvSpPr>
            <a:spLocks xmlns:a="http://schemas.openxmlformats.org/drawingml/2006/main" noGrp="1"/>
          </p:cNvSpPr>
          <p:nvPr/>
        </p:nvSpPr>
        <p:spPr>
          <a:xfrm xmlns:a="http://schemas.openxmlformats.org/drawingml/2006/main">
            <a:off x="590550" y="2905125"/>
            <a:ext cx="107061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marL="228600" indent="-127000">
              <a:spcAft>
                <a:spcPts val="2000"/>
              </a:spcAft>
              <a:buChar char="•"/>
              <a:defRPr sz="2100">
                <a:solidFill>
                  <a:srgbClr val="1C1C1C"/>
                </a:solidFill>
                <a:latin typeface="Arial"/>
                <a:ea typeface="Arial"/>
                <a:cs typeface="Arial"/>
              </a:defRPr>
            </a:pPr>
            <a:r>
              <a:rPr sz="2100">
                <a:solidFill>
                  <a:srgbClr val="1C1C1C"/>
                </a:solidFill>
                <a:latin typeface="Arial"/>
                <a:ea typeface="Arial"/>
                <a:cs typeface="Arial"/>
              </a:rPr>
              <a:t>Integrate the learned derivative from a known initial state.</a:t>
            </a:r>
          </a:p>
          <a:p xmlns:a="http://schemas.openxmlformats.org/drawingml/2006/main">
            <a:pPr marL="228600" indent="-127000">
              <a:spcAft>
                <a:spcPts val="2000"/>
              </a:spcAft>
              <a:buChar char="•"/>
              <a:defRPr sz="2100">
                <a:solidFill>
                  <a:srgbClr val="1C1C1C"/>
                </a:solidFill>
                <a:latin typeface="Arial"/>
                <a:ea typeface="Arial"/>
                <a:cs typeface="Arial"/>
              </a:defRPr>
            </a:pPr>
            <a:r>
              <a:rPr sz="2100">
                <a:solidFill>
                  <a:srgbClr val="1C1C1C"/>
                </a:solidFill>
                <a:latin typeface="Arial"/>
                <a:ea typeface="Arial"/>
                <a:cs typeface="Arial"/>
              </a:rPr>
              <a:t>Compare predicted and observed states at measurement times.</a:t>
            </a:r>
          </a:p>
          <a:p xmlns:a="http://schemas.openxmlformats.org/drawingml/2006/main">
            <a:pPr marL="228600" indent="-127000">
              <a:spcAft>
                <a:spcPts val="2000"/>
              </a:spcAft>
              <a:buChar char="•"/>
              <a:defRPr sz="2100">
                <a:solidFill>
                  <a:srgbClr val="1C1C1C"/>
                </a:solidFill>
                <a:latin typeface="Arial"/>
                <a:ea typeface="Arial"/>
                <a:cs typeface="Arial"/>
              </a:defRPr>
            </a:pPr>
            <a:r>
              <a:rPr sz="2100">
                <a:solidFill>
                  <a:srgbClr val="1C1C1C"/>
                </a:solidFill>
                <a:latin typeface="Arial"/>
                <a:ea typeface="Arial"/>
                <a:cs typeface="Arial"/>
              </a:rPr>
              <a:t>Differentiate the trajectory loss with respect to network parameters.</a:t>
            </a:r>
          </a:p>
          <a:p xmlns:a="http://schemas.openxmlformats.org/drawingml/2006/main">
            <a:pPr marL="228600" indent="-127000">
              <a:spcAft>
                <a:spcPts val="2000"/>
              </a:spcAft>
              <a:buChar char="•"/>
              <a:defRPr sz="2100">
                <a:solidFill>
                  <a:srgbClr val="1C1C1C"/>
                </a:solidFill>
                <a:latin typeface="Arial"/>
                <a:ea typeface="Arial"/>
                <a:cs typeface="Arial"/>
              </a:defRPr>
            </a:pPr>
            <a:r>
              <a:rPr sz="2100">
                <a:solidFill>
                  <a:srgbClr val="1C1C1C"/>
                </a:solidFill>
                <a:latin typeface="Arial"/>
                <a:ea typeface="Arial"/>
                <a:cs typeface="Arial"/>
              </a:rPr>
              <a:t>Update the network and repeat using training trajectories.</a:t>
            </a:r>
          </a:p>
        </p:txBody>
      </p:sp>
      <p:sp>
        <p:nvSpPr>
          <p:cNvPr id="5" name="source-context">
            <a:extLst xmlns:a="http://schemas.openxmlformats.org/drawingml/2006/main">
              <a:ext uri="{FF2B5EF4-FFF2-40B4-BE49-F238E27FC236}">
                <a16:creationId xmlns:a16="http://schemas.microsoft.com/office/drawing/2014/main" id="{15311277-947D-41AF-A660-16D7BC98AA20}"/>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Training can differentiate solver operations directly or use an adjoint sensitivity system.</a:t>
            </a:r>
          </a:p>
        </p:txBody>
      </p:sp>
    </p:spTree>
    <p:extLst>
      <p:ext uri="{BB962C8B-B14F-4D97-AF65-F5344CB8AC3E}">
        <p14:creationId xmlns:p14="http://schemas.microsoft.com/office/powerpoint/2010/main" val="6126387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8CBE0D1-B129-4522-8F19-1ABE3459CCC4}"/>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Connection to Surrogate Modeling</a:t>
            </a:r>
          </a:p>
        </p:txBody>
      </p:sp>
      <p:sp>
        <p:nvSpPr>
          <p:cNvPr id="2" name="slide-number">
            <a:extLst xmlns:a="http://schemas.openxmlformats.org/drawingml/2006/main">
              <a:ext uri="{FF2B5EF4-FFF2-40B4-BE49-F238E27FC236}">
                <a16:creationId xmlns:a16="http://schemas.microsoft.com/office/drawing/2014/main" id="{C05FB402-D8DC-4E44-B008-54CA3DCE17F6}"/>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8C77211B-56CD-4EEC-8DDA-B8A646B72665}"/>
              </a:ext>
            </a:extLst>
          </p:cNvPr>
          <p:cNvGraphicFramePr/>
          <p:nvPr/>
        </p:nvGraphicFramePr>
        <p:xfrm>
          <a:off xmlns:a="http://schemas.openxmlformats.org/drawingml/2006/main" x="590550" y="1647825"/>
          <a:ext xmlns:a="http://schemas.openxmlformats.org/drawingml/2006/main" cx="10706100" cy="2419350"/>
        </p:xfrm>
        <a:graphic xmlns:a="http://schemas.openxmlformats.org/drawingml/2006/main">
          <a:graphicData uri="http://schemas.openxmlformats.org/drawingml/2006/table">
            <a:tbl>
              <a:tblPr/>
              <a:tblGrid>
                <a:gridCol w="2286000"/>
                <a:gridCol w="3752850"/>
                <a:gridCol w="4667250"/>
              </a:tblGrid>
              <a:tr h="806450">
                <a:tc>
                  <a:txBody>
                    <a:bodyPr lIns="114300" tIns="114300" rIns="114300" bIns="114300"/>
                    <a:lstStyle/>
                    <a:p>
                      <a:r>
                        <a:rPr sz="1900" b="1">
                          <a:solidFill>
                            <a:srgbClr val="FFFFFF"/>
                          </a:solidFill>
                          <a:latin typeface="Arial"/>
                          <a:ea typeface="Arial"/>
                          <a:cs typeface="Arial"/>
                        </a:rPr>
                        <a:t>Surrogate</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900" b="1">
                          <a:solidFill>
                            <a:srgbClr val="FFFFFF"/>
                          </a:solidFill>
                          <a:latin typeface="Arial"/>
                          <a:ea typeface="Arial"/>
                          <a:cs typeface="Arial"/>
                        </a:rPr>
                        <a:t>Learned Relation</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900" b="1">
                          <a:solidFill>
                            <a:srgbClr val="FFFFFF"/>
                          </a:solidFill>
                          <a:latin typeface="Arial"/>
                          <a:ea typeface="Arial"/>
                          <a:cs typeface="Arial"/>
                        </a:rPr>
                        <a:t>Predicted Quantity</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806450">
                <a:tc>
                  <a:txBody>
                    <a:bodyPr lIns="114300" tIns="114300" rIns="114300" bIns="114300"/>
                    <a:lstStyle/>
                    <a:p>
                      <a:r>
                        <a:rPr sz="1900" b="0">
                          <a:solidFill>
                            <a:srgbClr val="1C1C1C"/>
                          </a:solidFill>
                          <a:latin typeface="Arial"/>
                          <a:ea typeface="Arial"/>
                          <a:cs typeface="Arial"/>
                        </a:rPr>
                        <a:t>Static</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00" b="0">
                          <a:solidFill>
                            <a:srgbClr val="1C1C1C"/>
                          </a:solidFill>
                          <a:latin typeface="Arial"/>
                          <a:ea typeface="Arial"/>
                          <a:cs typeface="Arial"/>
                        </a:rPr>
                        <a:t>Parameters to response</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00" b="0">
                          <a:solidFill>
                            <a:srgbClr val="1C1C1C"/>
                          </a:solidFill>
                          <a:latin typeface="Arial"/>
                          <a:ea typeface="Arial"/>
                          <a:cs typeface="Arial"/>
                        </a:rPr>
                        <a:t>Steady deflection or temperature</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806450">
                <a:tc>
                  <a:txBody>
                    <a:bodyPr lIns="114300" tIns="114300" rIns="114300" bIns="114300"/>
                    <a:lstStyle/>
                    <a:p>
                      <a:r>
                        <a:rPr sz="1900" b="0">
                          <a:solidFill>
                            <a:srgbClr val="1C1C1C"/>
                          </a:solidFill>
                          <a:latin typeface="Arial"/>
                          <a:ea typeface="Arial"/>
                          <a:cs typeface="Arial"/>
                        </a:rPr>
                        <a:t>Dynamic</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00" b="0">
                          <a:solidFill>
                            <a:srgbClr val="1C1C1C"/>
                          </a:solidFill>
                          <a:latin typeface="Arial"/>
                          <a:ea typeface="Arial"/>
                          <a:cs typeface="Arial"/>
                        </a:rPr>
                        <a:t>State to time derivative</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00" b="0">
                          <a:solidFill>
                            <a:srgbClr val="1C1C1C"/>
                          </a:solidFill>
                          <a:latin typeface="Arial"/>
                          <a:ea typeface="Arial"/>
                          <a:cs typeface="Arial"/>
                        </a:rPr>
                        <a:t>Trajectory after numerical integration</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pic>
        <p:nvPicPr>
          <p:cNvPr id="4" name="">
            <a:extLst xmlns:a="http://schemas.openxmlformats.org/drawingml/2006/main">
              <a:ext uri="{FF2B5EF4-FFF2-40B4-BE49-F238E27FC236}">
                <a16:creationId xmlns:a16="http://schemas.microsoft.com/office/drawing/2014/main" id="{8A815E04-9633-4A45-872C-A0E8D0DD4E05}"/>
              </a:ext>
            </a:extLst>
          </p:cNvPr>
          <p:cNvPicPr>
            <a:picLocks xmlns:a="http://schemas.openxmlformats.org/drawingml/2006/main" noChangeAspect="1"/>
          </p:cNvPicPr>
          <p:nvPr/>
        </p:nvPicPr>
        <p:blipFill>
          <a:blip xmlns:r="http://schemas.openxmlformats.org/officeDocument/2006/relationships" xmlns:a="http://schemas.openxmlformats.org/drawingml/2006/main" r:embed="R9b00444bf46847bf">
            <a:extLst>
              <a:ext uri="{96DAC541-7B7A-43D3-8B79-37D633B846F1}">
                <asvg:svgBlip xmlns:asvg="http://schemas.microsoft.com/office/drawing/2016/SVG/main" r:embed="Rd7be759945604276"/>
              </a:ext>
            </a:extLst>
          </a:blip>
          <a:stretch xmlns:a="http://schemas.openxmlformats.org/drawingml/2006/main"/>
        </p:blipFill>
        <p:spPr>
          <a:xfrm xmlns:a="http://schemas.openxmlformats.org/drawingml/2006/main">
            <a:off x="3802196" y="4400550"/>
            <a:ext cx="4282808" cy="733425"/>
          </a:xfrm>
          <a:prstGeom xmlns:a="http://schemas.openxmlformats.org/drawingml/2006/main" prst="rect">
            <a:avLst/>
          </a:prstGeom>
        </p:spPr>
      </p:pic>
      <p:sp>
        <p:nvSpPr>
          <p:cNvPr id="5" name="parameterized-model">
            <a:extLst xmlns:a="http://schemas.openxmlformats.org/drawingml/2006/main">
              <a:ext uri="{FF2B5EF4-FFF2-40B4-BE49-F238E27FC236}">
                <a16:creationId xmlns:a16="http://schemas.microsoft.com/office/drawing/2014/main" id="{8867D27A-8DFA-44FB-A0F4-711D1184F1A7}"/>
              </a:ext>
            </a:extLst>
          </p:cNvPr>
          <p:cNvSpPr>
            <a:spLocks xmlns:a="http://schemas.openxmlformats.org/drawingml/2006/main" noGrp="1"/>
          </p:cNvSpPr>
          <p:nvPr/>
        </p:nvSpPr>
        <p:spPr>
          <a:xfrm xmlns:a="http://schemas.openxmlformats.org/drawingml/2006/main">
            <a:off x="590550" y="5362575"/>
            <a:ext cx="1070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a:buNone/>
              <a:defRPr sz="2100">
                <a:solidFill>
                  <a:srgbClr val="1C1C1C"/>
                </a:solidFill>
                <a:latin typeface="Arial"/>
                <a:ea typeface="Arial"/>
                <a:cs typeface="Arial"/>
              </a:defRPr>
            </a:pPr>
            <a:r>
              <a:rPr sz="2100">
                <a:solidFill>
                  <a:srgbClr val="1C1C1C"/>
                </a:solidFill>
                <a:latin typeface="Arial"/>
                <a:ea typeface="Arial"/>
                <a:cs typeface="Arial"/>
              </a:rPr>
              <a:t>Controls u and physical parameters p require corresponding inputs and training coverage.</a:t>
            </a:r>
          </a:p>
        </p:txBody>
      </p:sp>
    </p:spTree>
    <p:extLst>
      <p:ext uri="{BB962C8B-B14F-4D97-AF65-F5344CB8AC3E}">
        <p14:creationId xmlns:p14="http://schemas.microsoft.com/office/powerpoint/2010/main" val="7714861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6BC428F-2B29-4A80-B6D0-BD62B47D64CE}"/>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E0D5C0"/>
                </a:solidFill>
                <a:latin typeface="Arial"/>
                <a:ea typeface="Arial"/>
                <a:cs typeface="Arial"/>
              </a:defRPr>
            </a:defPPr>
          </a:lstStyle>
          <a:p xmlns:a="http://schemas.openxmlformats.org/drawingml/2006/main">
            <a:r>
              <a:t/>
            </a:r>
          </a:p>
        </p:txBody>
      </p:sp>
      <p:sp>
        <p:nvSpPr>
          <p:cNvPr id="2" name="slide-number">
            <a:extLst xmlns:a="http://schemas.openxmlformats.org/drawingml/2006/main">
              <a:ext uri="{FF2B5EF4-FFF2-40B4-BE49-F238E27FC236}">
                <a16:creationId xmlns:a16="http://schemas.microsoft.com/office/drawing/2014/main" id="{EE4577C0-7962-4B60-A80E-33ED57937E9C}"/>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E0D5C0"/>
                </a:solidFill>
                <a:latin typeface="Arial"/>
                <a:ea typeface="Arial"/>
                <a:cs typeface="Arial"/>
              </a:defRPr>
            </a:defPPr>
          </a:lstStyle>
          <a:p xmlns:a="http://schemas.openxmlformats.org/drawingml/2006/main">
            <a:pPr algn="r">
              <a:buNone/>
              <a:defRPr sz="1200">
                <a:solidFill>
                  <a:srgbClr val="E0D5C0"/>
                </a:solidFill>
                <a:latin typeface="Arial"/>
                <a:ea typeface="Arial"/>
                <a:cs typeface="Arial"/>
              </a:defRPr>
            </a:pPr>
            <a:r>
              <a:rPr sz="1200">
                <a:solidFill>
                  <a:srgbClr val="E0D5C0"/>
                </a:solidFill>
                <a:latin typeface="Arial"/>
                <a:ea typeface="Arial"/>
                <a:cs typeface="Arial"/>
              </a:rPr>
              <a:t>6</a:t>
            </a:r>
          </a:p>
        </p:txBody>
      </p:sp>
      <p:sp>
        <p:nvSpPr>
          <p:cNvPr id="3" name="section-kicker">
            <a:extLst xmlns:a="http://schemas.openxmlformats.org/drawingml/2006/main">
              <a:ext uri="{FF2B5EF4-FFF2-40B4-BE49-F238E27FC236}">
                <a16:creationId xmlns:a16="http://schemas.microsoft.com/office/drawing/2014/main" id="{660FBC85-722D-4154-8CCE-23A9BB8F3B23}"/>
              </a:ext>
            </a:extLst>
          </p:cNvPr>
          <p:cNvSpPr>
            <a:spLocks xmlns:a="http://schemas.openxmlformats.org/drawingml/2006/main" noGrp="1"/>
          </p:cNvSpPr>
          <p:nvPr/>
        </p:nvSpPr>
        <p:spPr>
          <a:xfrm xmlns:a="http://schemas.openxmlformats.org/drawingml/2006/main">
            <a:off x="590550" y="1752600"/>
            <a:ext cx="10706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E0D5C0"/>
                </a:solidFill>
                <a:latin typeface="Arial"/>
                <a:ea typeface="Arial"/>
                <a:cs typeface="Arial"/>
              </a:defRPr>
            </a:defPPr>
          </a:lstStyle>
          <a:p xmlns:a="http://schemas.openxmlformats.org/drawingml/2006/main">
            <a:pPr>
              <a:buNone/>
              <a:defRPr sz="2100">
                <a:solidFill>
                  <a:srgbClr val="E0D5C0"/>
                </a:solidFill>
                <a:latin typeface="Arial"/>
                <a:ea typeface="Arial"/>
                <a:cs typeface="Arial"/>
              </a:defRPr>
            </a:pPr>
            <a:r>
              <a:rPr sz="2100">
                <a:solidFill>
                  <a:srgbClr val="E0D5C0"/>
                </a:solidFill>
                <a:latin typeface="Arial"/>
                <a:ea typeface="Arial"/>
                <a:cs typeface="Arial"/>
              </a:rPr>
              <a:t>Paper 1</a:t>
            </a:r>
          </a:p>
        </p:txBody>
      </p:sp>
      <p:sp>
        <p:nvSpPr>
          <p:cNvPr id="4" name="section-paper-title">
            <a:extLst xmlns:a="http://schemas.openxmlformats.org/drawingml/2006/main">
              <a:ext uri="{FF2B5EF4-FFF2-40B4-BE49-F238E27FC236}">
                <a16:creationId xmlns:a16="http://schemas.microsoft.com/office/drawing/2014/main" id="{262FDA70-0172-4BB5-9340-2C9EEC8B74EE}"/>
              </a:ext>
            </a:extLst>
          </p:cNvPr>
          <p:cNvSpPr>
            <a:spLocks xmlns:a="http://schemas.openxmlformats.org/drawingml/2006/main" noGrp="1"/>
          </p:cNvSpPr>
          <p:nvPr/>
        </p:nvSpPr>
        <p:spPr>
          <a:xfrm xmlns:a="http://schemas.openxmlformats.org/drawingml/2006/main">
            <a:off x="590550" y="2333625"/>
            <a:ext cx="107061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a:solidFill>
                  <a:srgbClr val="E0D5C0"/>
                </a:solidFill>
                <a:latin typeface="Arial"/>
                <a:ea typeface="Arial"/>
                <a:cs typeface="Arial"/>
              </a:defRPr>
            </a:defPPr>
          </a:lstStyle>
          <a:p xmlns:a="http://schemas.openxmlformats.org/drawingml/2006/main">
            <a:pPr>
              <a:buNone/>
              <a:defRPr sz="4500">
                <a:solidFill>
                  <a:srgbClr val="E0D5C0"/>
                </a:solidFill>
                <a:latin typeface="Arial"/>
                <a:ea typeface="Arial"/>
                <a:cs typeface="Arial"/>
              </a:defRPr>
            </a:pPr>
            <a:r>
              <a:rPr sz="4500">
                <a:solidFill>
                  <a:srgbClr val="E0D5C0"/>
                </a:solidFill>
                <a:latin typeface="Arial"/>
                <a:ea typeface="Arial"/>
                <a:cs typeface="Arial"/>
              </a:rPr>
              <a:t>Neural Ordinary</a:t>
            </a:r>
          </a:p>
          <a:p xmlns:a="http://schemas.openxmlformats.org/drawingml/2006/main">
            <a:pPr>
              <a:buNone/>
              <a:defRPr sz="4500">
                <a:solidFill>
                  <a:srgbClr val="E0D5C0"/>
                </a:solidFill>
                <a:latin typeface="Arial"/>
                <a:ea typeface="Arial"/>
                <a:cs typeface="Arial"/>
              </a:defRPr>
            </a:pPr>
            <a:r>
              <a:rPr sz="4500">
                <a:solidFill>
                  <a:srgbClr val="E0D5C0"/>
                </a:solidFill>
                <a:latin typeface="Arial"/>
                <a:ea typeface="Arial"/>
                <a:cs typeface="Arial"/>
              </a:rPr>
              <a:t>Differential Equations</a:t>
            </a:r>
          </a:p>
        </p:txBody>
      </p:sp>
      <p:sp>
        <p:nvSpPr>
          <p:cNvPr id="5" name="section-authors">
            <a:extLst xmlns:a="http://schemas.openxmlformats.org/drawingml/2006/main">
              <a:ext uri="{FF2B5EF4-FFF2-40B4-BE49-F238E27FC236}">
                <a16:creationId xmlns:a16="http://schemas.microsoft.com/office/drawing/2014/main" id="{04741D86-9C66-4830-A5AB-E2B9B5871077}"/>
              </a:ext>
            </a:extLst>
          </p:cNvPr>
          <p:cNvSpPr>
            <a:spLocks xmlns:a="http://schemas.openxmlformats.org/drawingml/2006/main" noGrp="1"/>
          </p:cNvSpPr>
          <p:nvPr/>
        </p:nvSpPr>
        <p:spPr>
          <a:xfrm xmlns:a="http://schemas.openxmlformats.org/drawingml/2006/main">
            <a:off x="590550" y="4333875"/>
            <a:ext cx="1070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FFFFFF"/>
                </a:solidFill>
                <a:latin typeface="Arial"/>
                <a:ea typeface="Arial"/>
                <a:cs typeface="Arial"/>
              </a:defRPr>
            </a:defPPr>
          </a:lstStyle>
          <a:p xmlns:a="http://schemas.openxmlformats.org/drawingml/2006/main">
            <a:pPr>
              <a:buNone/>
              <a:defRPr sz="2100">
                <a:solidFill>
                  <a:srgbClr val="FFFFFF"/>
                </a:solidFill>
                <a:latin typeface="Arial"/>
                <a:ea typeface="Arial"/>
                <a:cs typeface="Arial"/>
              </a:defRPr>
            </a:pPr>
            <a:r>
              <a:rPr sz="2100">
                <a:solidFill>
                  <a:srgbClr val="FFFFFF"/>
                </a:solidFill>
                <a:latin typeface="Arial"/>
                <a:ea typeface="Arial"/>
                <a:cs typeface="Arial"/>
              </a:rPr>
              <a:t>Chen, Rubanova, Bettencourt, and Duvenaud</a:t>
            </a:r>
          </a:p>
        </p:txBody>
      </p:sp>
      <p:sp>
        <p:nvSpPr>
          <p:cNvPr id="6" name="section-venue">
            <a:extLst xmlns:a="http://schemas.openxmlformats.org/drawingml/2006/main">
              <a:ext uri="{FF2B5EF4-FFF2-40B4-BE49-F238E27FC236}">
                <a16:creationId xmlns:a16="http://schemas.microsoft.com/office/drawing/2014/main" id="{7870B84E-F408-4E55-AC9B-CAF4EC2722F7}"/>
              </a:ext>
            </a:extLst>
          </p:cNvPr>
          <p:cNvSpPr>
            <a:spLocks xmlns:a="http://schemas.openxmlformats.org/drawingml/2006/main" noGrp="1"/>
          </p:cNvSpPr>
          <p:nvPr/>
        </p:nvSpPr>
        <p:spPr>
          <a:xfrm xmlns:a="http://schemas.openxmlformats.org/drawingml/2006/main">
            <a:off x="590550" y="5210175"/>
            <a:ext cx="10706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E0D5C0"/>
                </a:solidFill>
                <a:latin typeface="Arial"/>
                <a:ea typeface="Arial"/>
                <a:cs typeface="Arial"/>
              </a:defRPr>
            </a:defPPr>
          </a:lstStyle>
          <a:p xmlns:a="http://schemas.openxmlformats.org/drawingml/2006/main">
            <a:pPr>
              <a:buNone/>
              <a:defRPr sz="1875">
                <a:solidFill>
                  <a:srgbClr val="E0D5C0"/>
                </a:solidFill>
                <a:latin typeface="Arial"/>
                <a:ea typeface="Arial"/>
                <a:cs typeface="Arial"/>
              </a:defRPr>
            </a:pPr>
            <a:r>
              <a:rPr sz="1875">
                <a:solidFill>
                  <a:srgbClr val="E0D5C0"/>
                </a:solidFill>
                <a:latin typeface="Arial"/>
                <a:ea typeface="Arial"/>
                <a:cs typeface="Arial"/>
              </a:rPr>
              <a:t>NeurIPS 2018</a:t>
            </a:r>
          </a:p>
        </p:txBody>
      </p:sp>
    </p:spTree>
    <p:extLst>
      <p:ext uri="{BB962C8B-B14F-4D97-AF65-F5344CB8AC3E}">
        <p14:creationId xmlns:p14="http://schemas.microsoft.com/office/powerpoint/2010/main" val="203744841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1969367-6D0B-4653-9F7F-5DFDE7E90C6F}"/>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1: Overview</a:t>
            </a:r>
          </a:p>
        </p:txBody>
      </p:sp>
      <p:sp>
        <p:nvSpPr>
          <p:cNvPr id="2" name="slide-number">
            <a:extLst xmlns:a="http://schemas.openxmlformats.org/drawingml/2006/main">
              <a:ext uri="{FF2B5EF4-FFF2-40B4-BE49-F238E27FC236}">
                <a16:creationId xmlns:a16="http://schemas.microsoft.com/office/drawing/2014/main" id="{68AD790A-C18B-474B-BECB-799529769E41}"/>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7</a:t>
            </a:r>
          </a:p>
        </p:txBody>
      </p:sp>
      <p:sp>
        <p:nvSpPr>
          <p:cNvPr id="3" name="context">
            <a:extLst xmlns:a="http://schemas.openxmlformats.org/drawingml/2006/main">
              <a:ext uri="{FF2B5EF4-FFF2-40B4-BE49-F238E27FC236}">
                <a16:creationId xmlns:a16="http://schemas.microsoft.com/office/drawing/2014/main" id="{29BFCAE6-6395-4888-B2B5-4ECE955EAD2D}"/>
              </a:ext>
            </a:extLst>
          </p:cNvPr>
          <p:cNvSpPr>
            <a:spLocks xmlns:a="http://schemas.openxmlformats.org/drawingml/2006/main" noGrp="1"/>
          </p:cNvSpPr>
          <p:nvPr/>
        </p:nvSpPr>
        <p:spPr>
          <a:xfrm xmlns:a="http://schemas.openxmlformats.org/drawingml/2006/main">
            <a:off x="590550" y="1390650"/>
            <a:ext cx="10706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946E24"/>
                </a:solidFill>
                <a:latin typeface="Arial"/>
                <a:ea typeface="Arial"/>
                <a:cs typeface="Arial"/>
              </a:defRPr>
            </a:defPPr>
          </a:lstStyle>
          <a:p xmlns:a="http://schemas.openxmlformats.org/drawingml/2006/main">
            <a:pPr>
              <a:buNone/>
              <a:defRPr sz="1800">
                <a:solidFill>
                  <a:srgbClr val="946E24"/>
                </a:solidFill>
                <a:latin typeface="Arial"/>
                <a:ea typeface="Arial"/>
                <a:cs typeface="Arial"/>
              </a:defRPr>
            </a:pPr>
            <a:r>
              <a:rPr sz="1800">
                <a:solidFill>
                  <a:srgbClr val="946E24"/>
                </a:solidFill>
                <a:latin typeface="Arial"/>
                <a:ea typeface="Arial"/>
                <a:cs typeface="Arial"/>
              </a:rPr>
              <a:t>Chen, Rubanova, Bettencourt, and Duvenaud · NeurIPS 2018</a:t>
            </a:r>
          </a:p>
        </p:txBody>
      </p:sp>
      <p:sp>
        <p:nvSpPr>
          <p:cNvPr id="4" name="research-question">
            <a:extLst xmlns:a="http://schemas.openxmlformats.org/drawingml/2006/main">
              <a:ext uri="{FF2B5EF4-FFF2-40B4-BE49-F238E27FC236}">
                <a16:creationId xmlns:a16="http://schemas.microsoft.com/office/drawing/2014/main" id="{E8CBF34F-FD73-4AAE-BB7A-9F31FEC9D130}"/>
              </a:ext>
            </a:extLst>
          </p:cNvPr>
          <p:cNvSpPr>
            <a:spLocks xmlns:a="http://schemas.openxmlformats.org/drawingml/2006/main" noGrp="1"/>
          </p:cNvSpPr>
          <p:nvPr/>
        </p:nvSpPr>
        <p:spPr>
          <a:xfrm xmlns:a="http://schemas.openxmlformats.org/drawingml/2006/main">
            <a:off x="590550" y="2057400"/>
            <a:ext cx="107061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a:solidFill>
                  <a:srgbClr val="1C1C1C"/>
                </a:solidFill>
                <a:latin typeface="Arial"/>
                <a:ea typeface="Arial"/>
                <a:cs typeface="Arial"/>
              </a:defRPr>
            </a:defPPr>
          </a:lstStyle>
          <a:p xmlns:a="http://schemas.openxmlformats.org/drawingml/2006/main">
            <a:pPr>
              <a:buNone/>
              <a:defRPr sz="2400">
                <a:solidFill>
                  <a:srgbClr val="1C1C1C"/>
                </a:solidFill>
                <a:latin typeface="Arial"/>
                <a:ea typeface="Arial"/>
                <a:cs typeface="Arial"/>
              </a:defRPr>
            </a:pPr>
            <a:r>
              <a:rPr sz="2400">
                <a:solidFill>
                  <a:srgbClr val="1C1C1C"/>
                </a:solidFill>
                <a:latin typeface="Arial"/>
                <a:ea typeface="Arial"/>
                <a:cs typeface="Arial"/>
              </a:rPr>
              <a:t>Research question: How can we train a neural network through an ODE solution?</a:t>
            </a:r>
          </a:p>
        </p:txBody>
      </p:sp>
      <p:sp>
        <p:nvSpPr>
          <p:cNvPr id="5" name="body">
            <a:extLst xmlns:a="http://schemas.openxmlformats.org/drawingml/2006/main">
              <a:ext uri="{FF2B5EF4-FFF2-40B4-BE49-F238E27FC236}">
                <a16:creationId xmlns:a16="http://schemas.microsoft.com/office/drawing/2014/main" id="{1229FE0C-E6F7-427F-AF70-2B7C2AFB2E80}"/>
              </a:ext>
            </a:extLst>
          </p:cNvPr>
          <p:cNvSpPr>
            <a:spLocks xmlns:a="http://schemas.openxmlformats.org/drawingml/2006/main" noGrp="1"/>
          </p:cNvSpPr>
          <p:nvPr/>
        </p:nvSpPr>
        <p:spPr>
          <a:xfrm xmlns:a="http://schemas.openxmlformats.org/drawingml/2006/main">
            <a:off x="590550" y="3286125"/>
            <a:ext cx="107061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a:solidFill>
                  <a:srgbClr val="1C1C1C"/>
                </a:solidFill>
                <a:latin typeface="Arial"/>
                <a:ea typeface="Arial"/>
                <a:cs typeface="Arial"/>
              </a:defRPr>
            </a:defPPr>
          </a:lstStyle>
          <a:p xmlns:a="http://schemas.openxmlformats.org/drawingml/2006/main">
            <a:pPr marL="228600" indent="-127000">
              <a:spcAft>
                <a:spcPts val="2000"/>
              </a:spcAft>
              <a:buChar char="•"/>
              <a:defRPr sz="2175">
                <a:solidFill>
                  <a:srgbClr val="1C1C1C"/>
                </a:solidFill>
                <a:latin typeface="Arial"/>
                <a:ea typeface="Arial"/>
                <a:cs typeface="Arial"/>
              </a:defRPr>
            </a:pPr>
            <a:r>
              <a:rPr sz="2175">
                <a:solidFill>
                  <a:srgbClr val="1C1C1C"/>
                </a:solidFill>
                <a:latin typeface="Arial"/>
                <a:ea typeface="Arial"/>
                <a:cs typeface="Arial"/>
              </a:rPr>
              <a:t>Continuous-depth residual architectures.</a:t>
            </a:r>
          </a:p>
          <a:p xmlns:a="http://schemas.openxmlformats.org/drawingml/2006/main">
            <a:pPr marL="228600" indent="-127000">
              <a:spcAft>
                <a:spcPts val="2000"/>
              </a:spcAft>
              <a:buChar char="•"/>
              <a:defRPr sz="2175">
                <a:solidFill>
                  <a:srgbClr val="1C1C1C"/>
                </a:solidFill>
                <a:latin typeface="Arial"/>
                <a:ea typeface="Arial"/>
                <a:cs typeface="Arial"/>
              </a:defRPr>
            </a:pPr>
            <a:r>
              <a:rPr sz="2175">
                <a:solidFill>
                  <a:srgbClr val="1C1C1C"/>
                </a:solidFill>
                <a:latin typeface="Arial"/>
                <a:ea typeface="Arial"/>
                <a:cs typeface="Arial"/>
              </a:rPr>
              <a:t>Adjoint sensitivities for end-to-end training through ODE solutions.</a:t>
            </a:r>
          </a:p>
          <a:p xmlns:a="http://schemas.openxmlformats.org/drawingml/2006/main">
            <a:pPr marL="228600" indent="-127000">
              <a:spcAft>
                <a:spcPts val="2000"/>
              </a:spcAft>
              <a:buChar char="•"/>
              <a:defRPr sz="2175">
                <a:solidFill>
                  <a:srgbClr val="1C1C1C"/>
                </a:solidFill>
                <a:latin typeface="Arial"/>
                <a:ea typeface="Arial"/>
                <a:cs typeface="Arial"/>
              </a:defRPr>
            </a:pPr>
            <a:r>
              <a:rPr sz="2175">
                <a:solidFill>
                  <a:srgbClr val="1C1C1C"/>
                </a:solidFill>
                <a:latin typeface="Arial"/>
                <a:ea typeface="Arial"/>
                <a:cs typeface="Arial"/>
              </a:rPr>
              <a:t>Latent ODEs for time series with irregular observations.</a:t>
            </a:r>
          </a:p>
          <a:p xmlns:a="http://schemas.openxmlformats.org/drawingml/2006/main">
            <a:pPr marL="228600" indent="-127000">
              <a:spcAft>
                <a:spcPts val="2000"/>
              </a:spcAft>
              <a:buChar char="•"/>
              <a:defRPr sz="2175">
                <a:solidFill>
                  <a:srgbClr val="1C1C1C"/>
                </a:solidFill>
                <a:latin typeface="Arial"/>
                <a:ea typeface="Arial"/>
                <a:cs typeface="Arial"/>
              </a:defRPr>
            </a:pPr>
            <a:r>
              <a:rPr sz="2175">
                <a:solidFill>
                  <a:srgbClr val="1C1C1C"/>
                </a:solidFill>
                <a:latin typeface="Arial"/>
                <a:ea typeface="Arial"/>
                <a:cs typeface="Arial"/>
              </a:rPr>
              <a:t>Continuous normalizing flows for density modeling.</a:t>
            </a:r>
          </a:p>
        </p:txBody>
      </p:sp>
    </p:spTree>
    <p:extLst>
      <p:ext uri="{BB962C8B-B14F-4D97-AF65-F5344CB8AC3E}">
        <p14:creationId xmlns:p14="http://schemas.microsoft.com/office/powerpoint/2010/main" val="116565302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CB5BE9C-5C31-43D7-B6F1-D750C63B1F27}"/>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1: Adjoint Sensitivity Method</a:t>
            </a:r>
          </a:p>
        </p:txBody>
      </p:sp>
      <p:sp>
        <p:nvSpPr>
          <p:cNvPr id="2" name="slide-number">
            <a:extLst xmlns:a="http://schemas.openxmlformats.org/drawingml/2006/main">
              <a:ext uri="{FF2B5EF4-FFF2-40B4-BE49-F238E27FC236}">
                <a16:creationId xmlns:a16="http://schemas.microsoft.com/office/drawing/2014/main" id="{CB20460E-CDD7-46F8-AD98-925F6BDDA8E8}"/>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8</a:t>
            </a:r>
          </a:p>
        </p:txBody>
      </p:sp>
      <p:pic>
        <p:nvPicPr>
          <p:cNvPr id="3" name="">
            <a:extLst xmlns:a="http://schemas.openxmlformats.org/drawingml/2006/main">
              <a:ext uri="{FF2B5EF4-FFF2-40B4-BE49-F238E27FC236}">
                <a16:creationId xmlns:a16="http://schemas.microsoft.com/office/drawing/2014/main" id="{6C2F52B8-D005-4EA8-8C21-D5D5363061AE}"/>
              </a:ext>
            </a:extLst>
          </p:cNvPr>
          <p:cNvPicPr>
            <a:picLocks xmlns:a="http://schemas.openxmlformats.org/drawingml/2006/main" noChangeAspect="1"/>
          </p:cNvPicPr>
          <p:nvPr/>
        </p:nvPicPr>
        <p:blipFill>
          <a:blip xmlns:r="http://schemas.openxmlformats.org/officeDocument/2006/relationships" xmlns:a="http://schemas.openxmlformats.org/drawingml/2006/main" r:embed="R8afadfa3c99f4252">
            <a:extLst>
              <a:ext uri="{96DAC541-7B7A-43D3-8B79-37D633B846F1}">
                <asvg:svgBlip xmlns:asvg="http://schemas.microsoft.com/office/drawing/2016/SVG/main" r:embed="R863339c55e6c4844"/>
              </a:ext>
            </a:extLst>
          </a:blip>
          <a:stretch xmlns:a="http://schemas.openxmlformats.org/drawingml/2006/main"/>
        </p:blipFill>
        <p:spPr>
          <a:xfrm xmlns:a="http://schemas.openxmlformats.org/drawingml/2006/main">
            <a:off x="2452245" y="1571625"/>
            <a:ext cx="6982709" cy="108585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F2F9DC10-FEFC-49AC-82C9-E3F77018A198}"/>
              </a:ext>
            </a:extLst>
          </p:cNvPr>
          <p:cNvSpPr>
            <a:spLocks xmlns:a="http://schemas.openxmlformats.org/drawingml/2006/main" noGrp="1"/>
          </p:cNvSpPr>
          <p:nvPr/>
        </p:nvSpPr>
        <p:spPr>
          <a:xfrm xmlns:a="http://schemas.openxmlformats.org/drawingml/2006/main">
            <a:off x="590550" y="3162300"/>
            <a:ext cx="1070610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marL="228600" indent="-127000">
              <a:spcAft>
                <a:spcPts val="1900"/>
              </a:spcAft>
              <a:buChar char="•"/>
              <a:defRPr sz="2100">
                <a:solidFill>
                  <a:srgbClr val="1C1C1C"/>
                </a:solidFill>
                <a:latin typeface="Arial"/>
                <a:ea typeface="Arial"/>
                <a:cs typeface="Arial"/>
              </a:defRPr>
            </a:pPr>
            <a:r>
              <a:rPr sz="2100">
                <a:solidFill>
                  <a:srgbClr val="1C1C1C"/>
                </a:solidFill>
                <a:latin typeface="Arial"/>
                <a:ea typeface="Arial"/>
                <a:cs typeface="Arial"/>
              </a:rPr>
              <a:t>Solve the state equation forward, then propagate loss sensitivities backward.</a:t>
            </a:r>
          </a:p>
          <a:p xmlns:a="http://schemas.openxmlformats.org/drawingml/2006/main">
            <a:pPr marL="228600" indent="-127000">
              <a:spcAft>
                <a:spcPts val="1900"/>
              </a:spcAft>
              <a:buChar char="•"/>
              <a:defRPr sz="2100">
                <a:solidFill>
                  <a:srgbClr val="1C1C1C"/>
                </a:solidFill>
                <a:latin typeface="Arial"/>
                <a:ea typeface="Arial"/>
                <a:cs typeface="Arial"/>
              </a:defRPr>
            </a:pPr>
            <a:r>
              <a:rPr sz="2100">
                <a:solidFill>
                  <a:srgbClr val="1C1C1C"/>
                </a:solidFill>
                <a:latin typeface="Arial"/>
                <a:ea typeface="Arial"/>
                <a:cs typeface="Arial"/>
              </a:rPr>
              <a:t>Automatic differentiation supplies vector–Jacobian products.</a:t>
            </a:r>
          </a:p>
          <a:p xmlns:a="http://schemas.openxmlformats.org/drawingml/2006/main">
            <a:pPr marL="228600" indent="-127000">
              <a:spcAft>
                <a:spcPts val="1900"/>
              </a:spcAft>
              <a:buChar char="•"/>
              <a:defRPr sz="2100">
                <a:solidFill>
                  <a:srgbClr val="1C1C1C"/>
                </a:solidFill>
                <a:latin typeface="Arial"/>
                <a:ea typeface="Arial"/>
                <a:cs typeface="Arial"/>
              </a:defRPr>
            </a:pPr>
            <a:r>
              <a:rPr sz="2100">
                <a:solidFill>
                  <a:srgbClr val="1C1C1C"/>
                </a:solidFill>
                <a:latin typeface="Arial"/>
                <a:ea typeface="Arial"/>
                <a:cs typeface="Arial"/>
              </a:rPr>
              <a:t>Intermediate observation losses introduce adjoint updates at observation times.</a:t>
            </a:r>
          </a:p>
          <a:p xmlns:a="http://schemas.openxmlformats.org/drawingml/2006/main">
            <a:pPr marL="228600" indent="-127000">
              <a:spcAft>
                <a:spcPts val="1900"/>
              </a:spcAft>
              <a:buChar char="•"/>
              <a:defRPr sz="2100">
                <a:solidFill>
                  <a:srgbClr val="1C1C1C"/>
                </a:solidFill>
                <a:latin typeface="Arial"/>
                <a:ea typeface="Arial"/>
                <a:cs typeface="Arial"/>
              </a:defRPr>
            </a:pPr>
            <a:r>
              <a:rPr sz="2100">
                <a:solidFill>
                  <a:srgbClr val="1C1C1C"/>
                </a:solidFill>
                <a:latin typeface="Arial"/>
                <a:ea typeface="Arial"/>
                <a:cs typeface="Arial"/>
              </a:rPr>
              <a:t>Memory savings concern solver depth. Reconstruction and numerical error remain.</a:t>
            </a:r>
          </a:p>
        </p:txBody>
      </p:sp>
    </p:spTree>
    <p:extLst>
      <p:ext uri="{BB962C8B-B14F-4D97-AF65-F5344CB8AC3E}">
        <p14:creationId xmlns:p14="http://schemas.microsoft.com/office/powerpoint/2010/main" val="7372526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457B467-3338-46D6-963F-0AC5C7FF75E1}"/>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1: Model Families and Experiments</a:t>
            </a:r>
          </a:p>
        </p:txBody>
      </p:sp>
      <p:sp>
        <p:nvSpPr>
          <p:cNvPr id="2" name="slide-number">
            <a:extLst xmlns:a="http://schemas.openxmlformats.org/drawingml/2006/main">
              <a:ext uri="{FF2B5EF4-FFF2-40B4-BE49-F238E27FC236}">
                <a16:creationId xmlns:a16="http://schemas.microsoft.com/office/drawing/2014/main" id="{147974C8-0CC2-4635-9C6C-CE3A60BA38C0}"/>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9</a:t>
            </a:r>
          </a:p>
        </p:txBody>
      </p:sp>
      <p:graphicFrame>
        <p:nvGraphicFramePr>
          <p:cNvPr id="3" name="">
            <a:extLst xmlns:a="http://schemas.openxmlformats.org/drawingml/2006/main">
              <a:ext uri="{FF2B5EF4-FFF2-40B4-BE49-F238E27FC236}">
                <a16:creationId xmlns:a16="http://schemas.microsoft.com/office/drawing/2014/main" id="{B0F903E9-6072-4EA9-B813-48BB8254BC49}"/>
              </a:ext>
            </a:extLst>
          </p:cNvPr>
          <p:cNvGraphicFramePr/>
          <p:nvPr/>
        </p:nvGraphicFramePr>
        <p:xfrm>
          <a:off xmlns:a="http://schemas.openxmlformats.org/drawingml/2006/main" x="590550" y="1638300"/>
          <a:ext xmlns:a="http://schemas.openxmlformats.org/drawingml/2006/main" cx="10706100" cy="3048000"/>
        </p:xfrm>
        <a:graphic xmlns:a="http://schemas.openxmlformats.org/drawingml/2006/main">
          <a:graphicData uri="http://schemas.openxmlformats.org/drawingml/2006/table">
            <a:tbl>
              <a:tblPr/>
              <a:tblGrid>
                <a:gridCol w="2762250"/>
                <a:gridCol w="4191000"/>
                <a:gridCol w="3752850"/>
              </a:tblGrid>
              <a:tr h="762000">
                <a:tc>
                  <a:txBody>
                    <a:bodyPr lIns="114300" tIns="114300" rIns="114300" bIns="114300"/>
                    <a:lstStyle/>
                    <a:p>
                      <a:r>
                        <a:rPr sz="1800" b="1">
                          <a:solidFill>
                            <a:srgbClr val="FFFFFF"/>
                          </a:solidFill>
                          <a:latin typeface="Arial"/>
                          <a:ea typeface="Arial"/>
                          <a:cs typeface="Arial"/>
                        </a:rPr>
                        <a:t>Model Family</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800" b="1">
                          <a:solidFill>
                            <a:srgbClr val="FFFFFF"/>
                          </a:solidFill>
                          <a:latin typeface="Arial"/>
                          <a:ea typeface="Arial"/>
                          <a:cs typeface="Arial"/>
                        </a:rPr>
                        <a:t>Method</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800" b="1">
                          <a:solidFill>
                            <a:srgbClr val="FFFFFF"/>
                          </a:solidFill>
                          <a:latin typeface="Arial"/>
                          <a:ea typeface="Arial"/>
                          <a:cs typeface="Arial"/>
                        </a:rPr>
                        <a:t>Evaluation</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762000">
                <a:tc>
                  <a:txBody>
                    <a:bodyPr lIns="114300" tIns="114300" rIns="114300" bIns="114300"/>
                    <a:lstStyle/>
                    <a:p>
                      <a:r>
                        <a:rPr sz="1800" b="0">
                          <a:solidFill>
                            <a:srgbClr val="1C1C1C"/>
                          </a:solidFill>
                          <a:latin typeface="Arial"/>
                          <a:ea typeface="Arial"/>
                          <a:cs typeface="Arial"/>
                        </a:rPr>
                        <a:t>ODE-Net classifier</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Replace residual blocks with an ODE module</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MNIST test error and parameter count</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762000">
                <a:tc>
                  <a:txBody>
                    <a:bodyPr lIns="114300" tIns="114300" rIns="114300" bIns="114300"/>
                    <a:lstStyle/>
                    <a:p>
                      <a:r>
                        <a:rPr sz="1800" b="0">
                          <a:solidFill>
                            <a:srgbClr val="1C1C1C"/>
                          </a:solidFill>
                          <a:latin typeface="Arial"/>
                          <a:ea typeface="Arial"/>
                          <a:cs typeface="Arial"/>
                        </a:rPr>
                        <a:t>Latent ODE</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Infer an initial latent state, integrate, then decode</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Noisy spirals with irregular samples</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762000">
                <a:tc>
                  <a:txBody>
                    <a:bodyPr lIns="114300" tIns="114300" rIns="114300" bIns="114300"/>
                    <a:lstStyle/>
                    <a:p>
                      <a:r>
                        <a:rPr sz="1800" b="0">
                          <a:solidFill>
                            <a:srgbClr val="1C1C1C"/>
                          </a:solidFill>
                          <a:latin typeface="Arial"/>
                          <a:ea typeface="Arial"/>
                          <a:cs typeface="Arial"/>
                        </a:rPr>
                        <a:t>Continuous normalizing flow</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Integrate state and log density together</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Density-estimation experiments</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pic>
        <p:nvPicPr>
          <p:cNvPr id="4" name="">
            <a:extLst xmlns:a="http://schemas.openxmlformats.org/drawingml/2006/main">
              <a:ext uri="{FF2B5EF4-FFF2-40B4-BE49-F238E27FC236}">
                <a16:creationId xmlns:a16="http://schemas.microsoft.com/office/drawing/2014/main" id="{2BC0BB85-E5BF-4506-88C5-6D072F096D46}"/>
              </a:ext>
            </a:extLst>
          </p:cNvPr>
          <p:cNvPicPr>
            <a:picLocks xmlns:a="http://schemas.openxmlformats.org/drawingml/2006/main" noChangeAspect="1"/>
          </p:cNvPicPr>
          <p:nvPr/>
        </p:nvPicPr>
        <p:blipFill>
          <a:blip xmlns:r="http://schemas.openxmlformats.org/officeDocument/2006/relationships" xmlns:a="http://schemas.openxmlformats.org/drawingml/2006/main" r:embed="Rc51e96af5bc341e6">
            <a:extLst>
              <a:ext uri="{96DAC541-7B7A-43D3-8B79-37D633B846F1}">
                <asvg:svgBlip xmlns:asvg="http://schemas.microsoft.com/office/drawing/2016/SVG/main" r:embed="R71a69cc4bb32401d"/>
              </a:ext>
            </a:extLst>
          </a:blip>
          <a:stretch xmlns:a="http://schemas.openxmlformats.org/drawingml/2006/main"/>
        </p:blipFill>
        <p:spPr>
          <a:xfrm xmlns:a="http://schemas.openxmlformats.org/drawingml/2006/main">
            <a:off x="4026924" y="5048250"/>
            <a:ext cx="3833352" cy="866775"/>
          </a:xfrm>
          <a:prstGeom xmlns:a="http://schemas.openxmlformats.org/drawingml/2006/main" prst="rect">
            <a:avLst/>
          </a:prstGeom>
        </p:spPr>
      </p:pic>
      <p:sp>
        <p:nvSpPr>
          <p:cNvPr id="5" name="source-context">
            <a:extLst xmlns:a="http://schemas.openxmlformats.org/drawingml/2006/main">
              <a:ext uri="{FF2B5EF4-FFF2-40B4-BE49-F238E27FC236}">
                <a16:creationId xmlns:a16="http://schemas.microsoft.com/office/drawing/2014/main" id="{6761D1FC-4B84-4655-A296-E86EED0910DC}"/>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The divergence of the vector field determines the continuous change in log density.</a:t>
            </a:r>
          </a:p>
        </p:txBody>
      </p:sp>
    </p:spTree>
    <p:extLst>
      <p:ext uri="{BB962C8B-B14F-4D97-AF65-F5344CB8AC3E}">
        <p14:creationId xmlns:p14="http://schemas.microsoft.com/office/powerpoint/2010/main" val="45500132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555BA8C-5FA0-416B-808F-4627BEA85D80}"/>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1: Classification Results</a:t>
            </a:r>
          </a:p>
        </p:txBody>
      </p:sp>
      <p:sp>
        <p:nvSpPr>
          <p:cNvPr id="2" name="slide-number">
            <a:extLst xmlns:a="http://schemas.openxmlformats.org/drawingml/2006/main">
              <a:ext uri="{FF2B5EF4-FFF2-40B4-BE49-F238E27FC236}">
                <a16:creationId xmlns:a16="http://schemas.microsoft.com/office/drawing/2014/main" id="{4D30E1CD-6AC2-45F6-B2FC-21B19951A3D2}"/>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10</a:t>
            </a:r>
          </a:p>
        </p:txBody>
      </p:sp>
      <p:sp>
        <p:nvSpPr>
          <p:cNvPr id="3" name="context">
            <a:extLst xmlns:a="http://schemas.openxmlformats.org/drawingml/2006/main">
              <a:ext uri="{FF2B5EF4-FFF2-40B4-BE49-F238E27FC236}">
                <a16:creationId xmlns:a16="http://schemas.microsoft.com/office/drawing/2014/main" id="{0AC26F39-907F-4C12-9374-0FA82AF43133}"/>
              </a:ext>
            </a:extLst>
          </p:cNvPr>
          <p:cNvSpPr>
            <a:spLocks xmlns:a="http://schemas.openxmlformats.org/drawingml/2006/main" noGrp="1"/>
          </p:cNvSpPr>
          <p:nvPr/>
        </p:nvSpPr>
        <p:spPr>
          <a:xfrm xmlns:a="http://schemas.openxmlformats.org/drawingml/2006/main">
            <a:off x="590550" y="1390650"/>
            <a:ext cx="10706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946E24"/>
                </a:solidFill>
                <a:latin typeface="Arial"/>
                <a:ea typeface="Arial"/>
                <a:cs typeface="Arial"/>
              </a:defRPr>
            </a:defPPr>
          </a:lstStyle>
          <a:p xmlns:a="http://schemas.openxmlformats.org/drawingml/2006/main">
            <a:pPr>
              <a:buNone/>
              <a:defRPr sz="1800">
                <a:solidFill>
                  <a:srgbClr val="946E24"/>
                </a:solidFill>
                <a:latin typeface="Arial"/>
                <a:ea typeface="Arial"/>
                <a:cs typeface="Arial"/>
              </a:defRPr>
            </a:pPr>
            <a:r>
              <a:rPr sz="1800">
                <a:solidFill>
                  <a:srgbClr val="946E24"/>
                </a:solidFill>
                <a:latin typeface="Arial"/>
                <a:ea typeface="Arial"/>
                <a:cs typeface="Arial"/>
              </a:rPr>
              <a:t>Reported MNIST Experiment</a:t>
            </a:r>
          </a:p>
        </p:txBody>
      </p:sp>
      <p:graphicFrame>
        <p:nvGraphicFramePr>
          <p:cNvPr id="4" name="">
            <a:extLst xmlns:a="http://schemas.openxmlformats.org/drawingml/2006/main">
              <a:ext uri="{FF2B5EF4-FFF2-40B4-BE49-F238E27FC236}">
                <a16:creationId xmlns:a16="http://schemas.microsoft.com/office/drawing/2014/main" id="{0C8AC629-806A-4BF0-BB60-75E91014A6A3}"/>
              </a:ext>
            </a:extLst>
          </p:cNvPr>
          <p:cNvGraphicFramePr/>
          <p:nvPr/>
        </p:nvGraphicFramePr>
        <p:xfrm>
          <a:off xmlns:a="http://schemas.openxmlformats.org/drawingml/2006/main" x="590550" y="2247900"/>
          <a:ext xmlns:a="http://schemas.openxmlformats.org/drawingml/2006/main" cx="10706100" cy="2628900"/>
        </p:xfrm>
        <a:graphic xmlns:a="http://schemas.openxmlformats.org/drawingml/2006/main">
          <a:graphicData uri="http://schemas.openxmlformats.org/drawingml/2006/table">
            <a:tbl>
              <a:tblPr/>
              <a:tblGrid>
                <a:gridCol w="2667000"/>
                <a:gridCol w="2476500"/>
                <a:gridCol w="2667000"/>
                <a:gridCol w="2895600"/>
              </a:tblGrid>
              <a:tr h="657225">
                <a:tc>
                  <a:txBody>
                    <a:bodyPr lIns="114300" tIns="114300" rIns="114300" bIns="114300"/>
                    <a:lstStyle/>
                    <a:p>
                      <a:r>
                        <a:rPr sz="1950" b="1">
                          <a:solidFill>
                            <a:srgbClr val="FFFFFF"/>
                          </a:solidFill>
                          <a:latin typeface="Arial"/>
                          <a:ea typeface="Arial"/>
                          <a:cs typeface="Arial"/>
                        </a:rPr>
                        <a:t>Model</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950" b="1">
                          <a:solidFill>
                            <a:srgbClr val="FFFFFF"/>
                          </a:solidFill>
                          <a:latin typeface="Arial"/>
                          <a:ea typeface="Arial"/>
                          <a:cs typeface="Arial"/>
                        </a:rPr>
                        <a:t>Test Error</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950" b="1">
                          <a:solidFill>
                            <a:srgbClr val="FFFFFF"/>
                          </a:solidFill>
                          <a:latin typeface="Arial"/>
                          <a:ea typeface="Arial"/>
                          <a:cs typeface="Arial"/>
                        </a:rPr>
                        <a:t>Parameters</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950" b="1">
                          <a:solidFill>
                            <a:srgbClr val="FFFFFF"/>
                          </a:solidFill>
                          <a:latin typeface="Arial"/>
                          <a:ea typeface="Arial"/>
                          <a:cs typeface="Arial"/>
                        </a:rPr>
                        <a:t>Memory in Depth</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657225">
                <a:tc>
                  <a:txBody>
                    <a:bodyPr lIns="114300" tIns="114300" rIns="114300" bIns="114300"/>
                    <a:lstStyle/>
                    <a:p>
                      <a:r>
                        <a:rPr sz="1950" b="0">
                          <a:solidFill>
                            <a:srgbClr val="1C1C1C"/>
                          </a:solidFill>
                          <a:latin typeface="Arial"/>
                          <a:ea typeface="Arial"/>
                          <a:cs typeface="Arial"/>
                        </a:rPr>
                        <a:t>ResNet</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0.41%</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0.60 million</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O(L)</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657225">
                <a:tc>
                  <a:txBody>
                    <a:bodyPr lIns="114300" tIns="114300" rIns="114300" bIns="114300"/>
                    <a:lstStyle/>
                    <a:p>
                      <a:r>
                        <a:rPr sz="1950" b="0">
                          <a:solidFill>
                            <a:srgbClr val="1C1C1C"/>
                          </a:solidFill>
                          <a:latin typeface="Arial"/>
                          <a:ea typeface="Arial"/>
                          <a:cs typeface="Arial"/>
                        </a:rPr>
                        <a:t>RK-Net</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0.47%</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0.22 million</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O(L̃)</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657225">
                <a:tc>
                  <a:txBody>
                    <a:bodyPr lIns="114300" tIns="114300" rIns="114300" bIns="114300"/>
                    <a:lstStyle/>
                    <a:p>
                      <a:r>
                        <a:rPr sz="1950" b="0">
                          <a:solidFill>
                            <a:srgbClr val="1C1C1C"/>
                          </a:solidFill>
                          <a:latin typeface="Arial"/>
                          <a:ea typeface="Arial"/>
                          <a:cs typeface="Arial"/>
                        </a:rPr>
                        <a:t>ODE-Net</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0.42%</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0.22 million</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O(1)</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sp>
        <p:nvSpPr>
          <p:cNvPr id="5" name="interpretation">
            <a:extLst xmlns:a="http://schemas.openxmlformats.org/drawingml/2006/main">
              <a:ext uri="{FF2B5EF4-FFF2-40B4-BE49-F238E27FC236}">
                <a16:creationId xmlns:a16="http://schemas.microsoft.com/office/drawing/2014/main" id="{0A11EAB1-CA0C-4CE3-AD90-812003177BDA}"/>
              </a:ext>
            </a:extLst>
          </p:cNvPr>
          <p:cNvSpPr>
            <a:spLocks xmlns:a="http://schemas.openxmlformats.org/drawingml/2006/main" noGrp="1"/>
          </p:cNvSpPr>
          <p:nvPr/>
        </p:nvSpPr>
        <p:spPr>
          <a:xfrm xmlns:a="http://schemas.openxmlformats.org/drawingml/2006/main">
            <a:off x="590550" y="5276850"/>
            <a:ext cx="1070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a:solidFill>
                  <a:srgbClr val="1C1C1C"/>
                </a:solidFill>
                <a:latin typeface="Arial"/>
                <a:ea typeface="Arial"/>
                <a:cs typeface="Arial"/>
              </a:defRPr>
            </a:defPPr>
          </a:lstStyle>
          <a:p xmlns:a="http://schemas.openxmlformats.org/drawingml/2006/main">
            <a:pPr>
              <a:buNone/>
              <a:defRPr sz="2175">
                <a:solidFill>
                  <a:srgbClr val="1C1C1C"/>
                </a:solidFill>
                <a:latin typeface="Arial"/>
                <a:ea typeface="Arial"/>
                <a:cs typeface="Arial"/>
              </a:defRPr>
            </a:pPr>
            <a:r>
              <a:rPr sz="2175">
                <a:solidFill>
                  <a:srgbClr val="1C1C1C"/>
                </a:solidFill>
                <a:latin typeface="Arial"/>
                <a:ea typeface="Arial"/>
                <a:cs typeface="Arial"/>
              </a:rPr>
              <a:t>ODE-Net achieved similar test error with fewer parameters in this experiment.</a:t>
            </a:r>
          </a:p>
        </p:txBody>
      </p:sp>
      <p:sp>
        <p:nvSpPr>
          <p:cNvPr id="6" name="source-context">
            <a:extLst xmlns:a="http://schemas.openxmlformats.org/drawingml/2006/main">
              <a:ext uri="{FF2B5EF4-FFF2-40B4-BE49-F238E27FC236}">
                <a16:creationId xmlns:a16="http://schemas.microsoft.com/office/drawing/2014/main" id="{E7ECB81A-CD41-4E34-8732-9A0C13EDCF3F}"/>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These results do not establish a universal wall-clock speed advantage. Source: Chen et al., Table 1.</a:t>
            </a:r>
          </a:p>
        </p:txBody>
      </p:sp>
    </p:spTree>
    <p:extLst>
      <p:ext uri="{BB962C8B-B14F-4D97-AF65-F5344CB8AC3E}">
        <p14:creationId xmlns:p14="http://schemas.microsoft.com/office/powerpoint/2010/main" val="99719963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27A45D4-5C2D-47EF-850A-0CFC727BFDCC}"/>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1: Irregular Time-Series Results</a:t>
            </a:r>
          </a:p>
        </p:txBody>
      </p:sp>
      <p:sp>
        <p:nvSpPr>
          <p:cNvPr id="2" name="slide-number">
            <a:extLst xmlns:a="http://schemas.openxmlformats.org/drawingml/2006/main">
              <a:ext uri="{FF2B5EF4-FFF2-40B4-BE49-F238E27FC236}">
                <a16:creationId xmlns:a16="http://schemas.microsoft.com/office/drawing/2014/main" id="{9A44F2CD-1985-4FC0-A903-CF10C6047810}"/>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11</a:t>
            </a:r>
          </a:p>
        </p:txBody>
      </p:sp>
      <p:sp>
        <p:nvSpPr>
          <p:cNvPr id="3" name="context">
            <a:extLst xmlns:a="http://schemas.openxmlformats.org/drawingml/2006/main">
              <a:ext uri="{FF2B5EF4-FFF2-40B4-BE49-F238E27FC236}">
                <a16:creationId xmlns:a16="http://schemas.microsoft.com/office/drawing/2014/main" id="{C06335B4-AC2E-48A5-A63E-235ADF43A8D2}"/>
              </a:ext>
            </a:extLst>
          </p:cNvPr>
          <p:cNvSpPr>
            <a:spLocks xmlns:a="http://schemas.openxmlformats.org/drawingml/2006/main" noGrp="1"/>
          </p:cNvSpPr>
          <p:nvPr/>
        </p:nvSpPr>
        <p:spPr>
          <a:xfrm xmlns:a="http://schemas.openxmlformats.org/drawingml/2006/main">
            <a:off x="590550" y="1390650"/>
            <a:ext cx="10706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946E24"/>
                </a:solidFill>
                <a:latin typeface="Arial"/>
                <a:ea typeface="Arial"/>
                <a:cs typeface="Arial"/>
              </a:defRPr>
            </a:defPPr>
          </a:lstStyle>
          <a:p xmlns:a="http://schemas.openxmlformats.org/drawingml/2006/main">
            <a:pPr>
              <a:buNone/>
              <a:defRPr sz="1800">
                <a:solidFill>
                  <a:srgbClr val="946E24"/>
                </a:solidFill>
                <a:latin typeface="Arial"/>
                <a:ea typeface="Arial"/>
                <a:cs typeface="Arial"/>
              </a:defRPr>
            </a:pPr>
            <a:r>
              <a:rPr sz="1800">
                <a:solidFill>
                  <a:srgbClr val="946E24"/>
                </a:solidFill>
                <a:latin typeface="Arial"/>
                <a:ea typeface="Arial"/>
                <a:cs typeface="Arial"/>
              </a:rPr>
              <a:t>Reported Predictive RMSE for Noisy Spiral Trajectories</a:t>
            </a:r>
          </a:p>
        </p:txBody>
      </p:sp>
      <p:graphicFrame>
        <p:nvGraphicFramePr>
          <p:cNvPr id="4" name="">
            <a:extLst xmlns:a="http://schemas.openxmlformats.org/drawingml/2006/main">
              <a:ext uri="{FF2B5EF4-FFF2-40B4-BE49-F238E27FC236}">
                <a16:creationId xmlns:a16="http://schemas.microsoft.com/office/drawing/2014/main" id="{B0D8E352-FA8F-422C-A135-57D582FBE955}"/>
              </a:ext>
            </a:extLst>
          </p:cNvPr>
          <p:cNvGraphicFramePr/>
          <p:nvPr/>
        </p:nvGraphicFramePr>
        <p:xfrm>
          <a:off xmlns:a="http://schemas.openxmlformats.org/drawingml/2006/main" x="590550" y="2247900"/>
          <a:ext xmlns:a="http://schemas.openxmlformats.org/drawingml/2006/main" cx="10706100" cy="2628900"/>
        </p:xfrm>
        <a:graphic xmlns:a="http://schemas.openxmlformats.org/drawingml/2006/main">
          <a:graphicData uri="http://schemas.openxmlformats.org/drawingml/2006/table">
            <a:tbl>
              <a:tblPr/>
              <a:tblGrid>
                <a:gridCol w="4191000"/>
                <a:gridCol w="3257550"/>
                <a:gridCol w="3257550"/>
              </a:tblGrid>
              <a:tr h="657225">
                <a:tc>
                  <a:txBody>
                    <a:bodyPr lIns="114300" tIns="114300" rIns="114300" bIns="114300"/>
                    <a:lstStyle/>
                    <a:p>
                      <a:r>
                        <a:rPr sz="2025" b="1">
                          <a:solidFill>
                            <a:srgbClr val="FFFFFF"/>
                          </a:solidFill>
                          <a:latin typeface="Arial"/>
                          <a:ea typeface="Arial"/>
                          <a:cs typeface="Arial"/>
                        </a:rPr>
                        <a:t>Observed Points</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2025" b="1">
                          <a:solidFill>
                            <a:srgbClr val="FFFFFF"/>
                          </a:solidFill>
                          <a:latin typeface="Arial"/>
                          <a:ea typeface="Arial"/>
                          <a:cs typeface="Arial"/>
                        </a:rPr>
                        <a:t>RNN</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2025" b="1">
                          <a:solidFill>
                            <a:srgbClr val="FFFFFF"/>
                          </a:solidFill>
                          <a:latin typeface="Arial"/>
                          <a:ea typeface="Arial"/>
                          <a:cs typeface="Arial"/>
                        </a:rPr>
                        <a:t>Latent ODE</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657225">
                <a:tc>
                  <a:txBody>
                    <a:bodyPr lIns="114300" tIns="114300" rIns="114300" bIns="114300"/>
                    <a:lstStyle/>
                    <a:p>
                      <a:r>
                        <a:rPr sz="2025" b="0">
                          <a:solidFill>
                            <a:srgbClr val="1C1C1C"/>
                          </a:solidFill>
                          <a:latin typeface="Arial"/>
                          <a:ea typeface="Arial"/>
                          <a:cs typeface="Arial"/>
                        </a:rPr>
                        <a:t>30 / 100</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0.3937</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0.1642</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657225">
                <a:tc>
                  <a:txBody>
                    <a:bodyPr lIns="114300" tIns="114300" rIns="114300" bIns="114300"/>
                    <a:lstStyle/>
                    <a:p>
                      <a:r>
                        <a:rPr sz="2025" b="0">
                          <a:solidFill>
                            <a:srgbClr val="1C1C1C"/>
                          </a:solidFill>
                          <a:latin typeface="Arial"/>
                          <a:ea typeface="Arial"/>
                          <a:cs typeface="Arial"/>
                        </a:rPr>
                        <a:t>50 / 100</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0.3202</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0.1502</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657225">
                <a:tc>
                  <a:txBody>
                    <a:bodyPr lIns="114300" tIns="114300" rIns="114300" bIns="114300"/>
                    <a:lstStyle/>
                    <a:p>
                      <a:r>
                        <a:rPr sz="2025" b="0">
                          <a:solidFill>
                            <a:srgbClr val="1C1C1C"/>
                          </a:solidFill>
                          <a:latin typeface="Arial"/>
                          <a:ea typeface="Arial"/>
                          <a:cs typeface="Arial"/>
                        </a:rPr>
                        <a:t>100 / 100</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0.1813</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0.1346</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sp>
        <p:nvSpPr>
          <p:cNvPr id="5" name="interpretation">
            <a:extLst xmlns:a="http://schemas.openxmlformats.org/drawingml/2006/main">
              <a:ext uri="{FF2B5EF4-FFF2-40B4-BE49-F238E27FC236}">
                <a16:creationId xmlns:a16="http://schemas.microsoft.com/office/drawing/2014/main" id="{993C77F0-4B83-4828-BEFF-EFFE659B6D5D}"/>
              </a:ext>
            </a:extLst>
          </p:cNvPr>
          <p:cNvSpPr>
            <a:spLocks xmlns:a="http://schemas.openxmlformats.org/drawingml/2006/main" noGrp="1"/>
          </p:cNvSpPr>
          <p:nvPr/>
        </p:nvSpPr>
        <p:spPr>
          <a:xfrm xmlns:a="http://schemas.openxmlformats.org/drawingml/2006/main">
            <a:off x="590550" y="5276850"/>
            <a:ext cx="1070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a:solidFill>
                  <a:srgbClr val="1C1C1C"/>
                </a:solidFill>
                <a:latin typeface="Arial"/>
                <a:ea typeface="Arial"/>
                <a:cs typeface="Arial"/>
              </a:defRPr>
            </a:defPPr>
          </a:lstStyle>
          <a:p xmlns:a="http://schemas.openxmlformats.org/drawingml/2006/main">
            <a:pPr>
              <a:buNone/>
              <a:defRPr sz="2175">
                <a:solidFill>
                  <a:srgbClr val="1C1C1C"/>
                </a:solidFill>
                <a:latin typeface="Arial"/>
                <a:ea typeface="Arial"/>
                <a:cs typeface="Arial"/>
              </a:defRPr>
            </a:pPr>
            <a:r>
              <a:rPr sz="2175">
                <a:solidFill>
                  <a:srgbClr val="1C1C1C"/>
                </a:solidFill>
                <a:latin typeface="Arial"/>
                <a:ea typeface="Arial"/>
                <a:cs typeface="Arial"/>
              </a:rPr>
              <a:t>Latent ODE reduced predictive error across the reported sampling levels.</a:t>
            </a:r>
          </a:p>
        </p:txBody>
      </p:sp>
      <p:sp>
        <p:nvSpPr>
          <p:cNvPr id="6" name="source-context">
            <a:extLst xmlns:a="http://schemas.openxmlformats.org/drawingml/2006/main">
              <a:ext uri="{FF2B5EF4-FFF2-40B4-BE49-F238E27FC236}">
                <a16:creationId xmlns:a16="http://schemas.microsoft.com/office/drawing/2014/main" id="{1830A6C2-EC63-45AA-AA8B-72BFB8489523}"/>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Extrapolation capability does not guarantee reliable long-horizon forecasts. Source: Chen et al., Table 2.</a:t>
            </a:r>
          </a:p>
        </p:txBody>
      </p:sp>
    </p:spTree>
    <p:extLst>
      <p:ext uri="{BB962C8B-B14F-4D97-AF65-F5344CB8AC3E}">
        <p14:creationId xmlns:p14="http://schemas.microsoft.com/office/powerpoint/2010/main" val="3688019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CE0C2383-F8CE-4D50-8D85-EB97872602E0}"/>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1: Five Takeaways</a:t>
            </a:r>
          </a:p>
        </p:txBody>
      </p:sp>
      <p:sp>
        <p:nvSpPr>
          <p:cNvPr id="2" name="slide-number">
            <a:extLst xmlns:a="http://schemas.openxmlformats.org/drawingml/2006/main">
              <a:ext uri="{FF2B5EF4-FFF2-40B4-BE49-F238E27FC236}">
                <a16:creationId xmlns:a16="http://schemas.microsoft.com/office/drawing/2014/main" id="{619A523F-75AB-4BAE-A1E6-61441FBFE9B9}"/>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12</a:t>
            </a:r>
          </a:p>
        </p:txBody>
      </p:sp>
      <p:sp>
        <p:nvSpPr>
          <p:cNvPr id="3" name="body">
            <a:extLst xmlns:a="http://schemas.openxmlformats.org/drawingml/2006/main">
              <a:ext uri="{FF2B5EF4-FFF2-40B4-BE49-F238E27FC236}">
                <a16:creationId xmlns:a16="http://schemas.microsoft.com/office/drawing/2014/main" id="{10EC932A-2D22-43ED-9A3B-B1682A4A7C49}"/>
              </a:ext>
            </a:extLst>
          </p:cNvPr>
          <p:cNvSpPr>
            <a:spLocks xmlns:a="http://schemas.openxmlformats.org/drawingml/2006/main" noGrp="1"/>
          </p:cNvSpPr>
          <p:nvPr/>
        </p:nvSpPr>
        <p:spPr>
          <a:xfrm xmlns:a="http://schemas.openxmlformats.org/drawingml/2006/main">
            <a:off x="590550" y="1762125"/>
            <a:ext cx="10706100" cy="414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a:solidFill>
                  <a:srgbClr val="1C1C1C"/>
                </a:solidFill>
                <a:latin typeface="Arial"/>
                <a:ea typeface="Arial"/>
                <a:cs typeface="Arial"/>
              </a:defRPr>
            </a:defPPr>
          </a:lstStyle>
          <a:p xmlns:a="http://schemas.openxmlformats.org/drawingml/2006/main">
            <a:pPr marL="228600" indent="-127000">
              <a:spcAft>
                <a:spcPts val="2400"/>
              </a:spcAft>
              <a:buChar char="•"/>
              <a:defRPr sz="2175">
                <a:solidFill>
                  <a:srgbClr val="1C1C1C"/>
                </a:solidFill>
                <a:latin typeface="Arial"/>
                <a:ea typeface="Arial"/>
                <a:cs typeface="Arial"/>
              </a:defRPr>
            </a:pPr>
            <a:r>
              <a:rPr sz="2175">
                <a:solidFill>
                  <a:srgbClr val="1C1C1C"/>
                </a:solidFill>
                <a:latin typeface="Arial"/>
                <a:ea typeface="Arial"/>
                <a:cs typeface="Arial"/>
              </a:rPr>
              <a:t>A neural network can learn the derivative of a continuous state.</a:t>
            </a:r>
          </a:p>
          <a:p xmlns:a="http://schemas.openxmlformats.org/drawingml/2006/main">
            <a:pPr marL="228600" indent="-127000">
              <a:spcAft>
                <a:spcPts val="2400"/>
              </a:spcAft>
              <a:buChar char="•"/>
              <a:defRPr sz="2175">
                <a:solidFill>
                  <a:srgbClr val="1C1C1C"/>
                </a:solidFill>
                <a:latin typeface="Arial"/>
                <a:ea typeface="Arial"/>
                <a:cs typeface="Arial"/>
              </a:defRPr>
            </a:pPr>
            <a:r>
              <a:rPr sz="2175">
                <a:solidFill>
                  <a:srgbClr val="1C1C1C"/>
                </a:solidFill>
                <a:latin typeface="Arial"/>
                <a:ea typeface="Arial"/>
                <a:cs typeface="Arial"/>
              </a:rPr>
              <a:t>A numerical ODE solver becomes part of the model’s computation.</a:t>
            </a:r>
          </a:p>
          <a:p xmlns:a="http://schemas.openxmlformats.org/drawingml/2006/main">
            <a:pPr marL="228600" indent="-127000">
              <a:spcAft>
                <a:spcPts val="2400"/>
              </a:spcAft>
              <a:buChar char="•"/>
              <a:defRPr sz="2175">
                <a:solidFill>
                  <a:srgbClr val="1C1C1C"/>
                </a:solidFill>
                <a:latin typeface="Arial"/>
                <a:ea typeface="Arial"/>
                <a:cs typeface="Arial"/>
              </a:defRPr>
            </a:pPr>
            <a:r>
              <a:rPr sz="2175">
                <a:solidFill>
                  <a:srgbClr val="1C1C1C"/>
                </a:solidFill>
                <a:latin typeface="Arial"/>
                <a:ea typeface="Arial"/>
                <a:cs typeface="Arial"/>
              </a:rPr>
              <a:t>Adjoint sensitivities provide a memory-efficient training route.</a:t>
            </a:r>
          </a:p>
          <a:p xmlns:a="http://schemas.openxmlformats.org/drawingml/2006/main">
            <a:pPr marL="228600" indent="-127000">
              <a:spcAft>
                <a:spcPts val="2400"/>
              </a:spcAft>
              <a:buChar char="•"/>
              <a:defRPr sz="2175">
                <a:solidFill>
                  <a:srgbClr val="1C1C1C"/>
                </a:solidFill>
                <a:latin typeface="Arial"/>
                <a:ea typeface="Arial"/>
                <a:cs typeface="Arial"/>
              </a:defRPr>
            </a:pPr>
            <a:r>
              <a:rPr sz="2175">
                <a:solidFill>
                  <a:srgbClr val="1C1C1C"/>
                </a:solidFill>
                <a:latin typeface="Arial"/>
                <a:ea typeface="Arial"/>
                <a:cs typeface="Arial"/>
              </a:rPr>
              <a:t>Latent dynamics support irregular observations.</a:t>
            </a:r>
          </a:p>
          <a:p xmlns:a="http://schemas.openxmlformats.org/drawingml/2006/main">
            <a:pPr marL="228600" indent="-127000">
              <a:spcAft>
                <a:spcPts val="2400"/>
              </a:spcAft>
              <a:buChar char="•"/>
              <a:defRPr sz="2175">
                <a:solidFill>
                  <a:srgbClr val="1C1C1C"/>
                </a:solidFill>
                <a:latin typeface="Arial"/>
                <a:ea typeface="Arial"/>
                <a:cs typeface="Arial"/>
              </a:defRPr>
            </a:pPr>
            <a:r>
              <a:rPr sz="2175">
                <a:solidFill>
                  <a:srgbClr val="1C1C1C"/>
                </a:solidFill>
                <a:latin typeface="Arial"/>
                <a:ea typeface="Arial"/>
                <a:cs typeface="Arial"/>
              </a:rPr>
              <a:t>Continuous flows link differential equations with density modeling.</a:t>
            </a:r>
          </a:p>
        </p:txBody>
      </p:sp>
    </p:spTree>
    <p:extLst>
      <p:ext uri="{BB962C8B-B14F-4D97-AF65-F5344CB8AC3E}">
        <p14:creationId xmlns:p14="http://schemas.microsoft.com/office/powerpoint/2010/main" val="185355614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989802F-F749-4436-8DCC-C8C3C36AB2BF}"/>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E0D5C0"/>
                </a:solidFill>
                <a:latin typeface="Arial"/>
                <a:ea typeface="Arial"/>
                <a:cs typeface="Arial"/>
              </a:defRPr>
            </a:defPPr>
          </a:lstStyle>
          <a:p xmlns:a="http://schemas.openxmlformats.org/drawingml/2006/main">
            <a:r>
              <a:t/>
            </a:r>
          </a:p>
        </p:txBody>
      </p:sp>
      <p:sp>
        <p:nvSpPr>
          <p:cNvPr id="2" name="slide-number">
            <a:extLst xmlns:a="http://schemas.openxmlformats.org/drawingml/2006/main">
              <a:ext uri="{FF2B5EF4-FFF2-40B4-BE49-F238E27FC236}">
                <a16:creationId xmlns:a16="http://schemas.microsoft.com/office/drawing/2014/main" id="{669ABA1A-9171-4AAB-8584-CFD8368579D8}"/>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E0D5C0"/>
                </a:solidFill>
                <a:latin typeface="Arial"/>
                <a:ea typeface="Arial"/>
                <a:cs typeface="Arial"/>
              </a:defRPr>
            </a:defPPr>
          </a:lstStyle>
          <a:p xmlns:a="http://schemas.openxmlformats.org/drawingml/2006/main">
            <a:pPr algn="r">
              <a:buNone/>
              <a:defRPr sz="1200">
                <a:solidFill>
                  <a:srgbClr val="E0D5C0"/>
                </a:solidFill>
                <a:latin typeface="Arial"/>
                <a:ea typeface="Arial"/>
                <a:cs typeface="Arial"/>
              </a:defRPr>
            </a:pPr>
            <a:r>
              <a:rPr sz="1200">
                <a:solidFill>
                  <a:srgbClr val="E0D5C0"/>
                </a:solidFill>
                <a:latin typeface="Arial"/>
                <a:ea typeface="Arial"/>
                <a:cs typeface="Arial"/>
              </a:rPr>
              <a:t>13</a:t>
            </a:r>
          </a:p>
        </p:txBody>
      </p:sp>
      <p:sp>
        <p:nvSpPr>
          <p:cNvPr id="3" name="section-kicker">
            <a:extLst xmlns:a="http://schemas.openxmlformats.org/drawingml/2006/main">
              <a:ext uri="{FF2B5EF4-FFF2-40B4-BE49-F238E27FC236}">
                <a16:creationId xmlns:a16="http://schemas.microsoft.com/office/drawing/2014/main" id="{A501781B-8895-41FA-8A6A-7EC64EFEA40B}"/>
              </a:ext>
            </a:extLst>
          </p:cNvPr>
          <p:cNvSpPr>
            <a:spLocks xmlns:a="http://schemas.openxmlformats.org/drawingml/2006/main" noGrp="1"/>
          </p:cNvSpPr>
          <p:nvPr/>
        </p:nvSpPr>
        <p:spPr>
          <a:xfrm xmlns:a="http://schemas.openxmlformats.org/drawingml/2006/main">
            <a:off x="590550" y="1752600"/>
            <a:ext cx="10706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E0D5C0"/>
                </a:solidFill>
                <a:latin typeface="Arial"/>
                <a:ea typeface="Arial"/>
                <a:cs typeface="Arial"/>
              </a:defRPr>
            </a:defPPr>
          </a:lstStyle>
          <a:p xmlns:a="http://schemas.openxmlformats.org/drawingml/2006/main">
            <a:pPr>
              <a:buNone/>
              <a:defRPr sz="2100">
                <a:solidFill>
                  <a:srgbClr val="E0D5C0"/>
                </a:solidFill>
                <a:latin typeface="Arial"/>
                <a:ea typeface="Arial"/>
                <a:cs typeface="Arial"/>
              </a:defRPr>
            </a:pPr>
            <a:r>
              <a:rPr sz="2100">
                <a:solidFill>
                  <a:srgbClr val="E0D5C0"/>
                </a:solidFill>
                <a:latin typeface="Arial"/>
                <a:ea typeface="Arial"/>
                <a:cs typeface="Arial"/>
              </a:rPr>
              <a:t>Paper 2</a:t>
            </a:r>
          </a:p>
        </p:txBody>
      </p:sp>
      <p:sp>
        <p:nvSpPr>
          <p:cNvPr id="4" name="section-paper-title">
            <a:extLst xmlns:a="http://schemas.openxmlformats.org/drawingml/2006/main">
              <a:ext uri="{FF2B5EF4-FFF2-40B4-BE49-F238E27FC236}">
                <a16:creationId xmlns:a16="http://schemas.microsoft.com/office/drawing/2014/main" id="{31447164-4EED-413E-A39E-FF995DC11A61}"/>
              </a:ext>
            </a:extLst>
          </p:cNvPr>
          <p:cNvSpPr>
            <a:spLocks xmlns:a="http://schemas.openxmlformats.org/drawingml/2006/main" noGrp="1"/>
          </p:cNvSpPr>
          <p:nvPr/>
        </p:nvSpPr>
        <p:spPr>
          <a:xfrm xmlns:a="http://schemas.openxmlformats.org/drawingml/2006/main">
            <a:off x="590550" y="2333625"/>
            <a:ext cx="107061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a:solidFill>
                  <a:srgbClr val="E0D5C0"/>
                </a:solidFill>
                <a:latin typeface="Arial"/>
                <a:ea typeface="Arial"/>
                <a:cs typeface="Arial"/>
              </a:defRPr>
            </a:defPPr>
          </a:lstStyle>
          <a:p xmlns:a="http://schemas.openxmlformats.org/drawingml/2006/main">
            <a:pPr>
              <a:buNone/>
              <a:defRPr sz="4500">
                <a:solidFill>
                  <a:srgbClr val="E0D5C0"/>
                </a:solidFill>
                <a:latin typeface="Arial"/>
                <a:ea typeface="Arial"/>
                <a:cs typeface="Arial"/>
              </a:defRPr>
            </a:pPr>
            <a:r>
              <a:rPr sz="4500">
                <a:solidFill>
                  <a:srgbClr val="E0D5C0"/>
                </a:solidFill>
                <a:latin typeface="Arial"/>
                <a:ea typeface="Arial"/>
                <a:cs typeface="Arial"/>
              </a:rPr>
              <a:t>Augmented Neural ODEs</a:t>
            </a:r>
          </a:p>
        </p:txBody>
      </p:sp>
      <p:sp>
        <p:nvSpPr>
          <p:cNvPr id="5" name="section-authors">
            <a:extLst xmlns:a="http://schemas.openxmlformats.org/drawingml/2006/main">
              <a:ext uri="{FF2B5EF4-FFF2-40B4-BE49-F238E27FC236}">
                <a16:creationId xmlns:a16="http://schemas.microsoft.com/office/drawing/2014/main" id="{50C1485B-3F4E-406D-9868-CFFC284EB6F6}"/>
              </a:ext>
            </a:extLst>
          </p:cNvPr>
          <p:cNvSpPr>
            <a:spLocks xmlns:a="http://schemas.openxmlformats.org/drawingml/2006/main" noGrp="1"/>
          </p:cNvSpPr>
          <p:nvPr/>
        </p:nvSpPr>
        <p:spPr>
          <a:xfrm xmlns:a="http://schemas.openxmlformats.org/drawingml/2006/main">
            <a:off x="590550" y="4333875"/>
            <a:ext cx="1070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FFFFFF"/>
                </a:solidFill>
                <a:latin typeface="Arial"/>
                <a:ea typeface="Arial"/>
                <a:cs typeface="Arial"/>
              </a:defRPr>
            </a:defPPr>
          </a:lstStyle>
          <a:p xmlns:a="http://schemas.openxmlformats.org/drawingml/2006/main">
            <a:pPr>
              <a:buNone/>
              <a:defRPr sz="2100">
                <a:solidFill>
                  <a:srgbClr val="FFFFFF"/>
                </a:solidFill>
                <a:latin typeface="Arial"/>
                <a:ea typeface="Arial"/>
                <a:cs typeface="Arial"/>
              </a:defRPr>
            </a:pPr>
            <a:r>
              <a:rPr sz="2100">
                <a:solidFill>
                  <a:srgbClr val="FFFFFF"/>
                </a:solidFill>
                <a:latin typeface="Arial"/>
                <a:ea typeface="Arial"/>
                <a:cs typeface="Arial"/>
              </a:rPr>
              <a:t>Dupont, Doucet, and Teh</a:t>
            </a:r>
          </a:p>
        </p:txBody>
      </p:sp>
      <p:sp>
        <p:nvSpPr>
          <p:cNvPr id="6" name="section-venue">
            <a:extLst xmlns:a="http://schemas.openxmlformats.org/drawingml/2006/main">
              <a:ext uri="{FF2B5EF4-FFF2-40B4-BE49-F238E27FC236}">
                <a16:creationId xmlns:a16="http://schemas.microsoft.com/office/drawing/2014/main" id="{AE3682E2-DFB3-4325-BE7F-CA5914A3EE3D}"/>
              </a:ext>
            </a:extLst>
          </p:cNvPr>
          <p:cNvSpPr>
            <a:spLocks xmlns:a="http://schemas.openxmlformats.org/drawingml/2006/main" noGrp="1"/>
          </p:cNvSpPr>
          <p:nvPr/>
        </p:nvSpPr>
        <p:spPr>
          <a:xfrm xmlns:a="http://schemas.openxmlformats.org/drawingml/2006/main">
            <a:off x="590550" y="5210175"/>
            <a:ext cx="10706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E0D5C0"/>
                </a:solidFill>
                <a:latin typeface="Arial"/>
                <a:ea typeface="Arial"/>
                <a:cs typeface="Arial"/>
              </a:defRPr>
            </a:defPPr>
          </a:lstStyle>
          <a:p xmlns:a="http://schemas.openxmlformats.org/drawingml/2006/main">
            <a:pPr>
              <a:buNone/>
              <a:defRPr sz="1875">
                <a:solidFill>
                  <a:srgbClr val="E0D5C0"/>
                </a:solidFill>
                <a:latin typeface="Arial"/>
                <a:ea typeface="Arial"/>
                <a:cs typeface="Arial"/>
              </a:defRPr>
            </a:pPr>
            <a:r>
              <a:rPr sz="1875">
                <a:solidFill>
                  <a:srgbClr val="E0D5C0"/>
                </a:solidFill>
                <a:latin typeface="Arial"/>
                <a:ea typeface="Arial"/>
                <a:cs typeface="Arial"/>
              </a:rPr>
              <a:t>NeurIPS 2019</a:t>
            </a:r>
          </a:p>
        </p:txBody>
      </p:sp>
    </p:spTree>
    <p:extLst>
      <p:ext uri="{BB962C8B-B14F-4D97-AF65-F5344CB8AC3E}">
        <p14:creationId xmlns:p14="http://schemas.microsoft.com/office/powerpoint/2010/main" val="996680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9197095-2812-4E6D-A036-1F607525704F}"/>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2: Overview</a:t>
            </a:r>
          </a:p>
        </p:txBody>
      </p:sp>
      <p:sp>
        <p:nvSpPr>
          <p:cNvPr id="2" name="slide-number">
            <a:extLst xmlns:a="http://schemas.openxmlformats.org/drawingml/2006/main">
              <a:ext uri="{FF2B5EF4-FFF2-40B4-BE49-F238E27FC236}">
                <a16:creationId xmlns:a16="http://schemas.microsoft.com/office/drawing/2014/main" id="{8A6AD6BD-0E2A-46DB-95DD-DE936C0D763D}"/>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14</a:t>
            </a:r>
          </a:p>
        </p:txBody>
      </p:sp>
      <p:sp>
        <p:nvSpPr>
          <p:cNvPr id="3" name="context">
            <a:extLst xmlns:a="http://schemas.openxmlformats.org/drawingml/2006/main">
              <a:ext uri="{FF2B5EF4-FFF2-40B4-BE49-F238E27FC236}">
                <a16:creationId xmlns:a16="http://schemas.microsoft.com/office/drawing/2014/main" id="{A6087B39-D07E-472A-8C23-7E1DA9CAEE23}"/>
              </a:ext>
            </a:extLst>
          </p:cNvPr>
          <p:cNvSpPr>
            <a:spLocks xmlns:a="http://schemas.openxmlformats.org/drawingml/2006/main" noGrp="1"/>
          </p:cNvSpPr>
          <p:nvPr/>
        </p:nvSpPr>
        <p:spPr>
          <a:xfrm xmlns:a="http://schemas.openxmlformats.org/drawingml/2006/main">
            <a:off x="590550" y="1390650"/>
            <a:ext cx="10706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946E24"/>
                </a:solidFill>
                <a:latin typeface="Arial"/>
                <a:ea typeface="Arial"/>
                <a:cs typeface="Arial"/>
              </a:defRPr>
            </a:defPPr>
          </a:lstStyle>
          <a:p xmlns:a="http://schemas.openxmlformats.org/drawingml/2006/main">
            <a:pPr>
              <a:buNone/>
              <a:defRPr sz="1800">
                <a:solidFill>
                  <a:srgbClr val="946E24"/>
                </a:solidFill>
                <a:latin typeface="Arial"/>
                <a:ea typeface="Arial"/>
                <a:cs typeface="Arial"/>
              </a:defRPr>
            </a:pPr>
            <a:r>
              <a:rPr sz="1800">
                <a:solidFill>
                  <a:srgbClr val="946E24"/>
                </a:solidFill>
                <a:latin typeface="Arial"/>
                <a:ea typeface="Arial"/>
                <a:cs typeface="Arial"/>
              </a:rPr>
              <a:t>Dupont, Doucet, and Teh · NeurIPS 2019</a:t>
            </a:r>
          </a:p>
        </p:txBody>
      </p:sp>
      <p:sp>
        <p:nvSpPr>
          <p:cNvPr id="4" name="research-question">
            <a:extLst xmlns:a="http://schemas.openxmlformats.org/drawingml/2006/main">
              <a:ext uri="{FF2B5EF4-FFF2-40B4-BE49-F238E27FC236}">
                <a16:creationId xmlns:a16="http://schemas.microsoft.com/office/drawing/2014/main" id="{AA6CAD94-5150-46D2-BC53-58161AE119BE}"/>
              </a:ext>
            </a:extLst>
          </p:cNvPr>
          <p:cNvSpPr>
            <a:spLocks xmlns:a="http://schemas.openxmlformats.org/drawingml/2006/main" noGrp="1"/>
          </p:cNvSpPr>
          <p:nvPr/>
        </p:nvSpPr>
        <p:spPr>
          <a:xfrm xmlns:a="http://schemas.openxmlformats.org/drawingml/2006/main">
            <a:off x="590550" y="2057400"/>
            <a:ext cx="107061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a:solidFill>
                  <a:srgbClr val="1C1C1C"/>
                </a:solidFill>
                <a:latin typeface="Arial"/>
                <a:ea typeface="Arial"/>
                <a:cs typeface="Arial"/>
              </a:defRPr>
            </a:defPPr>
          </a:lstStyle>
          <a:p xmlns:a="http://schemas.openxmlformats.org/drawingml/2006/main">
            <a:pPr>
              <a:buNone/>
              <a:defRPr sz="2400">
                <a:solidFill>
                  <a:srgbClr val="1C1C1C"/>
                </a:solidFill>
                <a:latin typeface="Arial"/>
                <a:ea typeface="Arial"/>
                <a:cs typeface="Arial"/>
              </a:defRPr>
            </a:pPr>
            <a:r>
              <a:rPr sz="2400">
                <a:solidFill>
                  <a:srgbClr val="1C1C1C"/>
                </a:solidFill>
                <a:latin typeface="Arial"/>
                <a:ea typeface="Arial"/>
                <a:cs typeface="Arial"/>
              </a:rPr>
              <a:t>Research question: Which flow restrictions can added state coordinates address?</a:t>
            </a:r>
          </a:p>
        </p:txBody>
      </p:sp>
      <p:sp>
        <p:nvSpPr>
          <p:cNvPr id="5" name="body">
            <a:extLst xmlns:a="http://schemas.openxmlformats.org/drawingml/2006/main">
              <a:ext uri="{FF2B5EF4-FFF2-40B4-BE49-F238E27FC236}">
                <a16:creationId xmlns:a16="http://schemas.microsoft.com/office/drawing/2014/main" id="{09E3514C-A2E2-4EB4-AEA2-6346863B583B}"/>
              </a:ext>
            </a:extLst>
          </p:cNvPr>
          <p:cNvSpPr>
            <a:spLocks xmlns:a="http://schemas.openxmlformats.org/drawingml/2006/main" noGrp="1"/>
          </p:cNvSpPr>
          <p:nvPr/>
        </p:nvSpPr>
        <p:spPr>
          <a:xfrm xmlns:a="http://schemas.openxmlformats.org/drawingml/2006/main">
            <a:off x="590550" y="3105150"/>
            <a:ext cx="57340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marL="228600" indent="-127000">
              <a:spcAft>
                <a:spcPts val="2300"/>
              </a:spcAft>
              <a:buChar char="•"/>
              <a:defRPr sz="2100">
                <a:solidFill>
                  <a:srgbClr val="1C1C1C"/>
                </a:solidFill>
                <a:latin typeface="Arial"/>
                <a:ea typeface="Arial"/>
                <a:cs typeface="Arial"/>
              </a:defRPr>
            </a:pPr>
            <a:r>
              <a:rPr sz="2100">
                <a:solidFill>
                  <a:srgbClr val="1C1C1C"/>
                </a:solidFill>
                <a:latin typeface="Arial"/>
                <a:ea typeface="Arial"/>
                <a:cs typeface="Arial"/>
              </a:rPr>
              <a:t>Under regularity assumptions, a fixed-time flow preserves topology.</a:t>
            </a:r>
          </a:p>
          <a:p xmlns:a="http://schemas.openxmlformats.org/drawingml/2006/main">
            <a:pPr marL="228600" indent="-127000">
              <a:spcAft>
                <a:spcPts val="2300"/>
              </a:spcAft>
              <a:buChar char="•"/>
              <a:defRPr sz="2100">
                <a:solidFill>
                  <a:srgbClr val="1C1C1C"/>
                </a:solidFill>
                <a:latin typeface="Arial"/>
                <a:ea typeface="Arial"/>
                <a:cs typeface="Arial"/>
              </a:defRPr>
            </a:pPr>
            <a:r>
              <a:rPr sz="2100">
                <a:solidFill>
                  <a:srgbClr val="1C1C1C"/>
                </a:solidFill>
                <a:latin typeface="Arial"/>
                <a:ea typeface="Arial"/>
                <a:cs typeface="Arial"/>
              </a:rPr>
              <a:t>Distinct full states cannot merge at a common time.</a:t>
            </a:r>
          </a:p>
          <a:p xmlns:a="http://schemas.openxmlformats.org/drawingml/2006/main">
            <a:pPr marL="228600" indent="-127000">
              <a:spcAft>
                <a:spcPts val="2300"/>
              </a:spcAft>
              <a:buChar char="•"/>
              <a:defRPr sz="2100">
                <a:solidFill>
                  <a:srgbClr val="1C1C1C"/>
                </a:solidFill>
                <a:latin typeface="Arial"/>
                <a:ea typeface="Arial"/>
                <a:cs typeface="Arial"/>
              </a:defRPr>
            </a:pPr>
            <a:r>
              <a:rPr sz="2100">
                <a:solidFill>
                  <a:srgbClr val="1C1C1C"/>
                </a:solidFill>
                <a:latin typeface="Arial"/>
                <a:ea typeface="Arial"/>
                <a:cs typeface="Arial"/>
              </a:rPr>
              <a:t>Difficult transformations can require complicated, expensive flows.</a:t>
            </a:r>
          </a:p>
        </p:txBody>
      </p:sp>
      <p:pic>
        <p:nvPicPr>
          <p:cNvPr id="6" name="">
            <a:extLst xmlns:a="http://schemas.openxmlformats.org/drawingml/2006/main">
              <a:ext uri="{FF2B5EF4-FFF2-40B4-BE49-F238E27FC236}">
                <a16:creationId xmlns:a16="http://schemas.microsoft.com/office/drawing/2014/main" id="{61F35BB1-B589-42CB-8624-CB06D0CE9EAA}"/>
              </a:ext>
            </a:extLst>
          </p:cNvPr>
          <p:cNvPicPr>
            <a:picLocks xmlns:a="http://schemas.openxmlformats.org/drawingml/2006/main" noChangeAspect="1"/>
          </p:cNvPicPr>
          <p:nvPr/>
        </p:nvPicPr>
        <p:blipFill>
          <a:blip xmlns:r="http://schemas.openxmlformats.org/officeDocument/2006/relationships" xmlns:a="http://schemas.openxmlformats.org/drawingml/2006/main" r:embed="R35775e0144004626"/>
          <a:stretch xmlns:a="http://schemas.openxmlformats.org/drawingml/2006/main"/>
        </p:blipFill>
        <p:spPr>
          <a:xfrm xmlns:a="http://schemas.openxmlformats.org/drawingml/2006/main">
            <a:off x="6572250" y="3276600"/>
            <a:ext cx="4724400" cy="1847850"/>
          </a:xfrm>
          <a:prstGeom xmlns:a="http://schemas.openxmlformats.org/drawingml/2006/main" prst="rect">
            <a:avLst/>
          </a:prstGeom>
        </p:spPr>
      </p:pic>
      <p:sp>
        <p:nvSpPr>
          <p:cNvPr id="7" name="source-context">
            <a:extLst xmlns:a="http://schemas.openxmlformats.org/drawingml/2006/main">
              <a:ext uri="{FF2B5EF4-FFF2-40B4-BE49-F238E27FC236}">
                <a16:creationId xmlns:a16="http://schemas.microsoft.com/office/drawing/2014/main" id="{3EBDC584-60D5-4D31-ACEB-D58519FCC800}"/>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The restriction concerns the flow and its architecture. Projections and readouts can change what is observed.</a:t>
            </a:r>
          </a:p>
        </p:txBody>
      </p:sp>
    </p:spTree>
    <p:extLst>
      <p:ext uri="{BB962C8B-B14F-4D97-AF65-F5344CB8AC3E}">
        <p14:creationId xmlns:p14="http://schemas.microsoft.com/office/powerpoint/2010/main" val="11561093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DAAC71E-AF00-496B-89D2-4C8F71AD08B4}"/>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2: Augmentation Method</a:t>
            </a:r>
          </a:p>
        </p:txBody>
      </p:sp>
      <p:sp>
        <p:nvSpPr>
          <p:cNvPr id="2" name="slide-number">
            <a:extLst xmlns:a="http://schemas.openxmlformats.org/drawingml/2006/main">
              <a:ext uri="{FF2B5EF4-FFF2-40B4-BE49-F238E27FC236}">
                <a16:creationId xmlns:a16="http://schemas.microsoft.com/office/drawing/2014/main" id="{00406ACF-6924-4980-95C6-6BAE6AAEFC1C}"/>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4077A4B1-E94E-493A-8B59-E951DB75F407}"/>
              </a:ext>
            </a:extLst>
          </p:cNvPr>
          <p:cNvPicPr>
            <a:picLocks xmlns:a="http://schemas.openxmlformats.org/drawingml/2006/main" noChangeAspect="1"/>
          </p:cNvPicPr>
          <p:nvPr/>
        </p:nvPicPr>
        <p:blipFill>
          <a:blip xmlns:r="http://schemas.openxmlformats.org/officeDocument/2006/relationships" xmlns:a="http://schemas.openxmlformats.org/drawingml/2006/main" r:embed="R91eb31564b42481d">
            <a:extLst>
              <a:ext uri="{96DAC541-7B7A-43D3-8B79-37D633B846F1}">
                <asvg:svgBlip xmlns:asvg="http://schemas.microsoft.com/office/drawing/2016/SVG/main" r:embed="R29586d5b7f424747"/>
              </a:ext>
            </a:extLst>
          </a:blip>
          <a:stretch xmlns:a="http://schemas.openxmlformats.org/drawingml/2006/main"/>
        </p:blipFill>
        <p:spPr>
          <a:xfrm xmlns:a="http://schemas.openxmlformats.org/drawingml/2006/main">
            <a:off x="1098565" y="1581150"/>
            <a:ext cx="9690071" cy="1400175"/>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98BC2975-708A-4934-9000-D6485D787617}"/>
              </a:ext>
            </a:extLst>
          </p:cNvPr>
          <p:cNvSpPr>
            <a:spLocks xmlns:a="http://schemas.openxmlformats.org/drawingml/2006/main" noGrp="1"/>
          </p:cNvSpPr>
          <p:nvPr/>
        </p:nvSpPr>
        <p:spPr>
          <a:xfrm xmlns:a="http://schemas.openxmlformats.org/drawingml/2006/main">
            <a:off x="590550" y="3467100"/>
            <a:ext cx="107061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marL="228600" indent="-127000">
              <a:spcAft>
                <a:spcPts val="1800"/>
              </a:spcAft>
              <a:buChar char="•"/>
              <a:defRPr sz="2100">
                <a:solidFill>
                  <a:srgbClr val="1C1C1C"/>
                </a:solidFill>
                <a:latin typeface="Arial"/>
                <a:ea typeface="Arial"/>
                <a:cs typeface="Arial"/>
              </a:defRPr>
            </a:pPr>
            <a:r>
              <a:rPr sz="2100">
                <a:solidFill>
                  <a:srgbClr val="1C1C1C"/>
                </a:solidFill>
                <a:latin typeface="Arial"/>
                <a:ea typeface="Arial"/>
                <a:cs typeface="Arial"/>
              </a:rPr>
              <a:t>Append extra coordinates, initialized at zero, to the original state.</a:t>
            </a:r>
          </a:p>
          <a:p xmlns:a="http://schemas.openxmlformats.org/drawingml/2006/main">
            <a:pPr marL="228600" indent="-127000">
              <a:spcAft>
                <a:spcPts val="1800"/>
              </a:spcAft>
              <a:buChar char="•"/>
              <a:defRPr sz="2100">
                <a:solidFill>
                  <a:srgbClr val="1C1C1C"/>
                </a:solidFill>
                <a:latin typeface="Arial"/>
                <a:ea typeface="Arial"/>
                <a:cs typeface="Arial"/>
              </a:defRPr>
            </a:pPr>
            <a:r>
              <a:rPr sz="2100">
                <a:solidFill>
                  <a:srgbClr val="1C1C1C"/>
                </a:solidFill>
                <a:latin typeface="Arial"/>
                <a:ea typeface="Arial"/>
                <a:cs typeface="Arial"/>
              </a:rPr>
              <a:t>Learn dynamics in the expanded state space.</a:t>
            </a:r>
          </a:p>
          <a:p xmlns:a="http://schemas.openxmlformats.org/drawingml/2006/main">
            <a:pPr marL="228600" indent="-127000">
              <a:spcAft>
                <a:spcPts val="1800"/>
              </a:spcAft>
              <a:buChar char="•"/>
              <a:defRPr sz="2100">
                <a:solidFill>
                  <a:srgbClr val="1C1C1C"/>
                </a:solidFill>
                <a:latin typeface="Arial"/>
                <a:ea typeface="Arial"/>
                <a:cs typeface="Arial"/>
              </a:defRPr>
            </a:pPr>
            <a:r>
              <a:rPr sz="2100">
                <a:solidFill>
                  <a:srgbClr val="1C1C1C"/>
                </a:solidFill>
                <a:latin typeface="Arial"/>
                <a:ea typeface="Arial"/>
                <a:cs typeface="Arial"/>
              </a:rPr>
              <a:t>Apply a projection or readout to obtain the desired output.</a:t>
            </a:r>
          </a:p>
          <a:p xmlns:a="http://schemas.openxmlformats.org/drawingml/2006/main">
            <a:pPr marL="228600" indent="-127000">
              <a:spcAft>
                <a:spcPts val="1800"/>
              </a:spcAft>
              <a:buChar char="•"/>
              <a:defRPr sz="2100">
                <a:solidFill>
                  <a:srgbClr val="1C1C1C"/>
                </a:solidFill>
                <a:latin typeface="Arial"/>
                <a:ea typeface="Arial"/>
                <a:cs typeface="Arial"/>
              </a:defRPr>
            </a:pPr>
            <a:r>
              <a:rPr sz="2100">
                <a:solidFill>
                  <a:srgbClr val="1C1C1C"/>
                </a:solidFill>
                <a:latin typeface="Arial"/>
                <a:ea typeface="Arial"/>
                <a:cs typeface="Arial"/>
              </a:rPr>
              <a:t>Full-state uniqueness remains. Projected trajectories have more flexibility.</a:t>
            </a:r>
          </a:p>
        </p:txBody>
      </p:sp>
    </p:spTree>
    <p:extLst>
      <p:ext uri="{BB962C8B-B14F-4D97-AF65-F5344CB8AC3E}">
        <p14:creationId xmlns:p14="http://schemas.microsoft.com/office/powerpoint/2010/main" val="167100295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FCD5630-D5FB-4929-B4C9-F73E4E86E64B}"/>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2: Reported Image Results</a:t>
            </a:r>
          </a:p>
        </p:txBody>
      </p:sp>
      <p:sp>
        <p:nvSpPr>
          <p:cNvPr id="2" name="slide-number">
            <a:extLst xmlns:a="http://schemas.openxmlformats.org/drawingml/2006/main">
              <a:ext uri="{FF2B5EF4-FFF2-40B4-BE49-F238E27FC236}">
                <a16:creationId xmlns:a16="http://schemas.microsoft.com/office/drawing/2014/main" id="{E4E5471F-2D66-432E-98AB-EF0549C32134}"/>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16</a:t>
            </a:r>
          </a:p>
        </p:txBody>
      </p:sp>
      <p:sp>
        <p:nvSpPr>
          <p:cNvPr id="3" name="context">
            <a:extLst xmlns:a="http://schemas.openxmlformats.org/drawingml/2006/main">
              <a:ext uri="{FF2B5EF4-FFF2-40B4-BE49-F238E27FC236}">
                <a16:creationId xmlns:a16="http://schemas.microsoft.com/office/drawing/2014/main" id="{2C0A63A4-287B-420B-9A7D-02550D4987AD}"/>
              </a:ext>
            </a:extLst>
          </p:cNvPr>
          <p:cNvSpPr>
            <a:spLocks xmlns:a="http://schemas.openxmlformats.org/drawingml/2006/main" noGrp="1"/>
          </p:cNvSpPr>
          <p:nvPr/>
        </p:nvSpPr>
        <p:spPr>
          <a:xfrm xmlns:a="http://schemas.openxmlformats.org/drawingml/2006/main">
            <a:off x="590550" y="1390650"/>
            <a:ext cx="10706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946E24"/>
                </a:solidFill>
                <a:latin typeface="Arial"/>
                <a:ea typeface="Arial"/>
                <a:cs typeface="Arial"/>
              </a:defRPr>
            </a:defPPr>
          </a:lstStyle>
          <a:p xmlns:a="http://schemas.openxmlformats.org/drawingml/2006/main">
            <a:pPr>
              <a:buNone/>
              <a:defRPr sz="1800">
                <a:solidFill>
                  <a:srgbClr val="946E24"/>
                </a:solidFill>
                <a:latin typeface="Arial"/>
                <a:ea typeface="Arial"/>
                <a:cs typeface="Arial"/>
              </a:defRPr>
            </a:pPr>
            <a:r>
              <a:rPr sz="1800">
                <a:solidFill>
                  <a:srgbClr val="946E24"/>
                </a:solidFill>
                <a:latin typeface="Arial"/>
                <a:ea typeface="Arial"/>
                <a:cs typeface="Arial"/>
              </a:rPr>
              <a:t>Test Accuracy: Mean ± Standard Deviation over Five Runs</a:t>
            </a:r>
          </a:p>
        </p:txBody>
      </p:sp>
      <p:graphicFrame>
        <p:nvGraphicFramePr>
          <p:cNvPr id="4" name="">
            <a:extLst xmlns:a="http://schemas.openxmlformats.org/drawingml/2006/main">
              <a:ext uri="{FF2B5EF4-FFF2-40B4-BE49-F238E27FC236}">
                <a16:creationId xmlns:a16="http://schemas.microsoft.com/office/drawing/2014/main" id="{E357BF60-9C64-471B-8FE6-10052813D89C}"/>
              </a:ext>
            </a:extLst>
          </p:cNvPr>
          <p:cNvGraphicFramePr/>
          <p:nvPr/>
        </p:nvGraphicFramePr>
        <p:xfrm>
          <a:off xmlns:a="http://schemas.openxmlformats.org/drawingml/2006/main" x="590550" y="2247900"/>
          <a:ext xmlns:a="http://schemas.openxmlformats.org/drawingml/2006/main" cx="10706100" cy="2628900"/>
        </p:xfrm>
        <a:graphic xmlns:a="http://schemas.openxmlformats.org/drawingml/2006/main">
          <a:graphicData uri="http://schemas.openxmlformats.org/drawingml/2006/table">
            <a:tbl>
              <a:tblPr/>
              <a:tblGrid>
                <a:gridCol w="3657600"/>
                <a:gridCol w="3524250"/>
                <a:gridCol w="3524250"/>
              </a:tblGrid>
              <a:tr h="657225">
                <a:tc>
                  <a:txBody>
                    <a:bodyPr lIns="114300" tIns="114300" rIns="114300" bIns="114300"/>
                    <a:lstStyle/>
                    <a:p>
                      <a:r>
                        <a:rPr sz="2025" b="1">
                          <a:solidFill>
                            <a:srgbClr val="FFFFFF"/>
                          </a:solidFill>
                          <a:latin typeface="Arial"/>
                          <a:ea typeface="Arial"/>
                          <a:cs typeface="Arial"/>
                        </a:rPr>
                        <a:t>Dataset</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2025" b="1">
                          <a:solidFill>
                            <a:srgbClr val="FFFFFF"/>
                          </a:solidFill>
                          <a:latin typeface="Arial"/>
                          <a:ea typeface="Arial"/>
                          <a:cs typeface="Arial"/>
                        </a:rPr>
                        <a:t>NODE</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2025" b="1">
                          <a:solidFill>
                            <a:srgbClr val="FFFFFF"/>
                          </a:solidFill>
                          <a:latin typeface="Arial"/>
                          <a:ea typeface="Arial"/>
                          <a:cs typeface="Arial"/>
                        </a:rPr>
                        <a:t>ANODE</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657225">
                <a:tc>
                  <a:txBody>
                    <a:bodyPr lIns="114300" tIns="114300" rIns="114300" bIns="114300"/>
                    <a:lstStyle/>
                    <a:p>
                      <a:r>
                        <a:rPr sz="2025" b="0">
                          <a:solidFill>
                            <a:srgbClr val="1C1C1C"/>
                          </a:solidFill>
                          <a:latin typeface="Arial"/>
                          <a:ea typeface="Arial"/>
                          <a:cs typeface="Arial"/>
                        </a:rPr>
                        <a:t>MNIST</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96.4% ± 0.5</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98.2% ± 0.1</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657225">
                <a:tc>
                  <a:txBody>
                    <a:bodyPr lIns="114300" tIns="114300" rIns="114300" bIns="114300"/>
                    <a:lstStyle/>
                    <a:p>
                      <a:r>
                        <a:rPr sz="2025" b="0">
                          <a:solidFill>
                            <a:srgbClr val="1C1C1C"/>
                          </a:solidFill>
                          <a:latin typeface="Arial"/>
                          <a:ea typeface="Arial"/>
                          <a:cs typeface="Arial"/>
                        </a:rPr>
                        <a:t>CIFAR10</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53.7% ± 0.2</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60.6% ± 0.4</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657225">
                <a:tc>
                  <a:txBody>
                    <a:bodyPr lIns="114300" tIns="114300" rIns="114300" bIns="114300"/>
                    <a:lstStyle/>
                    <a:p>
                      <a:r>
                        <a:rPr sz="2025" b="0">
                          <a:solidFill>
                            <a:srgbClr val="1C1C1C"/>
                          </a:solidFill>
                          <a:latin typeface="Arial"/>
                          <a:ea typeface="Arial"/>
                          <a:cs typeface="Arial"/>
                        </a:rPr>
                        <a:t>SVHN</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81.0% ± 0.6</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2025" b="0">
                          <a:solidFill>
                            <a:srgbClr val="1C1C1C"/>
                          </a:solidFill>
                          <a:latin typeface="Arial"/>
                          <a:ea typeface="Arial"/>
                          <a:cs typeface="Arial"/>
                        </a:rPr>
                        <a:t>83.5% ± 0.5</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sp>
        <p:nvSpPr>
          <p:cNvPr id="5" name="evidence">
            <a:extLst xmlns:a="http://schemas.openxmlformats.org/drawingml/2006/main">
              <a:ext uri="{FF2B5EF4-FFF2-40B4-BE49-F238E27FC236}">
                <a16:creationId xmlns:a16="http://schemas.microsoft.com/office/drawing/2014/main" id="{E86D05CE-81A8-4170-812A-3193737E2731}"/>
              </a:ext>
            </a:extLst>
          </p:cNvPr>
          <p:cNvSpPr>
            <a:spLocks xmlns:a="http://schemas.openxmlformats.org/drawingml/2006/main" noGrp="1"/>
          </p:cNvSpPr>
          <p:nvPr/>
        </p:nvSpPr>
        <p:spPr>
          <a:xfrm xmlns:a="http://schemas.openxmlformats.org/drawingml/2006/main">
            <a:off x="590550" y="5200650"/>
            <a:ext cx="1070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a:buNone/>
              <a:defRPr sz="2100">
                <a:solidFill>
                  <a:srgbClr val="1C1C1C"/>
                </a:solidFill>
                <a:latin typeface="Arial"/>
                <a:ea typeface="Arial"/>
                <a:cs typeface="Arial"/>
              </a:defRPr>
            </a:pPr>
            <a:r>
              <a:rPr sz="2100">
                <a:solidFill>
                  <a:srgbClr val="1C1C1C"/>
                </a:solidFill>
                <a:latin typeface="Arial"/>
                <a:ea typeface="Arial"/>
                <a:cs typeface="Arial"/>
              </a:rPr>
              <a:t>The authors also report lower losses and fewer function evaluations with augmentation.</a:t>
            </a:r>
          </a:p>
        </p:txBody>
      </p:sp>
      <p:sp>
        <p:nvSpPr>
          <p:cNvPr id="6" name="source-context">
            <a:extLst xmlns:a="http://schemas.openxmlformats.org/drawingml/2006/main">
              <a:ext uri="{FF2B5EF4-FFF2-40B4-BE49-F238E27FC236}">
                <a16:creationId xmlns:a16="http://schemas.microsoft.com/office/drawing/2014/main" id="{A4FF0A94-336F-48D5-8FFD-FA80D8D4CFFE}"/>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Within-paper comparison. These architectures differ from Chen et al.’s MNIST classifiers.</a:t>
            </a:r>
          </a:p>
        </p:txBody>
      </p:sp>
    </p:spTree>
    <p:extLst>
      <p:ext uri="{BB962C8B-B14F-4D97-AF65-F5344CB8AC3E}">
        <p14:creationId xmlns:p14="http://schemas.microsoft.com/office/powerpoint/2010/main" val="183339995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C8B9CE35-FD6C-40A5-9AB3-E4A6455249E0}"/>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Paper 2: Five Takeaways</a:t>
            </a:r>
          </a:p>
        </p:txBody>
      </p:sp>
      <p:sp>
        <p:nvSpPr>
          <p:cNvPr id="2" name="slide-number">
            <a:extLst xmlns:a="http://schemas.openxmlformats.org/drawingml/2006/main">
              <a:ext uri="{FF2B5EF4-FFF2-40B4-BE49-F238E27FC236}">
                <a16:creationId xmlns:a16="http://schemas.microsoft.com/office/drawing/2014/main" id="{C5B2F530-61A3-43E7-84B9-D6F6C0E50E8E}"/>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17</a:t>
            </a:r>
          </a:p>
        </p:txBody>
      </p:sp>
      <p:sp>
        <p:nvSpPr>
          <p:cNvPr id="3" name="body">
            <a:extLst xmlns:a="http://schemas.openxmlformats.org/drawingml/2006/main">
              <a:ext uri="{FF2B5EF4-FFF2-40B4-BE49-F238E27FC236}">
                <a16:creationId xmlns:a16="http://schemas.microsoft.com/office/drawing/2014/main" id="{1DDDE91B-8E6F-4825-AC2E-7A0D96B02784}"/>
              </a:ext>
            </a:extLst>
          </p:cNvPr>
          <p:cNvSpPr>
            <a:spLocks xmlns:a="http://schemas.openxmlformats.org/drawingml/2006/main" noGrp="1"/>
          </p:cNvSpPr>
          <p:nvPr/>
        </p:nvSpPr>
        <p:spPr>
          <a:xfrm xmlns:a="http://schemas.openxmlformats.org/drawingml/2006/main">
            <a:off x="590550" y="1762125"/>
            <a:ext cx="10706100" cy="414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50">
                <a:solidFill>
                  <a:srgbClr val="1C1C1C"/>
                </a:solidFill>
                <a:latin typeface="Arial"/>
                <a:ea typeface="Arial"/>
                <a:cs typeface="Arial"/>
              </a:defRPr>
            </a:defPPr>
          </a:lstStyle>
          <a:p xmlns:a="http://schemas.openxmlformats.org/drawingml/2006/main">
            <a:pPr marL="228600" indent="-127000">
              <a:spcAft>
                <a:spcPts val="2400"/>
              </a:spcAft>
              <a:buChar char="•"/>
              <a:defRPr sz="2150">
                <a:solidFill>
                  <a:srgbClr val="1C1C1C"/>
                </a:solidFill>
                <a:latin typeface="Arial"/>
                <a:ea typeface="Arial"/>
                <a:cs typeface="Arial"/>
              </a:defRPr>
            </a:pPr>
            <a:r>
              <a:rPr sz="2150">
                <a:solidFill>
                  <a:srgbClr val="1C1C1C"/>
                </a:solidFill>
                <a:latin typeface="Arial"/>
                <a:ea typeface="Arial"/>
                <a:cs typeface="Arial"/>
              </a:rPr>
              <a:t>Unique flows impose restrictions on representable transformations.</a:t>
            </a:r>
          </a:p>
          <a:p xmlns:a="http://schemas.openxmlformats.org/drawingml/2006/main">
            <a:pPr marL="228600" indent="-127000">
              <a:spcAft>
                <a:spcPts val="2400"/>
              </a:spcAft>
              <a:buChar char="•"/>
              <a:defRPr sz="2150">
                <a:solidFill>
                  <a:srgbClr val="1C1C1C"/>
                </a:solidFill>
                <a:latin typeface="Arial"/>
                <a:ea typeface="Arial"/>
                <a:cs typeface="Arial"/>
              </a:defRPr>
            </a:pPr>
            <a:r>
              <a:rPr sz="2150">
                <a:solidFill>
                  <a:srgbClr val="1C1C1C"/>
                </a:solidFill>
                <a:latin typeface="Arial"/>
                <a:ea typeface="Arial"/>
                <a:cs typeface="Arial"/>
              </a:rPr>
              <a:t>Adding state coordinates can remove some restrictions after observation.</a:t>
            </a:r>
          </a:p>
          <a:p xmlns:a="http://schemas.openxmlformats.org/drawingml/2006/main">
            <a:pPr marL="228600" indent="-127000">
              <a:spcAft>
                <a:spcPts val="2400"/>
              </a:spcAft>
              <a:buChar char="•"/>
              <a:defRPr sz="2150">
                <a:solidFill>
                  <a:srgbClr val="1C1C1C"/>
                </a:solidFill>
                <a:latin typeface="Arial"/>
                <a:ea typeface="Arial"/>
                <a:cs typeface="Arial"/>
              </a:defRPr>
            </a:pPr>
            <a:r>
              <a:rPr sz="2150">
                <a:solidFill>
                  <a:srgbClr val="1C1C1C"/>
                </a:solidFill>
                <a:latin typeface="Arial"/>
                <a:ea typeface="Arial"/>
                <a:cs typeface="Arial"/>
              </a:rPr>
              <a:t>Simpler learned flows can reduce numerical evaluation cost.</a:t>
            </a:r>
          </a:p>
          <a:p xmlns:a="http://schemas.openxmlformats.org/drawingml/2006/main">
            <a:pPr marL="228600" indent="-127000">
              <a:spcAft>
                <a:spcPts val="2400"/>
              </a:spcAft>
              <a:buChar char="•"/>
              <a:defRPr sz="2150">
                <a:solidFill>
                  <a:srgbClr val="1C1C1C"/>
                </a:solidFill>
                <a:latin typeface="Arial"/>
                <a:ea typeface="Arial"/>
                <a:cs typeface="Arial"/>
              </a:defRPr>
            </a:pPr>
            <a:r>
              <a:rPr sz="2150">
                <a:solidFill>
                  <a:srgbClr val="1C1C1C"/>
                </a:solidFill>
                <a:latin typeface="Arial"/>
                <a:ea typeface="Arial"/>
                <a:cs typeface="Arial"/>
              </a:rPr>
              <a:t>Reported benefits include fitting and generalization under matched comparisons.</a:t>
            </a:r>
          </a:p>
          <a:p xmlns:a="http://schemas.openxmlformats.org/drawingml/2006/main">
            <a:pPr marL="228600" indent="-127000">
              <a:spcAft>
                <a:spcPts val="2400"/>
              </a:spcAft>
              <a:buChar char="•"/>
              <a:defRPr sz="2150">
                <a:solidFill>
                  <a:srgbClr val="1C1C1C"/>
                </a:solidFill>
                <a:latin typeface="Arial"/>
                <a:ea typeface="Arial"/>
                <a:cs typeface="Arial"/>
              </a:defRPr>
            </a:pPr>
            <a:r>
              <a:rPr sz="2150">
                <a:solidFill>
                  <a:srgbClr val="1C1C1C"/>
                </a:solidFill>
                <a:latin typeface="Arial"/>
                <a:ea typeface="Arial"/>
                <a:cs typeface="Arial"/>
              </a:rPr>
              <a:t>Augmentation needs tuning and remained slower than ResNets in this paper.</a:t>
            </a:r>
          </a:p>
        </p:txBody>
      </p:sp>
    </p:spTree>
    <p:extLst>
      <p:ext uri="{BB962C8B-B14F-4D97-AF65-F5344CB8AC3E}">
        <p14:creationId xmlns:p14="http://schemas.microsoft.com/office/powerpoint/2010/main" val="12665224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5165DAA-27C1-47BF-A83A-30A2CDE1B891}"/>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E0D5C0"/>
                </a:solidFill>
                <a:latin typeface="Arial"/>
                <a:ea typeface="Arial"/>
                <a:cs typeface="Arial"/>
              </a:defRPr>
            </a:defPPr>
          </a:lstStyle>
          <a:p xmlns:a="http://schemas.openxmlformats.org/drawingml/2006/main">
            <a:r>
              <a:t/>
            </a:r>
          </a:p>
        </p:txBody>
      </p:sp>
      <p:sp>
        <p:nvSpPr>
          <p:cNvPr id="2" name="slide-number">
            <a:extLst xmlns:a="http://schemas.openxmlformats.org/drawingml/2006/main">
              <a:ext uri="{FF2B5EF4-FFF2-40B4-BE49-F238E27FC236}">
                <a16:creationId xmlns:a16="http://schemas.microsoft.com/office/drawing/2014/main" id="{C840D880-819B-43F9-BFE4-EF95F9CF8F38}"/>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E0D5C0"/>
                </a:solidFill>
                <a:latin typeface="Arial"/>
                <a:ea typeface="Arial"/>
                <a:cs typeface="Arial"/>
              </a:defRPr>
            </a:defPPr>
          </a:lstStyle>
          <a:p xmlns:a="http://schemas.openxmlformats.org/drawingml/2006/main">
            <a:pPr algn="r">
              <a:buNone/>
              <a:defRPr sz="1200">
                <a:solidFill>
                  <a:srgbClr val="E0D5C0"/>
                </a:solidFill>
                <a:latin typeface="Arial"/>
                <a:ea typeface="Arial"/>
                <a:cs typeface="Arial"/>
              </a:defRPr>
            </a:pPr>
            <a:r>
              <a:rPr sz="1200">
                <a:solidFill>
                  <a:srgbClr val="E0D5C0"/>
                </a:solidFill>
                <a:latin typeface="Arial"/>
                <a:ea typeface="Arial"/>
                <a:cs typeface="Arial"/>
              </a:rPr>
              <a:t>18</a:t>
            </a:r>
          </a:p>
        </p:txBody>
      </p:sp>
      <p:sp>
        <p:nvSpPr>
          <p:cNvPr id="3" name="section-kicker">
            <a:extLst xmlns:a="http://schemas.openxmlformats.org/drawingml/2006/main">
              <a:ext uri="{FF2B5EF4-FFF2-40B4-BE49-F238E27FC236}">
                <a16:creationId xmlns:a16="http://schemas.microsoft.com/office/drawing/2014/main" id="{0C79BCE5-A673-4EE2-8776-94490357325E}"/>
              </a:ext>
            </a:extLst>
          </p:cNvPr>
          <p:cNvSpPr>
            <a:spLocks xmlns:a="http://schemas.openxmlformats.org/drawingml/2006/main" noGrp="1"/>
          </p:cNvSpPr>
          <p:nvPr/>
        </p:nvSpPr>
        <p:spPr>
          <a:xfrm xmlns:a="http://schemas.openxmlformats.org/drawingml/2006/main">
            <a:off x="590550" y="1752600"/>
            <a:ext cx="10706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E0D5C0"/>
                </a:solidFill>
                <a:latin typeface="Arial"/>
                <a:ea typeface="Arial"/>
                <a:cs typeface="Arial"/>
              </a:defRPr>
            </a:defPPr>
          </a:lstStyle>
          <a:p xmlns:a="http://schemas.openxmlformats.org/drawingml/2006/main">
            <a:pPr>
              <a:buNone/>
              <a:defRPr sz="2100">
                <a:solidFill>
                  <a:srgbClr val="E0D5C0"/>
                </a:solidFill>
                <a:latin typeface="Arial"/>
                <a:ea typeface="Arial"/>
                <a:cs typeface="Arial"/>
              </a:defRPr>
            </a:pPr>
            <a:r>
              <a:rPr sz="2100">
                <a:solidFill>
                  <a:srgbClr val="E0D5C0"/>
                </a:solidFill>
                <a:latin typeface="Arial"/>
                <a:ea typeface="Arial"/>
                <a:cs typeface="Arial"/>
              </a:rPr>
              <a:t>Demonstration</a:t>
            </a:r>
          </a:p>
        </p:txBody>
      </p:sp>
      <p:sp>
        <p:nvSpPr>
          <p:cNvPr id="4" name="section-paper-title">
            <a:extLst xmlns:a="http://schemas.openxmlformats.org/drawingml/2006/main">
              <a:ext uri="{FF2B5EF4-FFF2-40B4-BE49-F238E27FC236}">
                <a16:creationId xmlns:a16="http://schemas.microsoft.com/office/drawing/2014/main" id="{21B2B79F-2E44-4B8A-B3EF-5DE9F4160382}"/>
              </a:ext>
            </a:extLst>
          </p:cNvPr>
          <p:cNvSpPr>
            <a:spLocks xmlns:a="http://schemas.openxmlformats.org/drawingml/2006/main" noGrp="1"/>
          </p:cNvSpPr>
          <p:nvPr/>
        </p:nvSpPr>
        <p:spPr>
          <a:xfrm xmlns:a="http://schemas.openxmlformats.org/drawingml/2006/main">
            <a:off x="590550" y="2333625"/>
            <a:ext cx="107061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a:solidFill>
                  <a:srgbClr val="E0D5C0"/>
                </a:solidFill>
                <a:latin typeface="Arial"/>
                <a:ea typeface="Arial"/>
                <a:cs typeface="Arial"/>
              </a:defRPr>
            </a:defPPr>
          </a:lstStyle>
          <a:p xmlns:a="http://schemas.openxmlformats.org/drawingml/2006/main">
            <a:pPr>
              <a:buNone/>
              <a:defRPr sz="4500">
                <a:solidFill>
                  <a:srgbClr val="E0D5C0"/>
                </a:solidFill>
                <a:latin typeface="Arial"/>
                <a:ea typeface="Arial"/>
                <a:cs typeface="Arial"/>
              </a:defRPr>
            </a:pPr>
            <a:r>
              <a:rPr sz="4500">
                <a:solidFill>
                  <a:srgbClr val="E0D5C0"/>
                </a:solidFill>
                <a:latin typeface="Arial"/>
                <a:ea typeface="Arial"/>
                <a:cs typeface="Arial"/>
              </a:rPr>
              <a:t>Silverbox</a:t>
            </a:r>
          </a:p>
        </p:txBody>
      </p:sp>
      <p:sp>
        <p:nvSpPr>
          <p:cNvPr id="5" name="section-authors">
            <a:extLst xmlns:a="http://schemas.openxmlformats.org/drawingml/2006/main">
              <a:ext uri="{FF2B5EF4-FFF2-40B4-BE49-F238E27FC236}">
                <a16:creationId xmlns:a16="http://schemas.microsoft.com/office/drawing/2014/main" id="{5F369276-2181-4F5F-A006-0C5D645F1B2E}"/>
              </a:ext>
            </a:extLst>
          </p:cNvPr>
          <p:cNvSpPr>
            <a:spLocks xmlns:a="http://schemas.openxmlformats.org/drawingml/2006/main" noGrp="1"/>
          </p:cNvSpPr>
          <p:nvPr/>
        </p:nvSpPr>
        <p:spPr>
          <a:xfrm xmlns:a="http://schemas.openxmlformats.org/drawingml/2006/main">
            <a:off x="590550" y="4333875"/>
            <a:ext cx="1070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FFFFFF"/>
                </a:solidFill>
                <a:latin typeface="Arial"/>
                <a:ea typeface="Arial"/>
                <a:cs typeface="Arial"/>
              </a:defRPr>
            </a:defPPr>
          </a:lstStyle>
          <a:p xmlns:a="http://schemas.openxmlformats.org/drawingml/2006/main">
            <a:pPr>
              <a:buNone/>
              <a:defRPr sz="2100">
                <a:solidFill>
                  <a:srgbClr val="FFFFFF"/>
                </a:solidFill>
                <a:latin typeface="Arial"/>
                <a:ea typeface="Arial"/>
                <a:cs typeface="Arial"/>
              </a:defRPr>
            </a:pPr>
            <a:r>
              <a:rPr sz="2100">
                <a:solidFill>
                  <a:srgbClr val="FFFFFF"/>
                </a:solidFill>
                <a:latin typeface="Arial"/>
                <a:ea typeface="Arial"/>
                <a:cs typeface="Arial"/>
              </a:rPr>
              <a:t>Neural ODEs with Measured Oscillator Data</a:t>
            </a:r>
          </a:p>
        </p:txBody>
      </p:sp>
      <p:sp>
        <p:nvSpPr>
          <p:cNvPr id="6" name="section-venue">
            <a:extLst xmlns:a="http://schemas.openxmlformats.org/drawingml/2006/main">
              <a:ext uri="{FF2B5EF4-FFF2-40B4-BE49-F238E27FC236}">
                <a16:creationId xmlns:a16="http://schemas.microsoft.com/office/drawing/2014/main" id="{935D9088-E060-45D1-830A-F750FF502F27}"/>
              </a:ext>
            </a:extLst>
          </p:cNvPr>
          <p:cNvSpPr>
            <a:spLocks xmlns:a="http://schemas.openxmlformats.org/drawingml/2006/main" noGrp="1"/>
          </p:cNvSpPr>
          <p:nvPr/>
        </p:nvSpPr>
        <p:spPr>
          <a:xfrm xmlns:a="http://schemas.openxmlformats.org/drawingml/2006/main">
            <a:off x="590550" y="5210175"/>
            <a:ext cx="10706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E0D5C0"/>
                </a:solidFill>
                <a:latin typeface="Arial"/>
                <a:ea typeface="Arial"/>
                <a:cs typeface="Arial"/>
              </a:defRPr>
            </a:defPPr>
          </a:lstStyle>
          <a:p xmlns:a="http://schemas.openxmlformats.org/drawingml/2006/main">
            <a:pPr>
              <a:buNone/>
              <a:defRPr sz="1875">
                <a:solidFill>
                  <a:srgbClr val="E0D5C0"/>
                </a:solidFill>
                <a:latin typeface="Arial"/>
                <a:ea typeface="Arial"/>
                <a:cs typeface="Arial"/>
              </a:defRPr>
            </a:pPr>
            <a:r>
              <a:rPr sz="1875">
                <a:solidFill>
                  <a:srgbClr val="E0D5C0"/>
                </a:solidFill>
                <a:latin typeface="Arial"/>
                <a:ea typeface="Arial"/>
                <a:cs typeface="Arial"/>
              </a:rPr>
              <a:t>Wigren and Schoukens Dataset</a:t>
            </a:r>
          </a:p>
        </p:txBody>
      </p:sp>
    </p:spTree>
    <p:extLst>
      <p:ext uri="{BB962C8B-B14F-4D97-AF65-F5344CB8AC3E}">
        <p14:creationId xmlns:p14="http://schemas.microsoft.com/office/powerpoint/2010/main" val="47100217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079B70E-D45A-411D-BCE9-07602D43E559}"/>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Measured Nonlinear Dynamics</a:t>
            </a:r>
          </a:p>
        </p:txBody>
      </p:sp>
      <p:sp>
        <p:nvSpPr>
          <p:cNvPr id="2" name="slide-number">
            <a:extLst xmlns:a="http://schemas.openxmlformats.org/drawingml/2006/main">
              <a:ext uri="{FF2B5EF4-FFF2-40B4-BE49-F238E27FC236}">
                <a16:creationId xmlns:a16="http://schemas.microsoft.com/office/drawing/2014/main" id="{6A003250-6E51-4607-A1B1-1BEA6C68B565}"/>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19</a:t>
            </a:r>
          </a:p>
        </p:txBody>
      </p:sp>
      <p:sp>
        <p:nvSpPr>
          <p:cNvPr id="3" name="demo-question">
            <a:extLst xmlns:a="http://schemas.openxmlformats.org/drawingml/2006/main">
              <a:ext uri="{FF2B5EF4-FFF2-40B4-BE49-F238E27FC236}">
                <a16:creationId xmlns:a16="http://schemas.microsoft.com/office/drawing/2014/main" id="{32FA3A4C-6342-49AF-BD63-AD25A6EF3E48}"/>
              </a:ext>
            </a:extLst>
          </p:cNvPr>
          <p:cNvSpPr>
            <a:spLocks xmlns:a="http://schemas.openxmlformats.org/drawingml/2006/main" noGrp="1"/>
          </p:cNvSpPr>
          <p:nvPr/>
        </p:nvSpPr>
        <p:spPr>
          <a:xfrm xmlns:a="http://schemas.openxmlformats.org/drawingml/2006/main">
            <a:off x="590550" y="1600200"/>
            <a:ext cx="107061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a:solidFill>
                  <a:srgbClr val="1C1C1C"/>
                </a:solidFill>
                <a:latin typeface="Arial"/>
                <a:ea typeface="Arial"/>
                <a:cs typeface="Arial"/>
              </a:defRPr>
            </a:defPPr>
          </a:lstStyle>
          <a:p xmlns:a="http://schemas.openxmlformats.org/drawingml/2006/main">
            <a:pPr>
              <a:buNone/>
              <a:defRPr sz="2400">
                <a:solidFill>
                  <a:srgbClr val="1C1C1C"/>
                </a:solidFill>
                <a:latin typeface="Arial"/>
                <a:ea typeface="Arial"/>
                <a:cs typeface="Arial"/>
              </a:defRPr>
            </a:pPr>
            <a:r>
              <a:rPr sz="2400">
                <a:solidFill>
                  <a:srgbClr val="1C1C1C"/>
                </a:solidFill>
                <a:latin typeface="Arial"/>
                <a:ea typeface="Arial"/>
                <a:cs typeface="Arial"/>
              </a:rPr>
              <a:t>Demo question: Can a learned ODE forecast measured voltage under a new input?</a:t>
            </a:r>
          </a:p>
        </p:txBody>
      </p:sp>
      <p:sp>
        <p:nvSpPr>
          <p:cNvPr id="4" name="body">
            <a:extLst xmlns:a="http://schemas.openxmlformats.org/drawingml/2006/main">
              <a:ext uri="{FF2B5EF4-FFF2-40B4-BE49-F238E27FC236}">
                <a16:creationId xmlns:a16="http://schemas.microsoft.com/office/drawing/2014/main" id="{F645D8C6-348B-4DDD-875E-9D52D7D502B3}"/>
              </a:ext>
            </a:extLst>
          </p:cNvPr>
          <p:cNvSpPr>
            <a:spLocks xmlns:a="http://schemas.openxmlformats.org/drawingml/2006/main" noGrp="1"/>
          </p:cNvSpPr>
          <p:nvPr/>
        </p:nvSpPr>
        <p:spPr>
          <a:xfrm xmlns:a="http://schemas.openxmlformats.org/drawingml/2006/main">
            <a:off x="590550" y="3048000"/>
            <a:ext cx="1070610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50">
                <a:solidFill>
                  <a:srgbClr val="1C1C1C"/>
                </a:solidFill>
                <a:latin typeface="Arial"/>
                <a:ea typeface="Arial"/>
                <a:cs typeface="Arial"/>
              </a:defRPr>
            </a:defPPr>
          </a:lstStyle>
          <a:p xmlns:a="http://schemas.openxmlformats.org/drawingml/2006/main">
            <a:pPr marL="228600" indent="-127000">
              <a:spcAft>
                <a:spcPts val="2200"/>
              </a:spcAft>
              <a:buChar char="•"/>
              <a:defRPr sz="2150">
                <a:solidFill>
                  <a:srgbClr val="1C1C1C"/>
                </a:solidFill>
                <a:latin typeface="Arial"/>
                <a:ea typeface="Arial"/>
                <a:cs typeface="Arial"/>
              </a:defRPr>
            </a:pPr>
            <a:r>
              <a:rPr sz="2150">
                <a:solidFill>
                  <a:srgbClr val="1C1C1C"/>
                </a:solidFill>
                <a:latin typeface="Arial"/>
                <a:ea typeface="Arial"/>
                <a:cs typeface="Arial"/>
              </a:rPr>
              <a:t>Silverbox is an electronic circuit with Duffing-like oscillator behavior.</a:t>
            </a:r>
          </a:p>
          <a:p xmlns:a="http://schemas.openxmlformats.org/drawingml/2006/main">
            <a:pPr marL="228600" indent="-127000">
              <a:spcAft>
                <a:spcPts val="2200"/>
              </a:spcAft>
              <a:buChar char="•"/>
              <a:defRPr sz="2150">
                <a:solidFill>
                  <a:srgbClr val="1C1C1C"/>
                </a:solidFill>
                <a:latin typeface="Arial"/>
                <a:ea typeface="Arial"/>
                <a:cs typeface="Arial"/>
              </a:defRPr>
            </a:pPr>
            <a:r>
              <a:rPr sz="2150">
                <a:solidFill>
                  <a:srgbClr val="1C1C1C"/>
                </a:solidFill>
                <a:latin typeface="Arial"/>
                <a:ea typeface="Arial"/>
                <a:cs typeface="Arial"/>
              </a:rPr>
              <a:t>The dataset records the applied input voltage and the output voltage.</a:t>
            </a:r>
          </a:p>
          <a:p xmlns:a="http://schemas.openxmlformats.org/drawingml/2006/main">
            <a:pPr marL="228600" indent="-127000">
              <a:spcAft>
                <a:spcPts val="2200"/>
              </a:spcAft>
              <a:buChar char="•"/>
              <a:defRPr sz="2150">
                <a:solidFill>
                  <a:srgbClr val="1C1C1C"/>
                </a:solidFill>
                <a:latin typeface="Arial"/>
                <a:ea typeface="Arial"/>
                <a:cs typeface="Arial"/>
              </a:defRPr>
            </a:pPr>
            <a:r>
              <a:rPr sz="2150">
                <a:solidFill>
                  <a:srgbClr val="1C1C1C"/>
                </a:solidFill>
                <a:latin typeface="Arial"/>
                <a:ea typeface="Arial"/>
                <a:cs typeface="Arial"/>
              </a:rPr>
              <a:t>The model predicts the output using a numerical internal state and the known input.</a:t>
            </a:r>
          </a:p>
          <a:p xmlns:a="http://schemas.openxmlformats.org/drawingml/2006/main">
            <a:pPr marL="228600" indent="-127000">
              <a:spcAft>
                <a:spcPts val="2200"/>
              </a:spcAft>
              <a:buChar char="•"/>
              <a:defRPr sz="2150">
                <a:solidFill>
                  <a:srgbClr val="1C1C1C"/>
                </a:solidFill>
                <a:latin typeface="Arial"/>
                <a:ea typeface="Arial"/>
                <a:cs typeface="Arial"/>
              </a:defRPr>
            </a:pPr>
            <a:r>
              <a:rPr sz="2150">
                <a:solidFill>
                  <a:srgbClr val="1C1C1C"/>
                </a:solidFill>
                <a:latin typeface="Arial"/>
                <a:ea typeface="Arial"/>
                <a:cs typeface="Arial"/>
              </a:rPr>
              <a:t>The comparison includes a linear model, a Neural ODE, and an augmented Neural ODE.</a:t>
            </a:r>
          </a:p>
        </p:txBody>
      </p:sp>
    </p:spTree>
    <p:extLst>
      <p:ext uri="{BB962C8B-B14F-4D97-AF65-F5344CB8AC3E}">
        <p14:creationId xmlns:p14="http://schemas.microsoft.com/office/powerpoint/2010/main" val="83860295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DD9C89F-57AA-4F8F-974F-26D80C4CCB53}"/>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Dataset and Evaluation Protocol</a:t>
            </a:r>
          </a:p>
        </p:txBody>
      </p:sp>
      <p:sp>
        <p:nvSpPr>
          <p:cNvPr id="2" name="slide-number">
            <a:extLst xmlns:a="http://schemas.openxmlformats.org/drawingml/2006/main">
              <a:ext uri="{FF2B5EF4-FFF2-40B4-BE49-F238E27FC236}">
                <a16:creationId xmlns:a16="http://schemas.microsoft.com/office/drawing/2014/main" id="{88E68301-C495-4751-AB3E-D52720694D59}"/>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20</a:t>
            </a:r>
          </a:p>
        </p:txBody>
      </p:sp>
      <p:graphicFrame>
        <p:nvGraphicFramePr>
          <p:cNvPr id="3" name="">
            <a:extLst xmlns:a="http://schemas.openxmlformats.org/drawingml/2006/main">
              <a:ext uri="{FF2B5EF4-FFF2-40B4-BE49-F238E27FC236}">
                <a16:creationId xmlns:a16="http://schemas.microsoft.com/office/drawing/2014/main" id="{EA4FF74B-CF02-42E7-A668-4CB5DA31CEB2}"/>
              </a:ext>
            </a:extLst>
          </p:cNvPr>
          <p:cNvGraphicFramePr/>
          <p:nvPr/>
        </p:nvGraphicFramePr>
        <p:xfrm>
          <a:off xmlns:a="http://schemas.openxmlformats.org/drawingml/2006/main" x="590550" y="1657350"/>
          <a:ext xmlns:a="http://schemas.openxmlformats.org/drawingml/2006/main" cx="10706100" cy="3571875"/>
        </p:xfrm>
        <a:graphic xmlns:a="http://schemas.openxmlformats.org/drawingml/2006/main">
          <a:graphicData uri="http://schemas.openxmlformats.org/drawingml/2006/table">
            <a:tbl>
              <a:tblPr/>
              <a:tblGrid>
                <a:gridCol w="2324100"/>
                <a:gridCol w="1419225"/>
                <a:gridCol w="3095625"/>
                <a:gridCol w="3867150"/>
              </a:tblGrid>
              <a:tr h="714375">
                <a:tc>
                  <a:txBody>
                    <a:bodyPr lIns="114300" tIns="114300" rIns="114300" bIns="114300"/>
                    <a:lstStyle/>
                    <a:p>
                      <a:r>
                        <a:rPr sz="1800" b="1">
                          <a:solidFill>
                            <a:srgbClr val="FFFFFF"/>
                          </a:solidFill>
                          <a:latin typeface="Arial"/>
                          <a:ea typeface="Arial"/>
                          <a:cs typeface="Arial"/>
                        </a:rPr>
                        <a:t>Record</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800" b="1">
                          <a:solidFill>
                            <a:srgbClr val="FFFFFF"/>
                          </a:solidFill>
                          <a:latin typeface="Arial"/>
                          <a:ea typeface="Arial"/>
                          <a:cs typeface="Arial"/>
                        </a:rPr>
                        <a:t>Samples</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800" b="1">
                          <a:solidFill>
                            <a:srgbClr val="FFFFFF"/>
                          </a:solidFill>
                          <a:latin typeface="Arial"/>
                          <a:ea typeface="Arial"/>
                          <a:cs typeface="Arial"/>
                        </a:rPr>
                        <a:t>Raw Source Indices</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800" b="1">
                          <a:solidFill>
                            <a:srgbClr val="FFFFFF"/>
                          </a:solidFill>
                          <a:latin typeface="Arial"/>
                          <a:ea typeface="Arial"/>
                          <a:cs typeface="Arial"/>
                        </a:rPr>
                        <a:t>Purpose</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714375">
                <a:tc>
                  <a:txBody>
                    <a:bodyPr lIns="114300" tIns="114300" rIns="114300" bIns="114300"/>
                    <a:lstStyle/>
                    <a:p>
                      <a:r>
                        <a:rPr sz="1800" b="0">
                          <a:solidFill>
                            <a:srgbClr val="1C1C1C"/>
                          </a:solidFill>
                          <a:latin typeface="Arial"/>
                          <a:ea typeface="Arial"/>
                          <a:cs typeface="Arial"/>
                        </a:rPr>
                        <a:t>Training</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8,192</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40,986 to 49,177</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Fit normalization and models</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714375">
                <a:tc>
                  <a:txBody>
                    <a:bodyPr lIns="114300" tIns="114300" rIns="114300" bIns="114300"/>
                    <a:lstStyle/>
                    <a:p>
                      <a:r>
                        <a:rPr sz="1800" b="0">
                          <a:solidFill>
                            <a:srgbClr val="1C1C1C"/>
                          </a:solidFill>
                          <a:latin typeface="Arial"/>
                          <a:ea typeface="Arial"/>
                          <a:cs typeface="Arial"/>
                        </a:rPr>
                        <a:t>Validation</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2,048</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58,370 to 60,417</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Select checkpoints</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714375">
                <a:tc>
                  <a:txBody>
                    <a:bodyPr lIns="114300" tIns="114300" rIns="114300" bIns="114300"/>
                    <a:lstStyle/>
                    <a:p>
                      <a:r>
                        <a:rPr sz="1800" b="0">
                          <a:solidFill>
                            <a:srgbClr val="1C1C1C"/>
                          </a:solidFill>
                          <a:latin typeface="Arial"/>
                          <a:ea typeface="Arial"/>
                          <a:cs typeface="Arial"/>
                        </a:rPr>
                        <a:t>Multisine test</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2,048</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105,712 to 107,759</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Independent forecast</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714375">
                <a:tc>
                  <a:txBody>
                    <a:bodyPr lIns="114300" tIns="114300" rIns="114300" bIns="114300"/>
                    <a:lstStyle/>
                    <a:p>
                      <a:r>
                        <a:rPr sz="1800" b="0">
                          <a:solidFill>
                            <a:srgbClr val="1C1C1C"/>
                          </a:solidFill>
                          <a:latin typeface="Arial"/>
                          <a:ea typeface="Arial"/>
                          <a:cs typeface="Arial"/>
                        </a:rPr>
                        <a:t>Arrow test clip</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2,048</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35,000 to 37,047</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00" b="0">
                          <a:solidFill>
                            <a:srgbClr val="1C1C1C"/>
                          </a:solidFill>
                          <a:latin typeface="Arial"/>
                          <a:ea typeface="Arial"/>
                          <a:cs typeface="Arial"/>
                        </a:rPr>
                        <a:t>Larger-amplitude response</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sp>
        <p:nvSpPr>
          <p:cNvPr id="4" name="protocol">
            <a:extLst xmlns:a="http://schemas.openxmlformats.org/drawingml/2006/main">
              <a:ext uri="{FF2B5EF4-FFF2-40B4-BE49-F238E27FC236}">
                <a16:creationId xmlns:a16="http://schemas.microsoft.com/office/drawing/2014/main" id="{A6327813-0735-4CF8-81E4-61292CB90DB7}"/>
              </a:ext>
            </a:extLst>
          </p:cNvPr>
          <p:cNvSpPr>
            <a:spLocks xmlns:a="http://schemas.openxmlformats.org/drawingml/2006/main" noGrp="1"/>
          </p:cNvSpPr>
          <p:nvPr/>
        </p:nvSpPr>
        <p:spPr>
          <a:xfrm xmlns:a="http://schemas.openxmlformats.org/drawingml/2006/main">
            <a:off x="590550" y="5534025"/>
            <a:ext cx="107061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a:buNone/>
              <a:defRPr sz="2100">
                <a:solidFill>
                  <a:srgbClr val="1C1C1C"/>
                </a:solidFill>
                <a:latin typeface="Arial"/>
                <a:ea typeface="Arial"/>
                <a:cs typeface="Arial"/>
              </a:defRPr>
            </a:pPr>
            <a:r>
              <a:rPr sz="2100">
                <a:solidFill>
                  <a:srgbClr val="1C1C1C"/>
                </a:solidFill>
                <a:latin typeface="Arial"/>
                <a:ea typeface="Arial"/>
                <a:cs typeface="Arial"/>
              </a:rPr>
              <a:t>610.35 Hz. Each test clip uses 50 initial output samples, then scores 1,998 input-only predictions.</a:t>
            </a:r>
          </a:p>
        </p:txBody>
      </p:sp>
    </p:spTree>
    <p:extLst>
      <p:ext uri="{BB962C8B-B14F-4D97-AF65-F5344CB8AC3E}">
        <p14:creationId xmlns:p14="http://schemas.microsoft.com/office/powerpoint/2010/main" val="96529412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DF576DC-B559-4DBC-8CE5-EBAA9F2C441D}"/>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Internal State and Learned Dynamics</a:t>
            </a:r>
          </a:p>
        </p:txBody>
      </p:sp>
      <p:sp>
        <p:nvSpPr>
          <p:cNvPr id="2" name="slide-number">
            <a:extLst xmlns:a="http://schemas.openxmlformats.org/drawingml/2006/main">
              <a:ext uri="{FF2B5EF4-FFF2-40B4-BE49-F238E27FC236}">
                <a16:creationId xmlns:a16="http://schemas.microsoft.com/office/drawing/2014/main" id="{B8841B79-AE03-4118-AB39-BA11F209F09E}"/>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21</a:t>
            </a:r>
          </a:p>
        </p:txBody>
      </p:sp>
      <p:pic>
        <p:nvPicPr>
          <p:cNvPr id="3" name="">
            <a:extLst xmlns:a="http://schemas.openxmlformats.org/drawingml/2006/main">
              <a:ext uri="{FF2B5EF4-FFF2-40B4-BE49-F238E27FC236}">
                <a16:creationId xmlns:a16="http://schemas.microsoft.com/office/drawing/2014/main" id="{830E6128-99AA-4C6E-9A41-3EA862444373}"/>
              </a:ext>
            </a:extLst>
          </p:cNvPr>
          <p:cNvPicPr>
            <a:picLocks xmlns:a="http://schemas.openxmlformats.org/drawingml/2006/main" noChangeAspect="1"/>
          </p:cNvPicPr>
          <p:nvPr/>
        </p:nvPicPr>
        <p:blipFill>
          <a:blip xmlns:r="http://schemas.openxmlformats.org/officeDocument/2006/relationships" xmlns:a="http://schemas.openxmlformats.org/drawingml/2006/main" r:embed="Ra9aae3dd969a4072">
            <a:extLst>
              <a:ext uri="{96DAC541-7B7A-43D3-8B79-37D633B846F1}">
                <asvg:svgBlip xmlns:asvg="http://schemas.microsoft.com/office/drawing/2016/SVG/main" r:embed="R4f617a9295f047a6"/>
              </a:ext>
            </a:extLst>
          </a:blip>
          <a:stretch xmlns:a="http://schemas.openxmlformats.org/drawingml/2006/main"/>
        </p:blipFill>
        <p:spPr>
          <a:xfrm xmlns:a="http://schemas.openxmlformats.org/drawingml/2006/main">
            <a:off x="1899590" y="1533525"/>
            <a:ext cx="8088021" cy="904875"/>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6898C29C-609E-4091-BB40-345D08702C86}"/>
              </a:ext>
            </a:extLst>
          </p:cNvPr>
          <p:cNvSpPr>
            <a:spLocks xmlns:a="http://schemas.openxmlformats.org/drawingml/2006/main" noGrp="1"/>
          </p:cNvSpPr>
          <p:nvPr/>
        </p:nvSpPr>
        <p:spPr>
          <a:xfrm xmlns:a="http://schemas.openxmlformats.org/drawingml/2006/main">
            <a:off x="590550" y="2905125"/>
            <a:ext cx="107061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marL="228600" indent="-127000">
              <a:spcAft>
                <a:spcPts val="1700"/>
              </a:spcAft>
              <a:buChar char="•"/>
              <a:defRPr sz="2100">
                <a:solidFill>
                  <a:srgbClr val="1C1C1C"/>
                </a:solidFill>
                <a:latin typeface="Arial"/>
                <a:ea typeface="Arial"/>
                <a:cs typeface="Arial"/>
              </a:defRPr>
            </a:pPr>
            <a:r>
              <a:rPr sz="2100">
                <a:solidFill>
                  <a:srgbClr val="1C1C1C"/>
                </a:solidFill>
                <a:latin typeface="Arial"/>
                <a:ea typeface="Arial"/>
                <a:cs typeface="Arial"/>
              </a:rPr>
              <a:t>A and B come from a training-only linear warm start.</a:t>
            </a:r>
          </a:p>
          <a:p xmlns:a="http://schemas.openxmlformats.org/drawingml/2006/main">
            <a:pPr marL="228600" indent="-127000">
              <a:spcAft>
                <a:spcPts val="1700"/>
              </a:spcAft>
              <a:buChar char="•"/>
              <a:defRPr sz="2100">
                <a:solidFill>
                  <a:srgbClr val="1C1C1C"/>
                </a:solidFill>
                <a:latin typeface="Arial"/>
                <a:ea typeface="Arial"/>
                <a:cs typeface="Arial"/>
              </a:defRPr>
            </a:pPr>
            <a:r>
              <a:rPr sz="2100">
                <a:solidFill>
                  <a:srgbClr val="1C1C1C"/>
                </a:solidFill>
                <a:latin typeface="Arial"/>
                <a:ea typeface="Arial"/>
                <a:cs typeface="Arial"/>
              </a:rPr>
              <a:t>The network gθ learns a nonlinear correction to that vector field.</a:t>
            </a:r>
          </a:p>
          <a:p xmlns:a="http://schemas.openxmlformats.org/drawingml/2006/main">
            <a:pPr marL="228600" indent="-127000">
              <a:spcAft>
                <a:spcPts val="1700"/>
              </a:spcAft>
              <a:buChar char="•"/>
              <a:defRPr sz="2100">
                <a:solidFill>
                  <a:srgbClr val="1C1C1C"/>
                </a:solidFill>
                <a:latin typeface="Arial"/>
                <a:ea typeface="Arial"/>
                <a:cs typeface="Arial"/>
              </a:defRPr>
            </a:pPr>
            <a:r>
              <a:rPr sz="2100">
                <a:solidFill>
                  <a:srgbClr val="1C1C1C"/>
                </a:solidFill>
                <a:latin typeface="Arial"/>
                <a:ea typeface="Arial"/>
                <a:cs typeface="Arial"/>
              </a:rPr>
              <a:t>Two coordinates initialize from the last two normalized outputs in the prefix.</a:t>
            </a:r>
          </a:p>
          <a:p xmlns:a="http://schemas.openxmlformats.org/drawingml/2006/main">
            <a:pPr marL="228600" indent="-127000">
              <a:spcAft>
                <a:spcPts val="1700"/>
              </a:spcAft>
              <a:buChar char="•"/>
              <a:defRPr sz="2100">
                <a:solidFill>
                  <a:srgbClr val="1C1C1C"/>
                </a:solidFill>
                <a:latin typeface="Arial"/>
                <a:ea typeface="Arial"/>
                <a:cs typeface="Arial"/>
              </a:defRPr>
            </a:pPr>
            <a:r>
              <a:rPr sz="2100">
                <a:solidFill>
                  <a:srgbClr val="1C1C1C"/>
                </a:solidFill>
                <a:latin typeface="Arial"/>
                <a:ea typeface="Arial"/>
                <a:cs typeface="Arial"/>
              </a:rPr>
              <a:t>The augmented model adds a third coordinate initialized at zero.</a:t>
            </a:r>
          </a:p>
          <a:p xmlns:a="http://schemas.openxmlformats.org/drawingml/2006/main">
            <a:pPr marL="228600" indent="-127000">
              <a:spcAft>
                <a:spcPts val="1700"/>
              </a:spcAft>
              <a:buChar char="•"/>
              <a:defRPr sz="2100">
                <a:solidFill>
                  <a:srgbClr val="1C1C1C"/>
                </a:solidFill>
                <a:latin typeface="Arial"/>
                <a:ea typeface="Arial"/>
                <a:cs typeface="Arial"/>
              </a:defRPr>
            </a:pPr>
            <a:r>
              <a:rPr sz="2100">
                <a:solidFill>
                  <a:srgbClr val="1C1C1C"/>
                </a:solidFill>
                <a:latin typeface="Arial"/>
                <a:ea typeface="Arial"/>
                <a:cs typeface="Arial"/>
              </a:rPr>
              <a:t>A projection onto the first coordinate predicts the measured output.</a:t>
            </a:r>
          </a:p>
        </p:txBody>
      </p:sp>
      <p:sp>
        <p:nvSpPr>
          <p:cNvPr id="5" name="source-context">
            <a:extLst xmlns:a="http://schemas.openxmlformats.org/drawingml/2006/main">
              <a:ext uri="{FF2B5EF4-FFF2-40B4-BE49-F238E27FC236}">
                <a16:creationId xmlns:a16="http://schemas.microsoft.com/office/drawing/2014/main" id="{BAE28A66-A7BC-4073-8596-C6D759853E91}"/>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The state coordinates are numerical representation variables. Voltage alone is not assumed to be a complete state.</a:t>
            </a:r>
          </a:p>
        </p:txBody>
      </p:sp>
    </p:spTree>
    <p:extLst>
      <p:ext uri="{BB962C8B-B14F-4D97-AF65-F5344CB8AC3E}">
        <p14:creationId xmlns:p14="http://schemas.microsoft.com/office/powerpoint/2010/main" val="162932424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5B1010E-B884-4AE9-8424-2A487CA7729A}"/>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Code Overview</a:t>
            </a:r>
          </a:p>
        </p:txBody>
      </p:sp>
      <p:sp>
        <p:nvSpPr>
          <p:cNvPr id="2" name="slide-number">
            <a:extLst xmlns:a="http://schemas.openxmlformats.org/drawingml/2006/main">
              <a:ext uri="{FF2B5EF4-FFF2-40B4-BE49-F238E27FC236}">
                <a16:creationId xmlns:a16="http://schemas.microsoft.com/office/drawing/2014/main" id="{61592756-05EA-4A71-A306-3483D0538A7A}"/>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22</a:t>
            </a:r>
          </a:p>
        </p:txBody>
      </p:sp>
      <p:graphicFrame>
        <p:nvGraphicFramePr>
          <p:cNvPr id="3" name="">
            <a:extLst xmlns:a="http://schemas.openxmlformats.org/drawingml/2006/main">
              <a:ext uri="{FF2B5EF4-FFF2-40B4-BE49-F238E27FC236}">
                <a16:creationId xmlns:a16="http://schemas.microsoft.com/office/drawing/2014/main" id="{709C78B4-7AB6-4E63-9729-2FE98B896A7D}"/>
              </a:ext>
            </a:extLst>
          </p:cNvPr>
          <p:cNvGraphicFramePr/>
          <p:nvPr/>
        </p:nvGraphicFramePr>
        <p:xfrm>
          <a:off xmlns:a="http://schemas.openxmlformats.org/drawingml/2006/main" x="590550" y="1657350"/>
          <a:ext xmlns:a="http://schemas.openxmlformats.org/drawingml/2006/main" cx="10706100" cy="3962400"/>
        </p:xfrm>
        <a:graphic xmlns:a="http://schemas.openxmlformats.org/drawingml/2006/main">
          <a:graphicData uri="http://schemas.openxmlformats.org/drawingml/2006/table">
            <a:tbl>
              <a:tblPr/>
              <a:tblGrid>
                <a:gridCol w="3238500"/>
                <a:gridCol w="7467600"/>
              </a:tblGrid>
              <a:tr h="566057">
                <a:tc>
                  <a:txBody>
                    <a:bodyPr lIns="114300" tIns="114300" rIns="114300" bIns="114300"/>
                    <a:lstStyle/>
                    <a:p>
                      <a:r>
                        <a:rPr sz="1850" b="1">
                          <a:solidFill>
                            <a:srgbClr val="FFFFFF"/>
                          </a:solidFill>
                          <a:latin typeface="Arial"/>
                          <a:ea typeface="Arial"/>
                          <a:cs typeface="Arial"/>
                        </a:rPr>
                        <a:t>Component</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850" b="1">
                          <a:solidFill>
                            <a:srgbClr val="FFFFFF"/>
                          </a:solidFill>
                          <a:latin typeface="Arial"/>
                          <a:ea typeface="Arial"/>
                          <a:cs typeface="Arial"/>
                        </a:rPr>
                        <a:t>Implementation</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566057">
                <a:tc>
                  <a:txBody>
                    <a:bodyPr lIns="114300" tIns="114300" rIns="114300" bIns="114300"/>
                    <a:lstStyle/>
                    <a:p>
                      <a:r>
                        <a:rPr sz="1850" b="0">
                          <a:solidFill>
                            <a:srgbClr val="1C1C1C"/>
                          </a:solidFill>
                          <a:latin typeface="Arial"/>
                          <a:ea typeface="Arial"/>
                          <a:cs typeface="Arial"/>
                        </a:rPr>
                        <a:t>Measured data</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50" b="0">
                          <a:solidFill>
                            <a:srgbClr val="1C1C1C"/>
                          </a:solidFill>
                          <a:latin typeface="Arial"/>
                          <a:ea typeface="Arial"/>
                          <a:cs typeface="Arial"/>
                        </a:rPr>
                        <a:t>Four local CSV files with source indices and checksums</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566057">
                <a:tc>
                  <a:txBody>
                    <a:bodyPr lIns="114300" tIns="114300" rIns="114300" bIns="114300"/>
                    <a:lstStyle/>
                    <a:p>
                      <a:r>
                        <a:rPr sz="1850" b="0">
                          <a:solidFill>
                            <a:srgbClr val="1C1C1C"/>
                          </a:solidFill>
                          <a:latin typeface="Arial"/>
                          <a:ea typeface="Arial"/>
                          <a:cs typeface="Arial"/>
                        </a:rPr>
                        <a:t>Model</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50" b="0">
                          <a:solidFill>
                            <a:srgbClr val="1C1C1C"/>
                          </a:solidFill>
                          <a:latin typeface="Arial"/>
                          <a:ea typeface="Arial"/>
                          <a:cs typeface="Arial"/>
                        </a:rPr>
                        <a:t>InputDrivenODE with two or three coordinates</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566057">
                <a:tc>
                  <a:txBody>
                    <a:bodyPr lIns="114300" tIns="114300" rIns="114300" bIns="114300"/>
                    <a:lstStyle/>
                    <a:p>
                      <a:r>
                        <a:rPr sz="1850" b="0">
                          <a:solidFill>
                            <a:srgbClr val="1C1C1C"/>
                          </a:solidFill>
                          <a:latin typeface="Arial"/>
                          <a:ea typeface="Arial"/>
                          <a:cs typeface="Arial"/>
                        </a:rPr>
                        <a:t>Nonlinear correction</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50" b="0">
                          <a:solidFill>
                            <a:srgbClr val="1C1C1C"/>
                          </a:solidFill>
                          <a:latin typeface="Arial"/>
                          <a:ea typeface="Arial"/>
                          <a:cs typeface="Arial"/>
                        </a:rPr>
                        <a:t>Two tanh hidden layers, width 16</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566057">
                <a:tc>
                  <a:txBody>
                    <a:bodyPr lIns="114300" tIns="114300" rIns="114300" bIns="114300"/>
                    <a:lstStyle/>
                    <a:p>
                      <a:r>
                        <a:rPr sz="1850" b="0">
                          <a:solidFill>
                            <a:srgbClr val="1C1C1C"/>
                          </a:solidFill>
                          <a:latin typeface="Arial"/>
                          <a:ea typeface="Arial"/>
                          <a:cs typeface="Arial"/>
                        </a:rPr>
                        <a:t>Integration</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50" b="0">
                          <a:solidFill>
                            <a:srgbClr val="1C1C1C"/>
                          </a:solidFill>
                          <a:latin typeface="Arial"/>
                          <a:ea typeface="Arial"/>
                          <a:cs typeface="Arial"/>
                        </a:rPr>
                        <a:t>torchdiffeq.odeint, fixed-step RK4</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566057">
                <a:tc>
                  <a:txBody>
                    <a:bodyPr lIns="114300" tIns="114300" rIns="114300" bIns="114300"/>
                    <a:lstStyle/>
                    <a:p>
                      <a:r>
                        <a:rPr sz="1850" b="0">
                          <a:solidFill>
                            <a:srgbClr val="1C1C1C"/>
                          </a:solidFill>
                          <a:latin typeface="Arial"/>
                          <a:ea typeface="Arial"/>
                          <a:cs typeface="Arial"/>
                        </a:rPr>
                        <a:t>Training and selection</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50" b="0">
                          <a:solidFill>
                            <a:srgbClr val="1C1C1C"/>
                          </a:solidFill>
                          <a:latin typeface="Arial"/>
                          <a:ea typeface="Arial"/>
                          <a:cs typeface="Arial"/>
                        </a:rPr>
                        <a:t>Adam trajectory loss, validation-selected checkpoint</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566057">
                <a:tc>
                  <a:txBody>
                    <a:bodyPr lIns="114300" tIns="114300" rIns="114300" bIns="114300"/>
                    <a:lstStyle/>
                    <a:p>
                      <a:r>
                        <a:rPr sz="1850" b="0">
                          <a:solidFill>
                            <a:srgbClr val="1C1C1C"/>
                          </a:solidFill>
                          <a:latin typeface="Arial"/>
                          <a:ea typeface="Arial"/>
                          <a:cs typeface="Arial"/>
                        </a:rPr>
                        <a:t>Execution</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850" b="0">
                          <a:solidFill>
                            <a:srgbClr val="1C1C1C"/>
                          </a:solidFill>
                          <a:latin typeface="Arial"/>
                          <a:ea typeface="Arial"/>
                          <a:cs typeface="Arial"/>
                        </a:rPr>
                        <a:t>CPU worker, fixed seed, 90 s execution limit</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sp>
        <p:nvSpPr>
          <p:cNvPr id="4" name="source-context">
            <a:extLst xmlns:a="http://schemas.openxmlformats.org/drawingml/2006/main">
              <a:ext uri="{FF2B5EF4-FFF2-40B4-BE49-F238E27FC236}">
                <a16:creationId xmlns:a16="http://schemas.microsoft.com/office/drawing/2014/main" id="{F7C23E72-3E9C-4D92-A78C-B5EE993B8956}"/>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The notebook runs silverbox_demo.py. config.json fixes the shared experiment settings.</a:t>
            </a:r>
          </a:p>
        </p:txBody>
      </p:sp>
    </p:spTree>
    <p:extLst>
      <p:ext uri="{BB962C8B-B14F-4D97-AF65-F5344CB8AC3E}">
        <p14:creationId xmlns:p14="http://schemas.microsoft.com/office/powerpoint/2010/main" val="49311348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41F5E92-4080-47B3-B5CF-3CBDCB5309CD}"/>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Training through the Solver</a:t>
            </a:r>
          </a:p>
        </p:txBody>
      </p:sp>
      <p:sp>
        <p:nvSpPr>
          <p:cNvPr id="2" name="slide-number">
            <a:extLst xmlns:a="http://schemas.openxmlformats.org/drawingml/2006/main">
              <a:ext uri="{FF2B5EF4-FFF2-40B4-BE49-F238E27FC236}">
                <a16:creationId xmlns:a16="http://schemas.microsoft.com/office/drawing/2014/main" id="{E814F801-5640-4175-9E2E-31892DD29DA2}"/>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23</a:t>
            </a:r>
          </a:p>
        </p:txBody>
      </p:sp>
      <p:pic>
        <p:nvPicPr>
          <p:cNvPr id="3" name="">
            <a:extLst xmlns:a="http://schemas.openxmlformats.org/drawingml/2006/main">
              <a:ext uri="{FF2B5EF4-FFF2-40B4-BE49-F238E27FC236}">
                <a16:creationId xmlns:a16="http://schemas.microsoft.com/office/drawing/2014/main" id="{F2E43C75-A6B8-4697-991E-4D861040E3D1}"/>
              </a:ext>
            </a:extLst>
          </p:cNvPr>
          <p:cNvPicPr>
            <a:picLocks xmlns:a="http://schemas.openxmlformats.org/drawingml/2006/main" noChangeAspect="1"/>
          </p:cNvPicPr>
          <p:nvPr/>
        </p:nvPicPr>
        <p:blipFill>
          <a:blip xmlns:r="http://schemas.openxmlformats.org/officeDocument/2006/relationships" xmlns:a="http://schemas.openxmlformats.org/drawingml/2006/main" r:embed="Ra397a41add1b4a52">
            <a:extLst>
              <a:ext uri="{96DAC541-7B7A-43D3-8B79-37D633B846F1}">
                <asvg:svgBlip xmlns:asvg="http://schemas.microsoft.com/office/drawing/2016/SVG/main" r:embed="R6430b9c89799489f"/>
              </a:ext>
            </a:extLst>
          </a:blip>
          <a:stretch xmlns:a="http://schemas.openxmlformats.org/drawingml/2006/main"/>
        </p:blipFill>
        <p:spPr>
          <a:xfrm xmlns:a="http://schemas.openxmlformats.org/drawingml/2006/main">
            <a:off x="3688191" y="1524000"/>
            <a:ext cx="4510817" cy="1009650"/>
          </a:xfrm>
          <a:prstGeom xmlns:a="http://schemas.openxmlformats.org/drawingml/2006/main" prst="rect">
            <a:avLst/>
          </a:prstGeom>
        </p:spPr>
      </p:pic>
      <p:sp>
        <p:nvSpPr>
          <p:cNvPr id="4" name="loss-settings">
            <a:extLst xmlns:a="http://schemas.openxmlformats.org/drawingml/2006/main">
              <a:ext uri="{FF2B5EF4-FFF2-40B4-BE49-F238E27FC236}">
                <a16:creationId xmlns:a16="http://schemas.microsoft.com/office/drawing/2014/main" id="{D309222C-6F75-4420-9369-EFF0C180CE4D}"/>
              </a:ext>
            </a:extLst>
          </p:cNvPr>
          <p:cNvSpPr>
            <a:spLocks xmlns:a="http://schemas.openxmlformats.org/drawingml/2006/main" noGrp="1"/>
          </p:cNvSpPr>
          <p:nvPr/>
        </p:nvSpPr>
        <p:spPr>
          <a:xfrm xmlns:a="http://schemas.openxmlformats.org/drawingml/2006/main">
            <a:off x="590550" y="2686050"/>
            <a:ext cx="10706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00">
                <a:solidFill>
                  <a:srgbClr val="1C1C1C"/>
                </a:solidFill>
                <a:latin typeface="Arial"/>
                <a:ea typeface="Arial"/>
                <a:cs typeface="Arial"/>
              </a:defRPr>
            </a:defPPr>
          </a:lstStyle>
          <a:p xmlns:a="http://schemas.openxmlformats.org/drawingml/2006/main">
            <a:pPr>
              <a:buNone/>
              <a:defRPr sz="2000">
                <a:solidFill>
                  <a:srgbClr val="1C1C1C"/>
                </a:solidFill>
                <a:latin typeface="Arial"/>
                <a:ea typeface="Arial"/>
                <a:cs typeface="Arial"/>
              </a:defRPr>
            </a:pPr>
            <a:r>
              <a:rPr sz="2000">
                <a:solidFill>
                  <a:srgbClr val="1C1C1C"/>
                </a:solidFill>
                <a:latin typeface="Arial"/>
                <a:ea typeface="Arial"/>
                <a:cs typeface="Arial"/>
              </a:rPr>
              <a:t>B = 16 windows, N = 25 points. Each model receives 120 Adam updates.</a:t>
            </a:r>
          </a:p>
        </p:txBody>
      </p:sp>
      <p:sp>
        <p:nvSpPr>
          <p:cNvPr id="5" name="normalized-code">
            <a:extLst xmlns:a="http://schemas.openxmlformats.org/drawingml/2006/main">
              <a:ext uri="{FF2B5EF4-FFF2-40B4-BE49-F238E27FC236}">
                <a16:creationId xmlns:a16="http://schemas.microsoft.com/office/drawing/2014/main" id="{44F2AA75-F945-4557-8760-D7FB99D138BB}"/>
              </a:ext>
            </a:extLst>
          </p:cNvPr>
          <p:cNvSpPr>
            <a:spLocks xmlns:a="http://schemas.openxmlformats.org/drawingml/2006/main" noGrp="1"/>
          </p:cNvSpPr>
          <p:nvPr/>
        </p:nvSpPr>
        <p:spPr>
          <a:xfrm xmlns:a="http://schemas.openxmlformats.org/drawingml/2006/main">
            <a:off x="590550" y="3143250"/>
            <a:ext cx="1070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1C1C1C"/>
                </a:solidFill>
                <a:latin typeface="Arial"/>
                <a:ea typeface="Arial"/>
                <a:cs typeface="Arial"/>
              </a:defRPr>
            </a:defPPr>
          </a:lstStyle>
          <a:p xmlns:a="http://schemas.openxmlformats.org/drawingml/2006/main">
            <a:pPr>
              <a:buNone/>
              <a:defRPr sz="1800">
                <a:solidFill>
                  <a:srgbClr val="1C1C1C"/>
                </a:solidFill>
                <a:latin typeface="Arial"/>
                <a:ea typeface="Arial"/>
                <a:cs typeface="Arial"/>
              </a:defRPr>
            </a:pPr>
            <a:r>
              <a:rPr sz="1800">
                <a:solidFill>
                  <a:srgbClr val="1C1C1C"/>
                </a:solidFill>
                <a:latin typeface="Arial"/>
                <a:ea typeface="Arial"/>
                <a:cs typeface="Arial"/>
              </a:rPr>
              <a:t>The code below uses normalized targets and predictions.</a:t>
            </a:r>
          </a:p>
        </p:txBody>
      </p:sp>
      <p:sp>
        <p:nvSpPr>
          <p:cNvPr id="6" name="training-code">
            <a:extLst xmlns:a="http://schemas.openxmlformats.org/drawingml/2006/main">
              <a:ext uri="{FF2B5EF4-FFF2-40B4-BE49-F238E27FC236}">
                <a16:creationId xmlns:a16="http://schemas.microsoft.com/office/drawing/2014/main" id="{ACC117E7-2BFD-47CA-AD61-CDB308310C2E}"/>
              </a:ext>
            </a:extLst>
          </p:cNvPr>
          <p:cNvSpPr>
            <a:spLocks xmlns:a="http://schemas.openxmlformats.org/drawingml/2006/main" noGrp="1"/>
          </p:cNvSpPr>
          <p:nvPr/>
        </p:nvSpPr>
        <p:spPr>
          <a:xfrm xmlns:a="http://schemas.openxmlformats.org/drawingml/2006/main">
            <a:off x="590550" y="3476625"/>
            <a:ext cx="107061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a:solidFill>
                  <a:srgbClr val="1C1C1C"/>
                </a:solidFill>
                <a:latin typeface="Arial"/>
                <a:ea typeface="Arial"/>
                <a:cs typeface="Arial"/>
              </a:defRPr>
            </a:defPPr>
          </a:lstStyle>
          <a:p xmlns:a="http://schemas.openxmlformats.org/drawingml/2006/main">
            <a:pPr>
              <a:lnSpc>
                <a:spcPct val="112000"/>
              </a:lnSpc>
              <a:buNone/>
              <a:defRPr sz="1950">
                <a:solidFill>
                  <a:srgbClr val="1C1C1C"/>
                </a:solidFill>
                <a:latin typeface="Arial"/>
                <a:ea typeface="Arial"/>
                <a:cs typeface="Arial"/>
              </a:defRPr>
            </a:pPr>
            <a:r>
              <a:rPr sz="1950">
                <a:solidFill>
                  <a:srgbClr val="1C1C1C"/>
                </a:solidFill>
                <a:latin typeface="Arial"/>
                <a:ea typeface="Arial"/>
                <a:cs typeface="Arial"/>
              </a:rPr>
              <a:t>optimizer.zero_grad(set_to_none=True)</a:t>
            </a:r>
          </a:p>
          <a:p xmlns:a="http://schemas.openxmlformats.org/drawingml/2006/main">
            <a:pPr>
              <a:lnSpc>
                <a:spcPct val="112000"/>
              </a:lnSpc>
              <a:buNone/>
              <a:defRPr sz="1950">
                <a:solidFill>
                  <a:srgbClr val="1C1C1C"/>
                </a:solidFill>
                <a:latin typeface="Arial"/>
                <a:ea typeface="Arial"/>
                <a:cs typeface="Arial"/>
              </a:defRPr>
            </a:pPr>
            <a:r>
              <a:rPr sz="1950">
                <a:solidFill>
                  <a:srgbClr val="1C1C1C"/>
                </a:solidFill>
                <a:latin typeface="Arial"/>
                <a:ea typeface="Arial"/>
                <a:cs typeface="Arial"/>
              </a:rPr>
              <a:t>prediction = odeint(model, state, times,</a:t>
            </a:r>
          </a:p>
          <a:p xmlns:a="http://schemas.openxmlformats.org/drawingml/2006/main">
            <a:pPr>
              <a:lnSpc>
                <a:spcPct val="112000"/>
              </a:lnSpc>
              <a:buNone/>
              <a:defRPr sz="1950">
                <a:solidFill>
                  <a:srgbClr val="1C1C1C"/>
                </a:solidFill>
                <a:latin typeface="Arial"/>
                <a:ea typeface="Arial"/>
                <a:cs typeface="Arial"/>
              </a:defRPr>
            </a:pPr>
            <a:r>
              <a:rPr sz="1950">
                <a:solidFill>
                  <a:srgbClr val="1C1C1C"/>
                </a:solidFill>
                <a:latin typeface="Arial"/>
                <a:ea typeface="Arial"/>
                <a:cs typeface="Arial"/>
              </a:rPr>
              <a:t>    method='rk4', options={'step_size': 0.5})[..., 0]</a:t>
            </a:r>
          </a:p>
          <a:p xmlns:a="http://schemas.openxmlformats.org/drawingml/2006/main">
            <a:pPr>
              <a:lnSpc>
                <a:spcPct val="112000"/>
              </a:lnSpc>
              <a:buNone/>
              <a:defRPr sz="1950">
                <a:solidFill>
                  <a:srgbClr val="1C1C1C"/>
                </a:solidFill>
                <a:latin typeface="Arial"/>
                <a:ea typeface="Arial"/>
                <a:cs typeface="Arial"/>
              </a:defRPr>
            </a:pPr>
            <a:r>
              <a:rPr sz="1950">
                <a:solidFill>
                  <a:srgbClr val="1C1C1C"/>
                </a:solidFill>
                <a:latin typeface="Arial"/>
                <a:ea typeface="Arial"/>
                <a:cs typeface="Arial"/>
              </a:rPr>
              <a:t>loss = (prediction - target).square().mean()</a:t>
            </a:r>
          </a:p>
          <a:p xmlns:a="http://schemas.openxmlformats.org/drawingml/2006/main">
            <a:pPr>
              <a:lnSpc>
                <a:spcPct val="112000"/>
              </a:lnSpc>
              <a:buNone/>
              <a:defRPr sz="1950">
                <a:solidFill>
                  <a:srgbClr val="1C1C1C"/>
                </a:solidFill>
                <a:latin typeface="Arial"/>
                <a:ea typeface="Arial"/>
                <a:cs typeface="Arial"/>
              </a:defRPr>
            </a:pPr>
            <a:r>
              <a:rPr sz="1950">
                <a:solidFill>
                  <a:srgbClr val="1C1C1C"/>
                </a:solidFill>
                <a:latin typeface="Arial"/>
                <a:ea typeface="Arial"/>
                <a:cs typeface="Arial"/>
              </a:rPr>
              <a:t>loss.backward()</a:t>
            </a:r>
          </a:p>
          <a:p xmlns:a="http://schemas.openxmlformats.org/drawingml/2006/main">
            <a:pPr>
              <a:lnSpc>
                <a:spcPct val="112000"/>
              </a:lnSpc>
              <a:buNone/>
              <a:defRPr sz="1950">
                <a:solidFill>
                  <a:srgbClr val="1C1C1C"/>
                </a:solidFill>
                <a:latin typeface="Arial"/>
                <a:ea typeface="Arial"/>
                <a:cs typeface="Arial"/>
              </a:defRPr>
            </a:pPr>
            <a:r>
              <a:rPr sz="1950">
                <a:solidFill>
                  <a:srgbClr val="1C1C1C"/>
                </a:solidFill>
                <a:latin typeface="Arial"/>
                <a:ea typeface="Arial"/>
                <a:cs typeface="Arial"/>
              </a:rPr>
              <a:t>clip_grad_norm_(model.parameters(), 10.0)</a:t>
            </a:r>
          </a:p>
          <a:p xmlns:a="http://schemas.openxmlformats.org/drawingml/2006/main">
            <a:pPr>
              <a:lnSpc>
                <a:spcPct val="112000"/>
              </a:lnSpc>
              <a:buNone/>
              <a:defRPr sz="1950">
                <a:solidFill>
                  <a:srgbClr val="1C1C1C"/>
                </a:solidFill>
                <a:latin typeface="Arial"/>
                <a:ea typeface="Arial"/>
                <a:cs typeface="Arial"/>
              </a:defRPr>
            </a:pPr>
            <a:r>
              <a:rPr sz="1950">
                <a:solidFill>
                  <a:srgbClr val="1C1C1C"/>
                </a:solidFill>
                <a:latin typeface="Arial"/>
                <a:ea typeface="Arial"/>
                <a:cs typeface="Arial"/>
              </a:rPr>
              <a:t>optimizer.step()</a:t>
            </a:r>
          </a:p>
        </p:txBody>
      </p:sp>
      <p:sp>
        <p:nvSpPr>
          <p:cNvPr id="7" name="source-context">
            <a:extLst xmlns:a="http://schemas.openxmlformats.org/drawingml/2006/main">
              <a:ext uri="{FF2B5EF4-FFF2-40B4-BE49-F238E27FC236}">
                <a16:creationId xmlns:a16="http://schemas.microsoft.com/office/drawing/2014/main" id="{738E370C-E6E2-43FA-A83D-D97D7264C295}"/>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Training and evaluation use the same integration step. Input voltage is linearly interpolated between samples.</a:t>
            </a:r>
          </a:p>
        </p:txBody>
      </p:sp>
    </p:spTree>
    <p:extLst>
      <p:ext uri="{BB962C8B-B14F-4D97-AF65-F5344CB8AC3E}">
        <p14:creationId xmlns:p14="http://schemas.microsoft.com/office/powerpoint/2010/main" val="10860747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D0845C86-485F-4B44-A234-739F1479F04E}"/>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Results: Full Test Response and Error</a:t>
            </a:r>
          </a:p>
        </p:txBody>
      </p:sp>
      <p:sp>
        <p:nvSpPr>
          <p:cNvPr id="2" name="slide-number">
            <a:extLst xmlns:a="http://schemas.openxmlformats.org/drawingml/2006/main">
              <a:ext uri="{FF2B5EF4-FFF2-40B4-BE49-F238E27FC236}">
                <a16:creationId xmlns:a16="http://schemas.microsoft.com/office/drawing/2014/main" id="{2B81C1BB-CEE0-47E6-B396-BB457A02D28E}"/>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24</a:t>
            </a:r>
          </a:p>
        </p:txBody>
      </p:sp>
      <p:sp>
        <p:nvSpPr>
          <p:cNvPr id="4" name="interpretation">
            <a:extLst xmlns:a="http://schemas.openxmlformats.org/drawingml/2006/main">
              <a:ext uri="{FF2B5EF4-FFF2-40B4-BE49-F238E27FC236}">
                <a16:creationId xmlns:a16="http://schemas.microsoft.com/office/drawing/2014/main" id="{A4E03167-BDA7-4E89-AE27-55650690760C}"/>
              </a:ext>
            </a:extLst>
          </p:cNvPr>
          <p:cNvSpPr>
            <a:spLocks xmlns:a="http://schemas.openxmlformats.org/drawingml/2006/main" noGrp="1"/>
          </p:cNvSpPr>
          <p:nvPr/>
        </p:nvSpPr>
        <p:spPr>
          <a:xfrm xmlns:a="http://schemas.openxmlformats.org/drawingml/2006/main">
            <a:off x="590550" y="6086475"/>
            <a:ext cx="10706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All 1,998 scored errors are shown. Residual = prediction minus measurement.</a:t>
            </a:r>
          </a:p>
        </p:txBody>
      </p:sp>
      <p:sp>
        <p:nvSpPr>
          <p:cNvPr id="6" name="full-rollout-metrics">
            <a:extLst xmlns:a="http://schemas.openxmlformats.org/drawingml/2006/main">
              <a:ext uri="{FF2B5EF4-FFF2-40B4-BE49-F238E27FC236}">
                <a16:creationId xmlns:a16="http://schemas.microsoft.com/office/drawing/2014/main" id="{888DC978-58F6-4EFF-BC48-42CFD97D2845}"/>
              </a:ext>
            </a:extLst>
          </p:cNvPr>
          <p:cNvSpPr>
            <a:spLocks xmlns:a="http://schemas.openxmlformats.org/drawingml/2006/main" noGrp="1"/>
          </p:cNvSpPr>
          <p:nvPr/>
        </p:nvSpPr>
        <p:spPr>
          <a:xfrm xmlns:a="http://schemas.openxmlformats.org/drawingml/2006/main">
            <a:off x="590550" y="1323975"/>
            <a:ext cx="10706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946E24"/>
                </a:solidFill>
                <a:latin typeface="Arial"/>
                <a:ea typeface="Arial"/>
                <a:cs typeface="Arial"/>
              </a:defRPr>
            </a:defPPr>
          </a:lstStyle>
          <a:p xmlns:a="http://schemas.openxmlformats.org/drawingml/2006/main">
            <a:pPr>
              <a:defRPr sz="1875">
                <a:solidFill>
                  <a:srgbClr val="946E24"/>
                </a:solidFill>
                <a:latin typeface="Arial"/>
                <a:ea typeface="Arial"/>
                <a:cs typeface="Arial"/>
              </a:defRPr>
            </a:pPr>
            <a:r>
              <a:rPr sz="1875">
                <a:solidFill>
                  <a:srgbClr val="946E24"/>
                </a:solidFill>
                <a:latin typeface="Arial"/>
                <a:ea typeface="Arial"/>
                <a:cs typeface="Arial"/>
              </a:rPr>
              <a:t>Full RMSE: 5.706 mV     Maximum |Error|: 49.250 mV</a:t>
            </a:r>
          </a:p>
        </p:txBody>
      </p:sp>
      <p:graphicFrame>
        <p:nvGraphicFramePr>
          <p:cNvPr id="7" name="Chart">
            <a:extLst xmlns:a="http://schemas.openxmlformats.org/drawingml/2006/main">
              <a:ext uri="{FF2B5EF4-FFF2-40B4-BE49-F238E27FC236}">
                <a16:creationId xmlns:a16="http://schemas.microsoft.com/office/drawing/2014/main" id="{FE7D5A27-B221-458D-BE32-BDA216AA8EF5}"/>
              </a:ext>
            </a:extLst>
          </p:cNvPr>
          <p:cNvGraphicFramePr/>
          <p:nvPr/>
        </p:nvGraphicFramePr>
        <p:xfrm>
          <a:off xmlns:a="http://schemas.openxmlformats.org/drawingml/2006/main" x="590550" y="1714500"/>
          <a:ext xmlns:a="http://schemas.openxmlformats.org/drawingml/2006/main" cx="10706100" cy="2238375"/>
        </p:xfrm>
        <a:graphic xmlns:a="http://schemas.openxmlformats.org/drawingml/2006/main">
          <a:graphicData uri="http://schemas.openxmlformats.org/drawingml/2006/chart">
            <c:chart xmlns:r="http://schemas.openxmlformats.org/officeDocument/2006/relationships" xmlns:c="http://schemas.openxmlformats.org/drawingml/2006/chart" r:id="R2e8318979f6c4752"/>
          </a:graphicData>
        </a:graphic>
      </p:graphicFrame>
      <p:graphicFrame>
        <p:nvGraphicFramePr>
          <p:cNvPr id="8" name="Chart">
            <a:extLst xmlns:a="http://schemas.openxmlformats.org/drawingml/2006/main">
              <a:ext uri="{FF2B5EF4-FFF2-40B4-BE49-F238E27FC236}">
                <a16:creationId xmlns:a16="http://schemas.microsoft.com/office/drawing/2014/main" id="{38C72B7E-D0E6-4C41-ABE6-4B0DDA2A6D10}"/>
              </a:ext>
            </a:extLst>
          </p:cNvPr>
          <p:cNvGraphicFramePr/>
          <p:nvPr/>
        </p:nvGraphicFramePr>
        <p:xfrm>
          <a:off xmlns:a="http://schemas.openxmlformats.org/drawingml/2006/main" x="590550" y="4000500"/>
          <a:ext xmlns:a="http://schemas.openxmlformats.org/drawingml/2006/main" cx="10706100" cy="2000250"/>
        </p:xfrm>
        <a:graphic xmlns:a="http://schemas.openxmlformats.org/drawingml/2006/main">
          <a:graphicData uri="http://schemas.openxmlformats.org/drawingml/2006/chart">
            <c:chart xmlns:r="http://schemas.openxmlformats.org/officeDocument/2006/relationships" xmlns:c="http://schemas.openxmlformats.org/drawingml/2006/chart" r:id="R7646456dedcd4e98"/>
          </a:graphicData>
        </a:graphic>
      </p:graphicFrame>
    </p:spTree>
    <p:extLst>
      <p:ext uri="{BB962C8B-B14F-4D97-AF65-F5344CB8AC3E}">
        <p14:creationId xmlns:p14="http://schemas.microsoft.com/office/powerpoint/2010/main" val="160954304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BFE7EAE-0439-43B2-ABC2-F0CC85F4A112}"/>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Results: Output Prediction Errors</a:t>
            </a:r>
          </a:p>
        </p:txBody>
      </p:sp>
      <p:sp>
        <p:nvSpPr>
          <p:cNvPr id="2" name="slide-number">
            <a:extLst xmlns:a="http://schemas.openxmlformats.org/drawingml/2006/main">
              <a:ext uri="{FF2B5EF4-FFF2-40B4-BE49-F238E27FC236}">
                <a16:creationId xmlns:a16="http://schemas.microsoft.com/office/drawing/2014/main" id="{49921135-37BB-4851-B386-8FA068CA78FF}"/>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25</a:t>
            </a:r>
          </a:p>
        </p:txBody>
      </p:sp>
      <p:pic>
        <p:nvPicPr>
          <p:cNvPr id="3" name="">
            <a:extLst xmlns:a="http://schemas.openxmlformats.org/drawingml/2006/main">
              <a:ext uri="{FF2B5EF4-FFF2-40B4-BE49-F238E27FC236}">
                <a16:creationId xmlns:a16="http://schemas.microsoft.com/office/drawing/2014/main" id="{C0A80699-B8C3-44AA-8A88-805D0A1D8366}"/>
              </a:ext>
            </a:extLst>
          </p:cNvPr>
          <p:cNvPicPr>
            <a:picLocks xmlns:a="http://schemas.openxmlformats.org/drawingml/2006/main" noChangeAspect="1"/>
          </p:cNvPicPr>
          <p:nvPr/>
        </p:nvPicPr>
        <p:blipFill>
          <a:blip xmlns:r="http://schemas.openxmlformats.org/officeDocument/2006/relationships" xmlns:a="http://schemas.openxmlformats.org/drawingml/2006/main" r:embed="Rfcdee784aefc49cc">
            <a:extLst>
              <a:ext uri="{96DAC541-7B7A-43D3-8B79-37D633B846F1}">
                <asvg:svgBlip xmlns:asvg="http://schemas.microsoft.com/office/drawing/2016/SVG/main" r:embed="Rc5626701580141b2"/>
              </a:ext>
            </a:extLst>
          </a:blip>
          <a:stretch xmlns:a="http://schemas.openxmlformats.org/drawingml/2006/main"/>
        </p:blipFill>
        <p:spPr>
          <a:xfrm xmlns:a="http://schemas.openxmlformats.org/drawingml/2006/main">
            <a:off x="4083722" y="1323975"/>
            <a:ext cx="3719755" cy="1123950"/>
          </a:xfrm>
          <a:prstGeom xmlns:a="http://schemas.openxmlformats.org/drawingml/2006/main" prst="rect">
            <a:avLst/>
          </a:prstGeom>
        </p:spPr>
      </p:pic>
      <p:graphicFrame>
        <p:nvGraphicFramePr>
          <p:cNvPr id="4" name="">
            <a:extLst xmlns:a="http://schemas.openxmlformats.org/drawingml/2006/main">
              <a:ext uri="{FF2B5EF4-FFF2-40B4-BE49-F238E27FC236}">
                <a16:creationId xmlns:a16="http://schemas.microsoft.com/office/drawing/2014/main" id="{FF4E4827-BFCA-43A3-BB47-ACA6F6F75CC5}"/>
              </a:ext>
            </a:extLst>
          </p:cNvPr>
          <p:cNvGraphicFramePr/>
          <p:nvPr/>
        </p:nvGraphicFramePr>
        <p:xfrm>
          <a:off xmlns:a="http://schemas.openxmlformats.org/drawingml/2006/main" x="590550" y="2619375"/>
          <a:ext xmlns:a="http://schemas.openxmlformats.org/drawingml/2006/main" cx="10706100" cy="2638425"/>
        </p:xfrm>
        <a:graphic xmlns:a="http://schemas.openxmlformats.org/drawingml/2006/main">
          <a:graphicData uri="http://schemas.openxmlformats.org/drawingml/2006/table">
            <a:tbl>
              <a:tblPr/>
              <a:tblGrid>
                <a:gridCol w="4191000"/>
                <a:gridCol w="3257550"/>
                <a:gridCol w="3257550"/>
              </a:tblGrid>
              <a:tr h="659606">
                <a:tc>
                  <a:txBody>
                    <a:bodyPr lIns="114300" tIns="114300" rIns="114300" bIns="114300"/>
                    <a:lstStyle/>
                    <a:p>
                      <a:r>
                        <a:rPr sz="1950" b="1">
                          <a:solidFill>
                            <a:srgbClr val="FFFFFF"/>
                          </a:solidFill>
                          <a:latin typeface="Arial"/>
                          <a:ea typeface="Arial"/>
                          <a:cs typeface="Arial"/>
                        </a:rPr>
                        <a:t>Model</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950" b="1">
                          <a:solidFill>
                            <a:srgbClr val="FFFFFF"/>
                          </a:solidFill>
                          <a:latin typeface="Arial"/>
                          <a:ea typeface="Arial"/>
                          <a:cs typeface="Arial"/>
                        </a:rPr>
                        <a:t>Multisine RMSE (mV)</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950" b="1">
                          <a:solidFill>
                            <a:srgbClr val="FFFFFF"/>
                          </a:solidFill>
                          <a:latin typeface="Arial"/>
                          <a:ea typeface="Arial"/>
                          <a:cs typeface="Arial"/>
                        </a:rPr>
                        <a:t>Arrow-Clip RMSE (mV)</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659606">
                <a:tc>
                  <a:txBody>
                    <a:bodyPr lIns="114300" tIns="114300" rIns="114300" bIns="114300"/>
                    <a:lstStyle/>
                    <a:p>
                      <a:r>
                        <a:rPr sz="1950" b="0">
                          <a:solidFill>
                            <a:srgbClr val="1C1C1C"/>
                          </a:solidFill>
                          <a:latin typeface="Arial"/>
                          <a:ea typeface="Arial"/>
                          <a:cs typeface="Arial"/>
                        </a:rPr>
                        <a:t>Linear ODE</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18.060</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27.454</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659606">
                <a:tc>
                  <a:txBody>
                    <a:bodyPr lIns="114300" tIns="114300" rIns="114300" bIns="114300"/>
                    <a:lstStyle/>
                    <a:p>
                      <a:r>
                        <a:rPr sz="1950" b="0">
                          <a:solidFill>
                            <a:srgbClr val="1C1C1C"/>
                          </a:solidFill>
                          <a:latin typeface="Arial"/>
                          <a:ea typeface="Arial"/>
                          <a:cs typeface="Arial"/>
                        </a:rPr>
                        <a:t>Neural ODE</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5.706</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22.566</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659606">
                <a:tc>
                  <a:txBody>
                    <a:bodyPr lIns="114300" tIns="114300" rIns="114300" bIns="114300"/>
                    <a:lstStyle/>
                    <a:p>
                      <a:r>
                        <a:rPr sz="1950" b="0">
                          <a:solidFill>
                            <a:srgbClr val="1C1C1C"/>
                          </a:solidFill>
                          <a:latin typeface="Arial"/>
                          <a:ea typeface="Arial"/>
                          <a:cs typeface="Arial"/>
                        </a:rPr>
                        <a:t>Augmented Neural ODE</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4.435</a:t>
                      </a:r>
                    </a:p>
                  </a:txBody>
                  <a:tcPr marL="91440" marR="91440" marT="45720" marB="45720" anchor="ctr">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50" b="0">
                          <a:solidFill>
                            <a:srgbClr val="1C1C1C"/>
                          </a:solidFill>
                          <a:latin typeface="Arial"/>
                          <a:ea typeface="Arial"/>
                          <a:cs typeface="Arial"/>
                        </a:rPr>
                        <a:t>20.834</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sp>
        <p:nvSpPr>
          <p:cNvPr id="5" name="score-scope">
            <a:extLst xmlns:a="http://schemas.openxmlformats.org/drawingml/2006/main">
              <a:ext uri="{FF2B5EF4-FFF2-40B4-BE49-F238E27FC236}">
                <a16:creationId xmlns:a16="http://schemas.microsoft.com/office/drawing/2014/main" id="{872D7290-1918-4B8E-96E9-01E2FBF13A46}"/>
              </a:ext>
            </a:extLst>
          </p:cNvPr>
          <p:cNvSpPr>
            <a:spLocks xmlns:a="http://schemas.openxmlformats.org/drawingml/2006/main" noGrp="1"/>
          </p:cNvSpPr>
          <p:nvPr/>
        </p:nvSpPr>
        <p:spPr>
          <a:xfrm xmlns:a="http://schemas.openxmlformats.org/drawingml/2006/main">
            <a:off x="590550" y="5543550"/>
            <a:ext cx="10706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a:buNone/>
              <a:defRPr sz="2100">
                <a:solidFill>
                  <a:srgbClr val="1C1C1C"/>
                </a:solidFill>
                <a:latin typeface="Arial"/>
                <a:ea typeface="Arial"/>
                <a:cs typeface="Arial"/>
              </a:defRPr>
            </a:pPr>
            <a:r>
              <a:rPr sz="2100">
                <a:solidFill>
                  <a:srgbClr val="1C1C1C"/>
                </a:solidFill>
                <a:latin typeface="Arial"/>
                <a:ea typeface="Arial"/>
                <a:cs typeface="Arial"/>
              </a:rPr>
              <a:t>Both neural models improve on the linear baseline in this run. Errors increase on the larger-amplitude clip.</a:t>
            </a:r>
          </a:p>
        </p:txBody>
      </p:sp>
    </p:spTree>
    <p:extLst>
      <p:ext uri="{BB962C8B-B14F-4D97-AF65-F5344CB8AC3E}">
        <p14:creationId xmlns:p14="http://schemas.microsoft.com/office/powerpoint/2010/main" val="24973073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84D9B0B-CE3D-4B30-AE7B-3799B1AF0B95}"/>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Results: Changed Excitation and Error</a:t>
            </a:r>
          </a:p>
        </p:txBody>
      </p:sp>
      <p:sp>
        <p:nvSpPr>
          <p:cNvPr id="2" name="slide-number">
            <a:extLst xmlns:a="http://schemas.openxmlformats.org/drawingml/2006/main">
              <a:ext uri="{FF2B5EF4-FFF2-40B4-BE49-F238E27FC236}">
                <a16:creationId xmlns:a16="http://schemas.microsoft.com/office/drawing/2014/main" id="{D30AE9C1-1D49-42CF-AE22-253B3254C736}"/>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26</a:t>
            </a:r>
          </a:p>
        </p:txBody>
      </p:sp>
      <p:sp>
        <p:nvSpPr>
          <p:cNvPr id="4" name="amplitude-scope">
            <a:extLst xmlns:a="http://schemas.openxmlformats.org/drawingml/2006/main">
              <a:ext uri="{FF2B5EF4-FFF2-40B4-BE49-F238E27FC236}">
                <a16:creationId xmlns:a16="http://schemas.microsoft.com/office/drawing/2014/main" id="{B38CD30B-382E-4207-B149-A9280C7DB9FA}"/>
              </a:ext>
            </a:extLst>
          </p:cNvPr>
          <p:cNvSpPr>
            <a:spLocks xmlns:a="http://schemas.openxmlformats.org/drawingml/2006/main" noGrp="1"/>
          </p:cNvSpPr>
          <p:nvPr/>
        </p:nvSpPr>
        <p:spPr>
          <a:xfrm xmlns:a="http://schemas.openxmlformats.org/drawingml/2006/main">
            <a:off x="590550" y="6086475"/>
            <a:ext cx="10706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All 1,998 scored errors are shown. Input amplitude and waveform both change.</a:t>
            </a:r>
          </a:p>
        </p:txBody>
      </p:sp>
      <p:sp>
        <p:nvSpPr>
          <p:cNvPr id="6" name="full-rollout-metrics">
            <a:extLst xmlns:a="http://schemas.openxmlformats.org/drawingml/2006/main">
              <a:ext uri="{FF2B5EF4-FFF2-40B4-BE49-F238E27FC236}">
                <a16:creationId xmlns:a16="http://schemas.microsoft.com/office/drawing/2014/main" id="{4F110614-E903-4CB7-8380-B4A1733825A7}"/>
              </a:ext>
            </a:extLst>
          </p:cNvPr>
          <p:cNvSpPr>
            <a:spLocks xmlns:a="http://schemas.openxmlformats.org/drawingml/2006/main" noGrp="1"/>
          </p:cNvSpPr>
          <p:nvPr/>
        </p:nvSpPr>
        <p:spPr>
          <a:xfrm xmlns:a="http://schemas.openxmlformats.org/drawingml/2006/main">
            <a:off x="590550" y="1323975"/>
            <a:ext cx="10706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946E24"/>
                </a:solidFill>
                <a:latin typeface="Arial"/>
                <a:ea typeface="Arial"/>
                <a:cs typeface="Arial"/>
              </a:defRPr>
            </a:defPPr>
          </a:lstStyle>
          <a:p xmlns:a="http://schemas.openxmlformats.org/drawingml/2006/main">
            <a:pPr>
              <a:defRPr sz="1875">
                <a:solidFill>
                  <a:srgbClr val="946E24"/>
                </a:solidFill>
                <a:latin typeface="Arial"/>
                <a:ea typeface="Arial"/>
                <a:cs typeface="Arial"/>
              </a:defRPr>
            </a:pPr>
            <a:r>
              <a:rPr sz="1875">
                <a:solidFill>
                  <a:srgbClr val="946E24"/>
                </a:solidFill>
                <a:latin typeface="Arial"/>
                <a:ea typeface="Arial"/>
                <a:cs typeface="Arial"/>
              </a:rPr>
              <a:t>Full RMSE: 22.566 mV     Maximum |Error|: 186.707 mV</a:t>
            </a:r>
          </a:p>
        </p:txBody>
      </p:sp>
      <p:graphicFrame>
        <p:nvGraphicFramePr>
          <p:cNvPr id="7" name="Chart">
            <a:extLst xmlns:a="http://schemas.openxmlformats.org/drawingml/2006/main">
              <a:ext uri="{FF2B5EF4-FFF2-40B4-BE49-F238E27FC236}">
                <a16:creationId xmlns:a16="http://schemas.microsoft.com/office/drawing/2014/main" id="{A3F3C514-B58C-4539-905C-BDECAFDD9452}"/>
              </a:ext>
            </a:extLst>
          </p:cNvPr>
          <p:cNvGraphicFramePr/>
          <p:nvPr/>
        </p:nvGraphicFramePr>
        <p:xfrm>
          <a:off xmlns:a="http://schemas.openxmlformats.org/drawingml/2006/main" x="590550" y="1714500"/>
          <a:ext xmlns:a="http://schemas.openxmlformats.org/drawingml/2006/main" cx="10706100" cy="2238375"/>
        </p:xfrm>
        <a:graphic xmlns:a="http://schemas.openxmlformats.org/drawingml/2006/main">
          <a:graphicData uri="http://schemas.openxmlformats.org/drawingml/2006/chart">
            <c:chart xmlns:r="http://schemas.openxmlformats.org/officeDocument/2006/relationships" xmlns:c="http://schemas.openxmlformats.org/drawingml/2006/chart" r:id="R7319490d00454ce2"/>
          </a:graphicData>
        </a:graphic>
      </p:graphicFrame>
      <p:graphicFrame>
        <p:nvGraphicFramePr>
          <p:cNvPr id="8" name="Chart">
            <a:extLst xmlns:a="http://schemas.openxmlformats.org/drawingml/2006/main">
              <a:ext uri="{FF2B5EF4-FFF2-40B4-BE49-F238E27FC236}">
                <a16:creationId xmlns:a16="http://schemas.microsoft.com/office/drawing/2014/main" id="{81598151-E268-400E-9370-DF033D8AD3FF}"/>
              </a:ext>
            </a:extLst>
          </p:cNvPr>
          <p:cNvGraphicFramePr/>
          <p:nvPr/>
        </p:nvGraphicFramePr>
        <p:xfrm>
          <a:off xmlns:a="http://schemas.openxmlformats.org/drawingml/2006/main" x="590550" y="4000500"/>
          <a:ext xmlns:a="http://schemas.openxmlformats.org/drawingml/2006/main" cx="10706100" cy="2000250"/>
        </p:xfrm>
        <a:graphic xmlns:a="http://schemas.openxmlformats.org/drawingml/2006/main">
          <a:graphicData uri="http://schemas.openxmlformats.org/drawingml/2006/chart">
            <c:chart xmlns:r="http://schemas.openxmlformats.org/officeDocument/2006/relationships" xmlns:c="http://schemas.openxmlformats.org/drawingml/2006/chart" r:id="Rc1592829b04b4f34"/>
          </a:graphicData>
        </a:graphic>
      </p:graphicFrame>
    </p:spTree>
    <p:extLst>
      <p:ext uri="{BB962C8B-B14F-4D97-AF65-F5344CB8AC3E}">
        <p14:creationId xmlns:p14="http://schemas.microsoft.com/office/powerpoint/2010/main" val="37196148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ACF9D83-9CF0-420C-8A47-CEBFA7E02840}"/>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Augmentation and Validation</a:t>
            </a:r>
          </a:p>
        </p:txBody>
      </p:sp>
      <p:sp>
        <p:nvSpPr>
          <p:cNvPr id="2" name="slide-number">
            <a:extLst xmlns:a="http://schemas.openxmlformats.org/drawingml/2006/main">
              <a:ext uri="{FF2B5EF4-FFF2-40B4-BE49-F238E27FC236}">
                <a16:creationId xmlns:a16="http://schemas.microsoft.com/office/drawing/2014/main" id="{A6AD4730-DEA8-4C4F-ADD3-4E9491EE82A2}"/>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27</a:t>
            </a:r>
          </a:p>
        </p:txBody>
      </p:sp>
      <p:graphicFrame>
        <p:nvGraphicFramePr>
          <p:cNvPr id="3" name="Chart">
            <a:extLst xmlns:a="http://schemas.openxmlformats.org/drawingml/2006/main">
              <a:ext uri="{FF2B5EF4-FFF2-40B4-BE49-F238E27FC236}">
                <a16:creationId xmlns:a16="http://schemas.microsoft.com/office/drawing/2014/main" id="{A7A0639A-EB62-4999-B021-E6A0D407573F}"/>
              </a:ext>
            </a:extLst>
          </p:cNvPr>
          <p:cNvGraphicFramePr/>
          <p:nvPr/>
        </p:nvGraphicFramePr>
        <p:xfrm>
          <a:off xmlns:a="http://schemas.openxmlformats.org/drawingml/2006/main" x="590550" y="1581150"/>
          <a:ext xmlns:a="http://schemas.openxmlformats.org/drawingml/2006/main" cx="10706100" cy="3419475"/>
        </p:xfrm>
        <a:graphic xmlns:a="http://schemas.openxmlformats.org/drawingml/2006/main">
          <a:graphicData uri="http://schemas.openxmlformats.org/drawingml/2006/chart">
            <c:chart xmlns:r="http://schemas.openxmlformats.org/officeDocument/2006/relationships" xmlns:c="http://schemas.openxmlformats.org/drawingml/2006/chart" r:id="R89ab2246885c40b0"/>
          </a:graphicData>
        </a:graphic>
      </p:graphicFrame>
      <p:sp>
        <p:nvSpPr>
          <p:cNvPr id="4" name="augmentation-result">
            <a:extLst xmlns:a="http://schemas.openxmlformats.org/drawingml/2006/main">
              <a:ext uri="{FF2B5EF4-FFF2-40B4-BE49-F238E27FC236}">
                <a16:creationId xmlns:a16="http://schemas.microsoft.com/office/drawing/2014/main" id="{1DD6AFBE-9293-45D8-AAC3-5F0BDE3F5CA9}"/>
              </a:ext>
            </a:extLst>
          </p:cNvPr>
          <p:cNvSpPr>
            <a:spLocks xmlns:a="http://schemas.openxmlformats.org/drawingml/2006/main" noGrp="1"/>
          </p:cNvSpPr>
          <p:nvPr/>
        </p:nvSpPr>
        <p:spPr>
          <a:xfrm xmlns:a="http://schemas.openxmlformats.org/drawingml/2006/main">
            <a:off x="590550" y="5257800"/>
            <a:ext cx="10706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a:buNone/>
              <a:defRPr sz="2100">
                <a:solidFill>
                  <a:srgbClr val="1C1C1C"/>
                </a:solidFill>
                <a:latin typeface="Arial"/>
                <a:ea typeface="Arial"/>
                <a:cs typeface="Arial"/>
              </a:defRPr>
            </a:pPr>
            <a:r>
              <a:rPr sz="2100">
                <a:solidFill>
                  <a:srgbClr val="1C1C1C"/>
                </a:solidFill>
                <a:latin typeface="Arial"/>
                <a:ea typeface="Arial"/>
                <a:cs typeface="Arial"/>
              </a:rPr>
              <a:t>Test RMSE decreases by 22.3% with one added coordinate in this run.</a:t>
            </a:r>
          </a:p>
        </p:txBody>
      </p:sp>
      <p:sp>
        <p:nvSpPr>
          <p:cNvPr id="5" name="source-context">
            <a:extLst xmlns:a="http://schemas.openxmlformats.org/drawingml/2006/main">
              <a:ext uri="{FF2B5EF4-FFF2-40B4-BE49-F238E27FC236}">
                <a16:creationId xmlns:a16="http://schemas.microsoft.com/office/drawing/2014/main" id="{7EA00CD3-D045-44CE-A10B-B4BDCE472B21}"/>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Neural ODE: 370 neural parameters. Augmented: 403. One seed does not establish a general advantage.</a:t>
            </a:r>
          </a:p>
        </p:txBody>
      </p:sp>
    </p:spTree>
    <p:extLst>
      <p:ext uri="{BB962C8B-B14F-4D97-AF65-F5344CB8AC3E}">
        <p14:creationId xmlns:p14="http://schemas.microsoft.com/office/powerpoint/2010/main" val="200747746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3259EFF-6717-49D0-8B08-B733634E710F}"/>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Demo: Numerical Checks and Reproducibility</a:t>
            </a:r>
          </a:p>
        </p:txBody>
      </p:sp>
      <p:sp>
        <p:nvSpPr>
          <p:cNvPr id="2" name="slide-number">
            <a:extLst xmlns:a="http://schemas.openxmlformats.org/drawingml/2006/main">
              <a:ext uri="{FF2B5EF4-FFF2-40B4-BE49-F238E27FC236}">
                <a16:creationId xmlns:a16="http://schemas.microsoft.com/office/drawing/2014/main" id="{44A1723E-4B49-4A5A-935B-E48584CD8835}"/>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28</a:t>
            </a:r>
          </a:p>
        </p:txBody>
      </p:sp>
      <p:pic>
        <p:nvPicPr>
          <p:cNvPr id="3" name="">
            <a:extLst xmlns:a="http://schemas.openxmlformats.org/drawingml/2006/main">
              <a:ext uri="{FF2B5EF4-FFF2-40B4-BE49-F238E27FC236}">
                <a16:creationId xmlns:a16="http://schemas.microsoft.com/office/drawing/2014/main" id="{7E11A003-1AEF-4A77-8EBE-D12530B41C6A}"/>
              </a:ext>
            </a:extLst>
          </p:cNvPr>
          <p:cNvPicPr>
            <a:picLocks xmlns:a="http://schemas.openxmlformats.org/drawingml/2006/main" noChangeAspect="1"/>
          </p:cNvPicPr>
          <p:nvPr/>
        </p:nvPicPr>
        <p:blipFill>
          <a:blip xmlns:r="http://schemas.openxmlformats.org/officeDocument/2006/relationships" xmlns:a="http://schemas.openxmlformats.org/drawingml/2006/main" r:embed="R1dac368e9e464402">
            <a:extLst>
              <a:ext uri="{96DAC541-7B7A-43D3-8B79-37D633B846F1}">
                <asvg:svgBlip xmlns:asvg="http://schemas.microsoft.com/office/drawing/2016/SVG/main" r:embed="Rd9412a7ff7df4f7a"/>
              </a:ext>
            </a:extLst>
          </a:blip>
          <a:stretch xmlns:a="http://schemas.openxmlformats.org/drawingml/2006/main"/>
        </p:blipFill>
        <p:spPr>
          <a:xfrm xmlns:a="http://schemas.openxmlformats.org/drawingml/2006/main">
            <a:off x="1555401" y="1504950"/>
            <a:ext cx="8776398" cy="89535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C4948FC3-1B20-42C7-B977-969A432026D5}"/>
              </a:ext>
            </a:extLst>
          </p:cNvPr>
          <p:cNvSpPr>
            <a:spLocks xmlns:a="http://schemas.openxmlformats.org/drawingml/2006/main" noGrp="1"/>
          </p:cNvSpPr>
          <p:nvPr/>
        </p:nvSpPr>
        <p:spPr>
          <a:xfrm xmlns:a="http://schemas.openxmlformats.org/drawingml/2006/main">
            <a:off x="590550" y="2962275"/>
            <a:ext cx="10706100" cy="2914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a:solidFill>
                  <a:srgbClr val="1C1C1C"/>
                </a:solidFill>
                <a:latin typeface="Arial"/>
                <a:ea typeface="Arial"/>
                <a:cs typeface="Arial"/>
              </a:defRPr>
            </a:defPPr>
          </a:lstStyle>
          <a:p xmlns:a="http://schemas.openxmlformats.org/drawingml/2006/main">
            <a:pPr marL="228600" indent="-127000">
              <a:spcAft>
                <a:spcPts val="2200"/>
              </a:spcAft>
              <a:buChar char="•"/>
              <a:defRPr sz="2100">
                <a:solidFill>
                  <a:srgbClr val="1C1C1C"/>
                </a:solidFill>
                <a:latin typeface="Arial"/>
                <a:ea typeface="Arial"/>
                <a:cs typeface="Arial"/>
              </a:defRPr>
            </a:pPr>
            <a:r>
              <a:rPr sz="2100">
                <a:solidFill>
                  <a:srgbClr val="1C1C1C"/>
                </a:solidFill>
                <a:latin typeface="Arial"/>
                <a:ea typeface="Arial"/>
                <a:cs typeface="Arial"/>
              </a:rPr>
              <a:t>Halving the RK4 step changes validation output by at most 0.298 mV.</a:t>
            </a:r>
          </a:p>
          <a:p xmlns:a="http://schemas.openxmlformats.org/drawingml/2006/main">
            <a:pPr marL="228600" indent="-127000">
              <a:spcAft>
                <a:spcPts val="2200"/>
              </a:spcAft>
              <a:buChar char="•"/>
              <a:defRPr sz="2100">
                <a:solidFill>
                  <a:srgbClr val="1C1C1C"/>
                </a:solidFill>
                <a:latin typeface="Arial"/>
                <a:ea typeface="Arial"/>
                <a:cs typeface="Arial"/>
              </a:defRPr>
            </a:pPr>
            <a:r>
              <a:rPr sz="2100">
                <a:solidFill>
                  <a:srgbClr val="1C1C1C"/>
                </a:solidFill>
                <a:latin typeface="Arial"/>
                <a:ea typeface="Arial"/>
                <a:cs typeface="Arial"/>
              </a:rPr>
              <a:t>The same check changes test output by at most 0.343 mV.</a:t>
            </a:r>
          </a:p>
          <a:p xmlns:a="http://schemas.openxmlformats.org/drawingml/2006/main">
            <a:pPr marL="228600" indent="-127000">
              <a:spcAft>
                <a:spcPts val="2200"/>
              </a:spcAft>
              <a:buChar char="•"/>
              <a:defRPr sz="2100">
                <a:solidFill>
                  <a:srgbClr val="1C1C1C"/>
                </a:solidFill>
                <a:latin typeface="Arial"/>
                <a:ea typeface="Arial"/>
                <a:cs typeface="Arial"/>
              </a:defRPr>
            </a:pPr>
            <a:r>
              <a:rPr sz="2100">
                <a:solidFill>
                  <a:srgbClr val="1C1C1C"/>
                </a:solidFill>
                <a:latin typeface="Arial"/>
                <a:ea typeface="Arial"/>
                <a:cs typeface="Arial"/>
              </a:rPr>
              <a:t>Both fresh runs reproduce the same weights and prediction CSV files on the tested stack.</a:t>
            </a:r>
          </a:p>
          <a:p xmlns:a="http://schemas.openxmlformats.org/drawingml/2006/main">
            <a:pPr marL="228600" indent="-127000">
              <a:spcAft>
                <a:spcPts val="2200"/>
              </a:spcAft>
              <a:buChar char="•"/>
              <a:defRPr sz="2100">
                <a:solidFill>
                  <a:srgbClr val="1C1C1C"/>
                </a:solidFill>
                <a:latin typeface="Arial"/>
                <a:ea typeface="Arial"/>
                <a:cs typeface="Arial"/>
              </a:defRPr>
            </a:pPr>
            <a:r>
              <a:rPr sz="2100">
                <a:solidFill>
                  <a:srgbClr val="1C1C1C"/>
                </a:solidFill>
                <a:latin typeface="Arial"/>
                <a:ea typeface="Arial"/>
                <a:cs typeface="Arial"/>
              </a:rPr>
              <a:t>Seed 17, CPU float64, one thread, local CSV data, and a fixed configuration define the run.</a:t>
            </a:r>
          </a:p>
        </p:txBody>
      </p:sp>
      <p:sp>
        <p:nvSpPr>
          <p:cNvPr id="5" name="source-context">
            <a:extLst xmlns:a="http://schemas.openxmlformats.org/drawingml/2006/main">
              <a:ext uri="{FF2B5EF4-FFF2-40B4-BE49-F238E27FC236}">
                <a16:creationId xmlns:a16="http://schemas.microsoft.com/office/drawing/2014/main" id="{94BA39AA-C93D-4DF3-9642-F2E1D3FFB5CA}"/>
              </a:ext>
            </a:extLst>
          </p:cNvPr>
          <p:cNvSpPr>
            <a:spLocks xmlns:a="http://schemas.openxmlformats.org/drawingml/2006/main" noGrp="1"/>
          </p:cNvSpPr>
          <p:nvPr/>
        </p:nvSpPr>
        <p:spPr>
          <a:xfrm xmlns:a="http://schemas.openxmlformats.org/drawingml/2006/main">
            <a:off x="590550" y="59626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00">
                <a:solidFill>
                  <a:srgbClr val="777777"/>
                </a:solidFill>
                <a:latin typeface="Arial"/>
                <a:ea typeface="Arial"/>
                <a:cs typeface="Arial"/>
              </a:defRPr>
            </a:defPPr>
          </a:lstStyle>
          <a:p xmlns:a="http://schemas.openxmlformats.org/drawingml/2006/main">
            <a:pPr>
              <a:buNone/>
              <a:defRPr sz="1600">
                <a:solidFill>
                  <a:srgbClr val="777777"/>
                </a:solidFill>
                <a:latin typeface="Arial"/>
                <a:ea typeface="Arial"/>
                <a:cs typeface="Arial"/>
              </a:defRPr>
            </a:pPr>
            <a:r>
              <a:rPr sz="1600">
                <a:solidFill>
                  <a:srgbClr val="777777"/>
                </a:solidFill>
                <a:latin typeface="Arial"/>
                <a:ea typeface="Arial"/>
                <a:cs typeface="Arial"/>
              </a:rPr>
              <a:t>The step check measures numerical sensitivity. It does not give an exact continuous-time error bound.</a:t>
            </a:r>
          </a:p>
        </p:txBody>
      </p:sp>
    </p:spTree>
    <p:extLst>
      <p:ext uri="{BB962C8B-B14F-4D97-AF65-F5344CB8AC3E}">
        <p14:creationId xmlns:p14="http://schemas.microsoft.com/office/powerpoint/2010/main" val="154780479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D7C121D1-0F3C-4CC9-9F65-56A1106C797A}"/>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How the Papers Connect to the Demo</a:t>
            </a:r>
          </a:p>
        </p:txBody>
      </p:sp>
      <p:sp>
        <p:nvSpPr>
          <p:cNvPr id="2" name="slide-number">
            <a:extLst xmlns:a="http://schemas.openxmlformats.org/drawingml/2006/main">
              <a:ext uri="{FF2B5EF4-FFF2-40B4-BE49-F238E27FC236}">
                <a16:creationId xmlns:a16="http://schemas.microsoft.com/office/drawing/2014/main" id="{F34DB9B5-9E34-4F3B-942D-4FC9AC4213AE}"/>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29</a:t>
            </a:r>
          </a:p>
        </p:txBody>
      </p:sp>
      <p:graphicFrame>
        <p:nvGraphicFramePr>
          <p:cNvPr id="3" name="">
            <a:extLst xmlns:a="http://schemas.openxmlformats.org/drawingml/2006/main">
              <a:ext uri="{FF2B5EF4-FFF2-40B4-BE49-F238E27FC236}">
                <a16:creationId xmlns:a16="http://schemas.microsoft.com/office/drawing/2014/main" id="{F8B8BB46-F2DA-4FFB-9238-796510006C90}"/>
              </a:ext>
            </a:extLst>
          </p:cNvPr>
          <p:cNvGraphicFramePr/>
          <p:nvPr/>
        </p:nvGraphicFramePr>
        <p:xfrm>
          <a:off xmlns:a="http://schemas.openxmlformats.org/drawingml/2006/main" x="590550" y="1743075"/>
          <a:ext xmlns:a="http://schemas.openxmlformats.org/drawingml/2006/main" cx="10706100" cy="3114675"/>
        </p:xfrm>
        <a:graphic xmlns:a="http://schemas.openxmlformats.org/drawingml/2006/main">
          <a:graphicData uri="http://schemas.openxmlformats.org/drawingml/2006/table">
            <a:tbl>
              <a:tblPr/>
              <a:tblGrid>
                <a:gridCol w="3867150"/>
                <a:gridCol w="6838950"/>
              </a:tblGrid>
              <a:tr h="778669">
                <a:tc>
                  <a:txBody>
                    <a:bodyPr lIns="114300" tIns="114300" rIns="114300" bIns="114300"/>
                    <a:lstStyle/>
                    <a:p>
                      <a:r>
                        <a:rPr sz="1900" b="1">
                          <a:solidFill>
                            <a:srgbClr val="FFFFFF"/>
                          </a:solidFill>
                          <a:latin typeface="Arial"/>
                          <a:ea typeface="Arial"/>
                          <a:cs typeface="Arial"/>
                        </a:rPr>
                        <a:t>Source Concept</a:t>
                      </a:r>
                    </a:p>
                  </a:txBody>
                  <a:tcPr marL="91440" marR="91440" marT="45720" marB="45720" anchor="ctr">
                    <a:lnL w="9525">
                      <a:solidFill>
                        <a:srgbClr val="D4D0C8"/>
                      </a:solidFill>
                      <a:prstDash val="solid"/>
                    </a:lnL>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c>
                  <a:txBody>
                    <a:bodyPr lIns="114300" tIns="114300" rIns="114300" bIns="114300"/>
                    <a:lstStyle/>
                    <a:p>
                      <a:r>
                        <a:rPr sz="1900" b="1">
                          <a:solidFill>
                            <a:srgbClr val="FFFFFF"/>
                          </a:solidFill>
                          <a:latin typeface="Arial"/>
                          <a:ea typeface="Arial"/>
                          <a:cs typeface="Arial"/>
                        </a:rPr>
                        <a:t>Implementation in This Demo</a:t>
                      </a:r>
                    </a:p>
                  </a:txBody>
                  <a:tcPr marL="91440" marR="91440" marT="45720" marB="45720" anchor="ctr">
                    <a:lnR w="9525">
                      <a:solidFill>
                        <a:srgbClr val="D4D0C8"/>
                      </a:solidFill>
                      <a:prstDash val="solid"/>
                    </a:lnR>
                    <a:lnT w="9525">
                      <a:solidFill>
                        <a:srgbClr val="D4D0C8"/>
                      </a:solidFill>
                      <a:prstDash val="solid"/>
                    </a:lnT>
                    <a:lnB w="9525">
                      <a:solidFill>
                        <a:srgbClr val="D4D0C8"/>
                      </a:solidFill>
                      <a:prstDash val="solid"/>
                    </a:lnB>
                    <a:solidFill>
                      <a:srgbClr val="1C1C1C"/>
                    </a:solidFill>
                  </a:tcPr>
                </a:tc>
              </a:tr>
              <a:tr h="778669">
                <a:tc>
                  <a:txBody>
                    <a:bodyPr lIns="114300" tIns="114300" rIns="114300" bIns="114300"/>
                    <a:lstStyle/>
                    <a:p>
                      <a:r>
                        <a:rPr sz="1900" b="0">
                          <a:solidFill>
                            <a:srgbClr val="1C1C1C"/>
                          </a:solidFill>
                          <a:latin typeface="Arial"/>
                          <a:ea typeface="Arial"/>
                          <a:cs typeface="Arial"/>
                        </a:rPr>
                        <a:t>Chen: learned ODE dynamics</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00" b="0">
                          <a:solidFill>
                            <a:srgbClr val="1C1C1C"/>
                          </a:solidFill>
                          <a:latin typeface="Arial"/>
                          <a:ea typeface="Arial"/>
                          <a:cs typeface="Arial"/>
                        </a:rPr>
                        <a:t>A network supplies a derivative and a solver produces the response</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778669">
                <a:tc>
                  <a:txBody>
                    <a:bodyPr lIns="114300" tIns="114300" rIns="114300" bIns="114300"/>
                    <a:lstStyle/>
                    <a:p>
                      <a:r>
                        <a:rPr sz="1900" b="0">
                          <a:solidFill>
                            <a:srgbClr val="1C1C1C"/>
                          </a:solidFill>
                          <a:latin typeface="Arial"/>
                          <a:ea typeface="Arial"/>
                          <a:cs typeface="Arial"/>
                        </a:rPr>
                        <a:t>Chen: training through integration</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00" b="0">
                          <a:solidFill>
                            <a:srgbClr val="1C1C1C"/>
                          </a:solidFill>
                          <a:latin typeface="Arial"/>
                          <a:ea typeface="Arial"/>
                          <a:cs typeface="Arial"/>
                        </a:rPr>
                        <a:t>Direct autograd through RK4; continuous-adjoint memory savings are not claimed</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r h="778669">
                <a:tc>
                  <a:txBody>
                    <a:bodyPr lIns="114300" tIns="114300" rIns="114300" bIns="114300"/>
                    <a:lstStyle/>
                    <a:p>
                      <a:r>
                        <a:rPr sz="1900" b="0">
                          <a:solidFill>
                            <a:srgbClr val="1C1C1C"/>
                          </a:solidFill>
                          <a:latin typeface="Arial"/>
                          <a:ea typeface="Arial"/>
                          <a:cs typeface="Arial"/>
                        </a:rPr>
                        <a:t>Dupont: state augmentation</a:t>
                      </a:r>
                    </a:p>
                  </a:txBody>
                  <a:tcPr marL="91440" marR="91440" marT="45720" marB="45720" anchor="ctr">
                    <a:lnL w="9525">
                      <a:solidFill>
                        <a:srgbClr val="D4D0C8"/>
                      </a:solidFill>
                      <a:prstDash val="solid"/>
                    </a:lnL>
                    <a:lnR w="9525">
                      <a:solidFill>
                        <a:srgbClr val="D4D0C8"/>
                      </a:solidFill>
                      <a:prstDash val="solid"/>
                    </a:lnR>
                    <a:lnB w="9525">
                      <a:solidFill>
                        <a:srgbClr val="D4D0C8"/>
                      </a:solidFill>
                      <a:prstDash val="solid"/>
                    </a:lnB>
                    <a:solidFill>
                      <a:srgbClr val="F5F3EF"/>
                    </a:solidFill>
                  </a:tcPr>
                </a:tc>
                <a:tc>
                  <a:txBody>
                    <a:bodyPr lIns="114300" tIns="114300" rIns="114300" bIns="114300"/>
                    <a:lstStyle/>
                    <a:p>
                      <a:r>
                        <a:rPr sz="1900" b="0">
                          <a:solidFill>
                            <a:srgbClr val="1C1C1C"/>
                          </a:solidFill>
                          <a:latin typeface="Arial"/>
                          <a:ea typeface="Arial"/>
                          <a:cs typeface="Arial"/>
                        </a:rPr>
                        <a:t>Append a zero-initialized coordinate, integrate jointly, project to output</a:t>
                      </a:r>
                    </a:p>
                  </a:txBody>
                  <a:tcPr marL="91440" marR="91440" marT="45720" marB="45720" anchor="ctr">
                    <a:lnR w="9525">
                      <a:solidFill>
                        <a:srgbClr val="D4D0C8"/>
                      </a:solidFill>
                      <a:prstDash val="solid"/>
                    </a:lnR>
                    <a:lnB w="9525">
                      <a:solidFill>
                        <a:srgbClr val="D4D0C8"/>
                      </a:solidFill>
                      <a:prstDash val="solid"/>
                    </a:lnB>
                    <a:solidFill>
                      <a:srgbClr val="F5F3EF"/>
                    </a:solidFill>
                  </a:tcPr>
                </a:tc>
              </a:tr>
            </a:tbl>
          </a:graphicData>
        </a:graphic>
      </p:graphicFrame>
      <p:sp>
        <p:nvSpPr>
          <p:cNvPr id="4" name="source-scope">
            <a:extLst xmlns:a="http://schemas.openxmlformats.org/drawingml/2006/main">
              <a:ext uri="{FF2B5EF4-FFF2-40B4-BE49-F238E27FC236}">
                <a16:creationId xmlns:a16="http://schemas.microsoft.com/office/drawing/2014/main" id="{338A2458-2971-43DE-B650-1BEDDC5A6218}"/>
              </a:ext>
            </a:extLst>
          </p:cNvPr>
          <p:cNvSpPr>
            <a:spLocks xmlns:a="http://schemas.openxmlformats.org/drawingml/2006/main" noGrp="1"/>
          </p:cNvSpPr>
          <p:nvPr/>
        </p:nvSpPr>
        <p:spPr>
          <a:xfrm xmlns:a="http://schemas.openxmlformats.org/drawingml/2006/main">
            <a:off x="590550" y="5267325"/>
            <a:ext cx="10706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a:solidFill>
                  <a:srgbClr val="1C1C1C"/>
                </a:solidFill>
                <a:latin typeface="Arial"/>
                <a:ea typeface="Arial"/>
                <a:cs typeface="Arial"/>
              </a:defRPr>
            </a:defPPr>
          </a:lstStyle>
          <a:p xmlns:a="http://schemas.openxmlformats.org/drawingml/2006/main">
            <a:pPr>
              <a:buNone/>
              <a:defRPr sz="2175">
                <a:solidFill>
                  <a:srgbClr val="1C1C1C"/>
                </a:solidFill>
                <a:latin typeface="Arial"/>
                <a:ea typeface="Arial"/>
                <a:cs typeface="Arial"/>
              </a:defRPr>
            </a:pPr>
            <a:r>
              <a:rPr sz="2175">
                <a:solidFill>
                  <a:srgbClr val="1C1C1C"/>
                </a:solidFill>
                <a:latin typeface="Arial"/>
                <a:ea typeface="Arial"/>
                <a:cs typeface="Arial"/>
              </a:rPr>
              <a:t>The two papers establish the methods. Silverbox supplies a separate measured application dataset.</a:t>
            </a:r>
          </a:p>
        </p:txBody>
      </p:sp>
    </p:spTree>
    <p:extLst>
      <p:ext uri="{BB962C8B-B14F-4D97-AF65-F5344CB8AC3E}">
        <p14:creationId xmlns:p14="http://schemas.microsoft.com/office/powerpoint/2010/main" val="27478207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5E95B2B5-2A69-4129-A880-C5DD9E4BDF99}"/>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Advantages of the Approach</a:t>
            </a:r>
          </a:p>
        </p:txBody>
      </p:sp>
      <p:sp>
        <p:nvSpPr>
          <p:cNvPr id="2" name="slide-number">
            <a:extLst xmlns:a="http://schemas.openxmlformats.org/drawingml/2006/main">
              <a:ext uri="{FF2B5EF4-FFF2-40B4-BE49-F238E27FC236}">
                <a16:creationId xmlns:a16="http://schemas.microsoft.com/office/drawing/2014/main" id="{F3DEEAD7-B195-4BE2-AD7E-44EC12C68263}"/>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30</a:t>
            </a:r>
          </a:p>
        </p:txBody>
      </p:sp>
      <p:sp>
        <p:nvSpPr>
          <p:cNvPr id="3" name="body">
            <a:extLst xmlns:a="http://schemas.openxmlformats.org/drawingml/2006/main">
              <a:ext uri="{FF2B5EF4-FFF2-40B4-BE49-F238E27FC236}">
                <a16:creationId xmlns:a16="http://schemas.microsoft.com/office/drawing/2014/main" id="{ADC22200-36FA-4D93-97B2-3D9D85FF0E14}"/>
              </a:ext>
            </a:extLst>
          </p:cNvPr>
          <p:cNvSpPr>
            <a:spLocks xmlns:a="http://schemas.openxmlformats.org/drawingml/2006/main" noGrp="1"/>
          </p:cNvSpPr>
          <p:nvPr/>
        </p:nvSpPr>
        <p:spPr>
          <a:xfrm xmlns:a="http://schemas.openxmlformats.org/drawingml/2006/main">
            <a:off x="590550" y="1762125"/>
            <a:ext cx="10706100" cy="414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a:solidFill>
                  <a:srgbClr val="1C1C1C"/>
                </a:solidFill>
                <a:latin typeface="Arial"/>
                <a:ea typeface="Arial"/>
                <a:cs typeface="Arial"/>
              </a:defRPr>
            </a:defPPr>
          </a:lstStyle>
          <a:p xmlns:a="http://schemas.openxmlformats.org/drawingml/2006/main">
            <a:pPr marL="228600" indent="-127000">
              <a:spcAft>
                <a:spcPts val="2300"/>
              </a:spcAft>
              <a:buChar char="•"/>
              <a:defRPr sz="2175">
                <a:solidFill>
                  <a:srgbClr val="1C1C1C"/>
                </a:solidFill>
                <a:latin typeface="Arial"/>
                <a:ea typeface="Arial"/>
                <a:cs typeface="Arial"/>
              </a:defRPr>
            </a:pPr>
            <a:r>
              <a:rPr sz="2175">
                <a:solidFill>
                  <a:srgbClr val="1C1C1C"/>
                </a:solidFill>
                <a:latin typeface="Arial"/>
                <a:ea typeface="Arial"/>
                <a:cs typeface="Arial"/>
              </a:rPr>
              <a:t>Continuous-time predictions under a specified input trajectory.</a:t>
            </a:r>
          </a:p>
          <a:p xmlns:a="http://schemas.openxmlformats.org/drawingml/2006/main">
            <a:pPr marL="228600" indent="-127000">
              <a:spcAft>
                <a:spcPts val="2300"/>
              </a:spcAft>
              <a:buChar char="•"/>
              <a:defRPr sz="2175">
                <a:solidFill>
                  <a:srgbClr val="1C1C1C"/>
                </a:solidFill>
                <a:latin typeface="Arial"/>
                <a:ea typeface="Arial"/>
                <a:cs typeface="Arial"/>
              </a:defRPr>
            </a:pPr>
            <a:r>
              <a:rPr sz="2175">
                <a:solidFill>
                  <a:srgbClr val="1C1C1C"/>
                </a:solidFill>
                <a:latin typeface="Arial"/>
                <a:ea typeface="Arial"/>
                <a:cs typeface="Arial"/>
              </a:rPr>
              <a:t>End-to-end training through the response calculation.</a:t>
            </a:r>
          </a:p>
          <a:p xmlns:a="http://schemas.openxmlformats.org/drawingml/2006/main">
            <a:pPr marL="228600" indent="-127000">
              <a:spcAft>
                <a:spcPts val="2300"/>
              </a:spcAft>
              <a:buChar char="•"/>
              <a:defRPr sz="2175">
                <a:solidFill>
                  <a:srgbClr val="1C1C1C"/>
                </a:solidFill>
                <a:latin typeface="Arial"/>
                <a:ea typeface="Arial"/>
                <a:cs typeface="Arial"/>
              </a:defRPr>
            </a:pPr>
            <a:r>
              <a:rPr sz="2175">
                <a:solidFill>
                  <a:srgbClr val="1C1C1C"/>
                </a:solidFill>
                <a:latin typeface="Arial"/>
                <a:ea typeface="Arial"/>
                <a:cs typeface="Arial"/>
              </a:rPr>
              <a:t>A neural correction can extend a simpler identified model.</a:t>
            </a:r>
          </a:p>
          <a:p xmlns:a="http://schemas.openxmlformats.org/drawingml/2006/main">
            <a:pPr marL="228600" indent="-127000">
              <a:spcAft>
                <a:spcPts val="2300"/>
              </a:spcAft>
              <a:buChar char="•"/>
              <a:defRPr sz="2175">
                <a:solidFill>
                  <a:srgbClr val="1C1C1C"/>
                </a:solidFill>
                <a:latin typeface="Arial"/>
                <a:ea typeface="Arial"/>
                <a:cs typeface="Arial"/>
              </a:defRPr>
            </a:pPr>
            <a:r>
              <a:rPr sz="2175">
                <a:solidFill>
                  <a:srgbClr val="1C1C1C"/>
                </a:solidFill>
                <a:latin typeface="Arial"/>
                <a:ea typeface="Arial"/>
                <a:cs typeface="Arial"/>
              </a:rPr>
              <a:t>Latent and augmented coordinates can represent unobserved dynamics.</a:t>
            </a:r>
          </a:p>
          <a:p xmlns:a="http://schemas.openxmlformats.org/drawingml/2006/main">
            <a:pPr marL="228600" indent="-127000">
              <a:spcAft>
                <a:spcPts val="2300"/>
              </a:spcAft>
              <a:buChar char="•"/>
              <a:defRPr sz="2175">
                <a:solidFill>
                  <a:srgbClr val="1C1C1C"/>
                </a:solidFill>
                <a:latin typeface="Arial"/>
                <a:ea typeface="Arial"/>
                <a:cs typeface="Arial"/>
              </a:defRPr>
            </a:pPr>
            <a:r>
              <a:rPr sz="2175">
                <a:solidFill>
                  <a:srgbClr val="1C1C1C"/>
                </a:solidFill>
                <a:latin typeface="Arial"/>
                <a:ea typeface="Arial"/>
                <a:cs typeface="Arial"/>
              </a:rPr>
              <a:t>A reusable dynamic surrogate within the coverage checked by validation.</a:t>
            </a:r>
          </a:p>
        </p:txBody>
      </p:sp>
    </p:spTree>
    <p:extLst>
      <p:ext uri="{BB962C8B-B14F-4D97-AF65-F5344CB8AC3E}">
        <p14:creationId xmlns:p14="http://schemas.microsoft.com/office/powerpoint/2010/main" val="135612447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060333E0-BD84-4880-9D19-C756A9782A6D}"/>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Limitations: Model and Data</a:t>
            </a:r>
          </a:p>
        </p:txBody>
      </p:sp>
      <p:sp>
        <p:nvSpPr>
          <p:cNvPr id="2" name="slide-number">
            <a:extLst xmlns:a="http://schemas.openxmlformats.org/drawingml/2006/main">
              <a:ext uri="{FF2B5EF4-FFF2-40B4-BE49-F238E27FC236}">
                <a16:creationId xmlns:a16="http://schemas.microsoft.com/office/drawing/2014/main" id="{9F6CEF77-EED7-451D-B1BF-7FADC290311C}"/>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31</a:t>
            </a:r>
          </a:p>
        </p:txBody>
      </p:sp>
      <p:sp>
        <p:nvSpPr>
          <p:cNvPr id="3" name="body">
            <a:extLst xmlns:a="http://schemas.openxmlformats.org/drawingml/2006/main">
              <a:ext uri="{FF2B5EF4-FFF2-40B4-BE49-F238E27FC236}">
                <a16:creationId xmlns:a16="http://schemas.microsoft.com/office/drawing/2014/main" id="{53DC8CBC-482F-405E-B2F1-1222F0025149}"/>
              </a:ext>
            </a:extLst>
          </p:cNvPr>
          <p:cNvSpPr>
            <a:spLocks xmlns:a="http://schemas.openxmlformats.org/drawingml/2006/main" noGrp="1"/>
          </p:cNvSpPr>
          <p:nvPr/>
        </p:nvSpPr>
        <p:spPr>
          <a:xfrm xmlns:a="http://schemas.openxmlformats.org/drawingml/2006/main">
            <a:off x="590550" y="1762125"/>
            <a:ext cx="10706100" cy="414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50">
                <a:solidFill>
                  <a:srgbClr val="1C1C1C"/>
                </a:solidFill>
                <a:latin typeface="Arial"/>
                <a:ea typeface="Arial"/>
                <a:cs typeface="Arial"/>
              </a:defRPr>
            </a:defPPr>
          </a:lstStyle>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Unmeasured internal states require an initialization or inference rule.</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Errors increase on a clip with changed amplitude and waveform.</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Voltage predictions do not identify unique physical oscillator parameters.</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One seed and short test clips do not establish full-benchmark performance.</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Augmentation changes parameter count and does not guarantee improvement.</a:t>
            </a:r>
          </a:p>
        </p:txBody>
      </p:sp>
    </p:spTree>
    <p:extLst>
      <p:ext uri="{BB962C8B-B14F-4D97-AF65-F5344CB8AC3E}">
        <p14:creationId xmlns:p14="http://schemas.microsoft.com/office/powerpoint/2010/main" val="108337203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550835F0-2010-4278-A183-B32D632812D6}"/>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Limitations: Numerical Computation</a:t>
            </a:r>
          </a:p>
        </p:txBody>
      </p:sp>
      <p:sp>
        <p:nvSpPr>
          <p:cNvPr id="2" name="slide-number">
            <a:extLst xmlns:a="http://schemas.openxmlformats.org/drawingml/2006/main">
              <a:ext uri="{FF2B5EF4-FFF2-40B4-BE49-F238E27FC236}">
                <a16:creationId xmlns:a16="http://schemas.microsoft.com/office/drawing/2014/main" id="{1358F8AF-B8FD-4544-90C0-176FD8BA1265}"/>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32</a:t>
            </a:r>
          </a:p>
        </p:txBody>
      </p:sp>
      <p:sp>
        <p:nvSpPr>
          <p:cNvPr id="3" name="body">
            <a:extLst xmlns:a="http://schemas.openxmlformats.org/drawingml/2006/main">
              <a:ext uri="{FF2B5EF4-FFF2-40B4-BE49-F238E27FC236}">
                <a16:creationId xmlns:a16="http://schemas.microsoft.com/office/drawing/2014/main" id="{49E9CA6B-019E-4123-8DF6-F7FF94788712}"/>
              </a:ext>
            </a:extLst>
          </p:cNvPr>
          <p:cNvSpPr>
            <a:spLocks xmlns:a="http://schemas.openxmlformats.org/drawingml/2006/main" noGrp="1"/>
          </p:cNvSpPr>
          <p:nvPr/>
        </p:nvSpPr>
        <p:spPr>
          <a:xfrm xmlns:a="http://schemas.openxmlformats.org/drawingml/2006/main">
            <a:off x="590550" y="1762125"/>
            <a:ext cx="10706100" cy="414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50">
                <a:solidFill>
                  <a:srgbClr val="1C1C1C"/>
                </a:solidFill>
                <a:latin typeface="Arial"/>
                <a:ea typeface="Arial"/>
                <a:cs typeface="Arial"/>
              </a:defRPr>
            </a:defPPr>
          </a:lstStyle>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A finer step raises the number of network evaluations.</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Model error and numerical integration error both affect forecasts.</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Stiff learned dynamics can force expensive numerical solves.</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Continuous-adjoint gradients depend on reconstruction and solver choices.</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Physical stability and reliable long-horizon extrapolation require separate checks.</a:t>
            </a:r>
          </a:p>
        </p:txBody>
      </p:sp>
    </p:spTree>
    <p:extLst>
      <p:ext uri="{BB962C8B-B14F-4D97-AF65-F5344CB8AC3E}">
        <p14:creationId xmlns:p14="http://schemas.microsoft.com/office/powerpoint/2010/main" val="200245345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5D8AF247-C6D8-42FB-9527-6F8BFFA4F8D3}"/>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Conclusion</a:t>
            </a:r>
          </a:p>
        </p:txBody>
      </p:sp>
      <p:sp>
        <p:nvSpPr>
          <p:cNvPr id="2" name="slide-number">
            <a:extLst xmlns:a="http://schemas.openxmlformats.org/drawingml/2006/main">
              <a:ext uri="{FF2B5EF4-FFF2-40B4-BE49-F238E27FC236}">
                <a16:creationId xmlns:a16="http://schemas.microsoft.com/office/drawing/2014/main" id="{35C1E5FE-1FE2-4B1C-AA47-5C46455F8E39}"/>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33</a:t>
            </a:r>
          </a:p>
        </p:txBody>
      </p:sp>
      <p:sp>
        <p:nvSpPr>
          <p:cNvPr id="3" name="body">
            <a:extLst xmlns:a="http://schemas.openxmlformats.org/drawingml/2006/main">
              <a:ext uri="{FF2B5EF4-FFF2-40B4-BE49-F238E27FC236}">
                <a16:creationId xmlns:a16="http://schemas.microsoft.com/office/drawing/2014/main" id="{59B058A5-E5EE-43E6-84C7-064C163EC326}"/>
              </a:ext>
            </a:extLst>
          </p:cNvPr>
          <p:cNvSpPr>
            <a:spLocks xmlns:a="http://schemas.openxmlformats.org/drawingml/2006/main" noGrp="1"/>
          </p:cNvSpPr>
          <p:nvPr/>
        </p:nvSpPr>
        <p:spPr>
          <a:xfrm xmlns:a="http://schemas.openxmlformats.org/drawingml/2006/main">
            <a:off x="590550" y="1762125"/>
            <a:ext cx="10706100" cy="414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50">
                <a:solidFill>
                  <a:srgbClr val="1C1C1C"/>
                </a:solidFill>
                <a:latin typeface="Arial"/>
                <a:ea typeface="Arial"/>
                <a:cs typeface="Arial"/>
              </a:defRPr>
            </a:defPPr>
          </a:lstStyle>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Neural ODEs learn a vector field that generates a dynamic response.</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Chen et al. establish trainable continuous-depth models.</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Dupont et al. explain flow restrictions and introduce state augmentation.</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Silverbox connects those ideas to measured nonlinear input-output behavior.</a:t>
            </a:r>
          </a:p>
          <a:p xmlns:a="http://schemas.openxmlformats.org/drawingml/2006/main">
            <a:pPr marL="228600" indent="-127000">
              <a:spcAft>
                <a:spcPts val="2300"/>
              </a:spcAft>
              <a:buChar char="•"/>
              <a:defRPr sz="2150">
                <a:solidFill>
                  <a:srgbClr val="1C1C1C"/>
                </a:solidFill>
                <a:latin typeface="Arial"/>
                <a:ea typeface="Arial"/>
                <a:cs typeface="Arial"/>
              </a:defRPr>
            </a:pPr>
            <a:r>
              <a:rPr sz="2150">
                <a:solidFill>
                  <a:srgbClr val="1C1C1C"/>
                </a:solidFill>
                <a:latin typeface="Arial"/>
                <a:ea typeface="Arial"/>
                <a:cs typeface="Arial"/>
              </a:rPr>
              <a:t>The demo shows lower test error than a linear baseline and larger errors under changed excitation.</a:t>
            </a:r>
          </a:p>
        </p:txBody>
      </p:sp>
    </p:spTree>
    <p:extLst>
      <p:ext uri="{BB962C8B-B14F-4D97-AF65-F5344CB8AC3E}">
        <p14:creationId xmlns:p14="http://schemas.microsoft.com/office/powerpoint/2010/main" val="40399548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EA611A90-FD03-4DB4-8E41-55C01E1E1428}"/>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E0D5C0"/>
                </a:solidFill>
                <a:latin typeface="Arial"/>
                <a:ea typeface="Arial"/>
                <a:cs typeface="Arial"/>
              </a:defRPr>
            </a:defPPr>
          </a:lstStyle>
          <a:p xmlns:a="http://schemas.openxmlformats.org/drawingml/2006/main">
            <a:pPr>
              <a:buNone/>
              <a:defRPr sz="3800">
                <a:solidFill>
                  <a:srgbClr val="E0D5C0"/>
                </a:solidFill>
                <a:latin typeface="Arial"/>
                <a:ea typeface="Arial"/>
                <a:cs typeface="Arial"/>
              </a:defRPr>
            </a:pPr>
            <a:r>
              <a:rPr sz="3800">
                <a:solidFill>
                  <a:srgbClr val="E0D5C0"/>
                </a:solidFill>
                <a:latin typeface="Arial"/>
                <a:ea typeface="Arial"/>
                <a:cs typeface="Arial"/>
              </a:rPr>
              <a:t>Questions and Discussion</a:t>
            </a:r>
          </a:p>
        </p:txBody>
      </p:sp>
      <p:sp>
        <p:nvSpPr>
          <p:cNvPr id="2" name="slide-number">
            <a:extLst xmlns:a="http://schemas.openxmlformats.org/drawingml/2006/main">
              <a:ext uri="{FF2B5EF4-FFF2-40B4-BE49-F238E27FC236}">
                <a16:creationId xmlns:a16="http://schemas.microsoft.com/office/drawing/2014/main" id="{20464224-BF59-4CB0-AF30-E0378B17D314}"/>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E0D5C0"/>
                </a:solidFill>
                <a:latin typeface="Arial"/>
                <a:ea typeface="Arial"/>
                <a:cs typeface="Arial"/>
              </a:defRPr>
            </a:defPPr>
          </a:lstStyle>
          <a:p xmlns:a="http://schemas.openxmlformats.org/drawingml/2006/main">
            <a:pPr algn="r">
              <a:buNone/>
              <a:defRPr sz="1200">
                <a:solidFill>
                  <a:srgbClr val="E0D5C0"/>
                </a:solidFill>
                <a:latin typeface="Arial"/>
                <a:ea typeface="Arial"/>
                <a:cs typeface="Arial"/>
              </a:defRPr>
            </a:pPr>
            <a:r>
              <a:rPr sz="1200">
                <a:solidFill>
                  <a:srgbClr val="E0D5C0"/>
                </a:solidFill>
                <a:latin typeface="Arial"/>
                <a:ea typeface="Arial"/>
                <a:cs typeface="Arial"/>
              </a:rPr>
              <a:t>34</a:t>
            </a:r>
          </a:p>
        </p:txBody>
      </p:sp>
      <p:sp>
        <p:nvSpPr>
          <p:cNvPr id="3" name="discussion-label">
            <a:extLst xmlns:a="http://schemas.openxmlformats.org/drawingml/2006/main">
              <a:ext uri="{FF2B5EF4-FFF2-40B4-BE49-F238E27FC236}">
                <a16:creationId xmlns:a16="http://schemas.microsoft.com/office/drawing/2014/main" id="{F0587C92-FB7C-4E1E-855D-89B1411D15FD}"/>
              </a:ext>
            </a:extLst>
          </p:cNvPr>
          <p:cNvSpPr>
            <a:spLocks xmlns:a="http://schemas.openxmlformats.org/drawingml/2006/main" noGrp="1"/>
          </p:cNvSpPr>
          <p:nvPr/>
        </p:nvSpPr>
        <p:spPr>
          <a:xfrm xmlns:a="http://schemas.openxmlformats.org/drawingml/2006/main">
            <a:off x="590550" y="1581150"/>
            <a:ext cx="1070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a:solidFill>
                  <a:srgbClr val="E0D5C0"/>
                </a:solidFill>
                <a:latin typeface="Arial"/>
                <a:ea typeface="Arial"/>
                <a:cs typeface="Arial"/>
              </a:defRPr>
            </a:defPPr>
          </a:lstStyle>
          <a:p xmlns:a="http://schemas.openxmlformats.org/drawingml/2006/main">
            <a:pPr>
              <a:buNone/>
              <a:defRPr sz="2400">
                <a:solidFill>
                  <a:srgbClr val="E0D5C0"/>
                </a:solidFill>
                <a:latin typeface="Arial"/>
                <a:ea typeface="Arial"/>
                <a:cs typeface="Arial"/>
              </a:defRPr>
            </a:pPr>
            <a:r>
              <a:rPr sz="2400">
                <a:solidFill>
                  <a:srgbClr val="E0D5C0"/>
                </a:solidFill>
                <a:latin typeface="Arial"/>
                <a:ea typeface="Arial"/>
                <a:cs typeface="Arial"/>
              </a:rPr>
              <a:t>Questions about the methods or the demo?</a:t>
            </a:r>
          </a:p>
        </p:txBody>
      </p:sp>
      <p:sp>
        <p:nvSpPr>
          <p:cNvPr id="4" name="body">
            <a:extLst xmlns:a="http://schemas.openxmlformats.org/drawingml/2006/main">
              <a:ext uri="{FF2B5EF4-FFF2-40B4-BE49-F238E27FC236}">
                <a16:creationId xmlns:a16="http://schemas.microsoft.com/office/drawing/2014/main" id="{98E66A1B-B8C5-4454-BB8B-7526F9C2F7F9}"/>
              </a:ext>
            </a:extLst>
          </p:cNvPr>
          <p:cNvSpPr>
            <a:spLocks xmlns:a="http://schemas.openxmlformats.org/drawingml/2006/main" noGrp="1"/>
          </p:cNvSpPr>
          <p:nvPr/>
        </p:nvSpPr>
        <p:spPr>
          <a:xfrm xmlns:a="http://schemas.openxmlformats.org/drawingml/2006/main">
            <a:off x="590550" y="2733675"/>
            <a:ext cx="107061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a:solidFill>
                  <a:srgbClr val="FFFFFF"/>
                </a:solidFill>
                <a:latin typeface="Arial"/>
                <a:ea typeface="Arial"/>
                <a:cs typeface="Arial"/>
              </a:defRPr>
            </a:defPPr>
          </a:lstStyle>
          <a:p xmlns:a="http://schemas.openxmlformats.org/drawingml/2006/main">
            <a:pPr marL="228600" indent="-127000">
              <a:spcAft>
                <a:spcPts val="3000"/>
              </a:spcAft>
              <a:buChar char="•"/>
              <a:defRPr sz="2400">
                <a:solidFill>
                  <a:srgbClr val="FFFFFF"/>
                </a:solidFill>
                <a:latin typeface="Arial"/>
                <a:ea typeface="Arial"/>
                <a:cs typeface="Arial"/>
              </a:defRPr>
            </a:pPr>
            <a:r>
              <a:rPr sz="2400">
                <a:solidFill>
                  <a:srgbClr val="FFFFFF"/>
                </a:solidFill>
                <a:latin typeface="Arial"/>
                <a:ea typeface="Arial"/>
                <a:cs typeface="Arial"/>
              </a:rPr>
              <a:t>How should we choose a state when only input and output are measured?</a:t>
            </a:r>
          </a:p>
          <a:p xmlns:a="http://schemas.openxmlformats.org/drawingml/2006/main">
            <a:pPr marL="228600" indent="-127000">
              <a:spcAft>
                <a:spcPts val="3000"/>
              </a:spcAft>
              <a:buChar char="•"/>
              <a:defRPr sz="2400">
                <a:solidFill>
                  <a:srgbClr val="FFFFFF"/>
                </a:solidFill>
                <a:latin typeface="Arial"/>
                <a:ea typeface="Arial"/>
                <a:cs typeface="Arial"/>
              </a:defRPr>
            </a:pPr>
            <a:r>
              <a:rPr sz="2400">
                <a:solidFill>
                  <a:srgbClr val="FFFFFF"/>
                </a:solidFill>
                <a:latin typeface="Arial"/>
                <a:ea typeface="Arial"/>
                <a:cs typeface="Arial"/>
              </a:rPr>
              <a:t>What evidence would justify adding more latent coordinates?</a:t>
            </a:r>
          </a:p>
          <a:p xmlns:a="http://schemas.openxmlformats.org/drawingml/2006/main">
            <a:pPr marL="228600" indent="-127000">
              <a:spcAft>
                <a:spcPts val="3000"/>
              </a:spcAft>
              <a:buChar char="•"/>
              <a:defRPr sz="2400">
                <a:solidFill>
                  <a:srgbClr val="FFFFFF"/>
                </a:solidFill>
                <a:latin typeface="Arial"/>
                <a:ea typeface="Arial"/>
                <a:cs typeface="Arial"/>
              </a:defRPr>
            </a:pPr>
            <a:r>
              <a:rPr sz="2400">
                <a:solidFill>
                  <a:srgbClr val="FFFFFF"/>
                </a:solidFill>
                <a:latin typeface="Arial"/>
                <a:ea typeface="Arial"/>
                <a:cs typeface="Arial"/>
              </a:rPr>
              <a:t>How far beyond the observed excitation would you trust this surrogate?</a:t>
            </a:r>
          </a:p>
        </p:txBody>
      </p:sp>
    </p:spTree>
    <p:extLst>
      <p:ext uri="{BB962C8B-B14F-4D97-AF65-F5344CB8AC3E}">
        <p14:creationId xmlns:p14="http://schemas.microsoft.com/office/powerpoint/2010/main" val="28487423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710D85D-1D6B-45EF-9F2C-7613C3748753}"/>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Sources: Research Papers</a:t>
            </a:r>
          </a:p>
        </p:txBody>
      </p:sp>
      <p:sp>
        <p:nvSpPr>
          <p:cNvPr id="2" name="slide-number">
            <a:extLst xmlns:a="http://schemas.openxmlformats.org/drawingml/2006/main">
              <a:ext uri="{FF2B5EF4-FFF2-40B4-BE49-F238E27FC236}">
                <a16:creationId xmlns:a16="http://schemas.microsoft.com/office/drawing/2014/main" id="{1D2CF590-E852-4982-B32A-080F8C80C450}"/>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35</a:t>
            </a:r>
          </a:p>
        </p:txBody>
      </p:sp>
      <p:sp>
        <p:nvSpPr>
          <p:cNvPr id="3" name="chen-reference">
            <a:extLst xmlns:a="http://schemas.openxmlformats.org/drawingml/2006/main">
              <a:ext uri="{FF2B5EF4-FFF2-40B4-BE49-F238E27FC236}">
                <a16:creationId xmlns:a16="http://schemas.microsoft.com/office/drawing/2014/main" id="{C7EB8F37-7DDF-44C0-AD5B-CCE7226132DD}"/>
              </a:ext>
            </a:extLst>
          </p:cNvPr>
          <p:cNvSpPr>
            <a:spLocks xmlns:a="http://schemas.openxmlformats.org/drawingml/2006/main" noGrp="1"/>
          </p:cNvSpPr>
          <p:nvPr/>
        </p:nvSpPr>
        <p:spPr>
          <a:xfrm xmlns:a="http://schemas.openxmlformats.org/drawingml/2006/main">
            <a:off x="590550" y="1724025"/>
            <a:ext cx="107061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a:solidFill>
                  <a:srgbClr val="1C1C1C"/>
                </a:solidFill>
                <a:latin typeface="Arial"/>
                <a:ea typeface="Arial"/>
                <a:cs typeface="Arial"/>
              </a:defRPr>
            </a:defPPr>
          </a:lstStyle>
          <a:p xmlns:a="http://schemas.openxmlformats.org/drawingml/2006/main">
            <a:pPr>
              <a:lnSpc>
                <a:spcPct val="118000"/>
              </a:lnSpc>
              <a:buNone/>
              <a:defRPr sz="2025">
                <a:solidFill>
                  <a:srgbClr val="1C1C1C"/>
                </a:solidFill>
                <a:latin typeface="Arial"/>
                <a:ea typeface="Arial"/>
                <a:cs typeface="Arial"/>
              </a:defRPr>
            </a:pPr>
            <a:r>
              <a:rPr sz="2025">
                <a:solidFill>
                  <a:srgbClr val="1C1C1C"/>
                </a:solidFill>
                <a:latin typeface="Arial"/>
                <a:ea typeface="Arial"/>
                <a:cs typeface="Arial"/>
              </a:rPr>
              <a:t>Chen, R. T. Q., Rubanova, Y., Bettencourt, J., and Duvenaud, D.</a:t>
            </a:r>
          </a:p>
          <a:p xmlns:a="http://schemas.openxmlformats.org/drawingml/2006/main">
            <a:pPr>
              <a:lnSpc>
                <a:spcPct val="118000"/>
              </a:lnSpc>
              <a:buNone/>
              <a:defRPr sz="2025">
                <a:solidFill>
                  <a:srgbClr val="1C1C1C"/>
                </a:solidFill>
                <a:latin typeface="Arial"/>
                <a:ea typeface="Arial"/>
                <a:cs typeface="Arial"/>
              </a:defRPr>
            </a:pPr>
            <a:r>
              <a:rPr sz="2025">
                <a:solidFill>
                  <a:srgbClr val="1C1C1C"/>
                </a:solidFill>
                <a:latin typeface="Arial"/>
                <a:ea typeface="Arial"/>
                <a:cs typeface="Arial"/>
              </a:rPr>
              <a:t>Neural Ordinary Differential Equations</a:t>
            </a:r>
          </a:p>
          <a:p xmlns:a="http://schemas.openxmlformats.org/drawingml/2006/main">
            <a:pPr>
              <a:lnSpc>
                <a:spcPct val="118000"/>
              </a:lnSpc>
              <a:buNone/>
              <a:defRPr sz="2025">
                <a:solidFill>
                  <a:srgbClr val="1C1C1C"/>
                </a:solidFill>
                <a:latin typeface="Arial"/>
                <a:ea typeface="Arial"/>
                <a:cs typeface="Arial"/>
              </a:defRPr>
            </a:pPr>
            <a:r>
              <a:rPr sz="2025">
                <a:solidFill>
                  <a:srgbClr val="1C1C1C"/>
                </a:solidFill>
                <a:latin typeface="Arial"/>
                <a:ea typeface="Arial"/>
                <a:cs typeface="Arial"/>
              </a:rPr>
              <a:t>Advances in Neural Information Processing Systems 31 (2018)</a:t>
            </a:r>
          </a:p>
        </p:txBody>
      </p:sp>
      <p:sp>
        <p:nvSpPr>
          <p:cNvPr id="4" name="chen-link">
            <a:extLst xmlns:a="http://schemas.openxmlformats.org/drawingml/2006/main">
              <a:ext uri="{FF2B5EF4-FFF2-40B4-BE49-F238E27FC236}">
                <a16:creationId xmlns:a16="http://schemas.microsoft.com/office/drawing/2014/main" id="{389143E8-F938-4D0A-ADB2-8B53D07B8DFB}"/>
              </a:ext>
            </a:extLst>
          </p:cNvPr>
          <p:cNvSpPr>
            <a:spLocks xmlns:a="http://schemas.openxmlformats.org/drawingml/2006/main" noGrp="1"/>
          </p:cNvSpPr>
          <p:nvPr/>
        </p:nvSpPr>
        <p:spPr>
          <a:xfrm xmlns:a="http://schemas.openxmlformats.org/drawingml/2006/main">
            <a:off x="590550" y="3209925"/>
            <a:ext cx="1070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946E24"/>
                </a:solidFill>
                <a:latin typeface="Arial"/>
                <a:ea typeface="Arial"/>
                <a:cs typeface="Arial"/>
              </a:defRPr>
            </a:defPPr>
          </a:lstStyle>
          <a:p xmlns:a="http://schemas.openxmlformats.org/drawingml/2006/main">
            <a:pPr>
              <a:buNone/>
              <a:defRPr sz="1800">
                <a:solidFill>
                  <a:srgbClr val="946E24"/>
                </a:solidFill>
                <a:latin typeface="Arial"/>
                <a:ea typeface="Arial"/>
                <a:cs typeface="Arial"/>
              </a:defRPr>
            </a:pPr>
            <a:r>
              <a:rPr sz="1800">
                <a:solidFill>
                  <a:srgbClr val="946E24"/>
                </a:solidFill>
                <a:latin typeface="Arial"/>
                <a:ea typeface="Arial"/>
                <a:cs typeface="Arial"/>
              </a:rPr>
              <a:t>https://arxiv.org/abs/1806.07366</a:t>
            </a:r>
          </a:p>
        </p:txBody>
      </p:sp>
      <p:sp>
        <p:nvSpPr>
          <p:cNvPr id="5" name="dupont-reference">
            <a:extLst xmlns:a="http://schemas.openxmlformats.org/drawingml/2006/main">
              <a:ext uri="{FF2B5EF4-FFF2-40B4-BE49-F238E27FC236}">
                <a16:creationId xmlns:a16="http://schemas.microsoft.com/office/drawing/2014/main" id="{A227C956-9079-42A6-BDFC-B7333BF11AD7}"/>
              </a:ext>
            </a:extLst>
          </p:cNvPr>
          <p:cNvSpPr>
            <a:spLocks xmlns:a="http://schemas.openxmlformats.org/drawingml/2006/main" noGrp="1"/>
          </p:cNvSpPr>
          <p:nvPr/>
        </p:nvSpPr>
        <p:spPr>
          <a:xfrm xmlns:a="http://schemas.openxmlformats.org/drawingml/2006/main">
            <a:off x="590550" y="4038600"/>
            <a:ext cx="107061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a:solidFill>
                  <a:srgbClr val="1C1C1C"/>
                </a:solidFill>
                <a:latin typeface="Arial"/>
                <a:ea typeface="Arial"/>
                <a:cs typeface="Arial"/>
              </a:defRPr>
            </a:defPPr>
          </a:lstStyle>
          <a:p xmlns:a="http://schemas.openxmlformats.org/drawingml/2006/main">
            <a:pPr>
              <a:lnSpc>
                <a:spcPct val="118000"/>
              </a:lnSpc>
              <a:buNone/>
              <a:defRPr sz="2025">
                <a:solidFill>
                  <a:srgbClr val="1C1C1C"/>
                </a:solidFill>
                <a:latin typeface="Arial"/>
                <a:ea typeface="Arial"/>
                <a:cs typeface="Arial"/>
              </a:defRPr>
            </a:pPr>
            <a:r>
              <a:rPr sz="2025">
                <a:solidFill>
                  <a:srgbClr val="1C1C1C"/>
                </a:solidFill>
                <a:latin typeface="Arial"/>
                <a:ea typeface="Arial"/>
                <a:cs typeface="Arial"/>
              </a:rPr>
              <a:t>Dupont, E., Doucet, A., and Teh, Y. W.</a:t>
            </a:r>
          </a:p>
          <a:p xmlns:a="http://schemas.openxmlformats.org/drawingml/2006/main">
            <a:pPr>
              <a:lnSpc>
                <a:spcPct val="118000"/>
              </a:lnSpc>
              <a:buNone/>
              <a:defRPr sz="2025">
                <a:solidFill>
                  <a:srgbClr val="1C1C1C"/>
                </a:solidFill>
                <a:latin typeface="Arial"/>
                <a:ea typeface="Arial"/>
                <a:cs typeface="Arial"/>
              </a:defRPr>
            </a:pPr>
            <a:r>
              <a:rPr sz="2025">
                <a:solidFill>
                  <a:srgbClr val="1C1C1C"/>
                </a:solidFill>
                <a:latin typeface="Arial"/>
                <a:ea typeface="Arial"/>
                <a:cs typeface="Arial"/>
              </a:rPr>
              <a:t>Augmented Neural ODEs</a:t>
            </a:r>
          </a:p>
          <a:p xmlns:a="http://schemas.openxmlformats.org/drawingml/2006/main">
            <a:pPr>
              <a:lnSpc>
                <a:spcPct val="118000"/>
              </a:lnSpc>
              <a:buNone/>
              <a:defRPr sz="2025">
                <a:solidFill>
                  <a:srgbClr val="1C1C1C"/>
                </a:solidFill>
                <a:latin typeface="Arial"/>
                <a:ea typeface="Arial"/>
                <a:cs typeface="Arial"/>
              </a:defRPr>
            </a:pPr>
            <a:r>
              <a:rPr sz="2025">
                <a:solidFill>
                  <a:srgbClr val="1C1C1C"/>
                </a:solidFill>
                <a:latin typeface="Arial"/>
                <a:ea typeface="Arial"/>
                <a:cs typeface="Arial"/>
              </a:rPr>
              <a:t>Advances in Neural Information Processing Systems 32 (2019)</a:t>
            </a:r>
          </a:p>
        </p:txBody>
      </p:sp>
      <p:sp>
        <p:nvSpPr>
          <p:cNvPr id="6" name="dupont-link">
            <a:extLst xmlns:a="http://schemas.openxmlformats.org/drawingml/2006/main">
              <a:ext uri="{FF2B5EF4-FFF2-40B4-BE49-F238E27FC236}">
                <a16:creationId xmlns:a16="http://schemas.microsoft.com/office/drawing/2014/main" id="{7C9BDCFA-92A1-4352-AF65-1F04D0E6AF13}"/>
              </a:ext>
            </a:extLst>
          </p:cNvPr>
          <p:cNvSpPr>
            <a:spLocks xmlns:a="http://schemas.openxmlformats.org/drawingml/2006/main" noGrp="1"/>
          </p:cNvSpPr>
          <p:nvPr/>
        </p:nvSpPr>
        <p:spPr>
          <a:xfrm xmlns:a="http://schemas.openxmlformats.org/drawingml/2006/main">
            <a:off x="590550" y="5524500"/>
            <a:ext cx="1070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a:solidFill>
                  <a:srgbClr val="946E24"/>
                </a:solidFill>
                <a:latin typeface="Arial"/>
                <a:ea typeface="Arial"/>
                <a:cs typeface="Arial"/>
              </a:defRPr>
            </a:defPPr>
          </a:lstStyle>
          <a:p xmlns:a="http://schemas.openxmlformats.org/drawingml/2006/main">
            <a:pPr>
              <a:buNone/>
              <a:defRPr sz="1800">
                <a:solidFill>
                  <a:srgbClr val="946E24"/>
                </a:solidFill>
                <a:latin typeface="Arial"/>
                <a:ea typeface="Arial"/>
                <a:cs typeface="Arial"/>
              </a:defRPr>
            </a:pPr>
            <a:r>
              <a:rPr sz="1800">
                <a:solidFill>
                  <a:srgbClr val="946E24"/>
                </a:solidFill>
                <a:latin typeface="Arial"/>
                <a:ea typeface="Arial"/>
                <a:cs typeface="Arial"/>
              </a:rPr>
              <a:t>https://arxiv.org/abs/1904.01681</a:t>
            </a:r>
          </a:p>
        </p:txBody>
      </p:sp>
    </p:spTree>
    <p:extLst>
      <p:ext uri="{BB962C8B-B14F-4D97-AF65-F5344CB8AC3E}">
        <p14:creationId xmlns:p14="http://schemas.microsoft.com/office/powerpoint/2010/main" val="44351056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7A771E7-E971-4A11-BAB0-60E3FC6317D8}"/>
              </a:ext>
            </a:extLst>
          </p:cNvPr>
          <p:cNvSpPr>
            <a:spLocks xmlns:a="http://schemas.openxmlformats.org/drawingml/2006/main" noGrp="1"/>
          </p:cNvSpPr>
          <p:nvPr/>
        </p:nvSpPr>
        <p:spPr>
          <a:xfrm xmlns:a="http://schemas.openxmlformats.org/drawingml/2006/main">
            <a:off x="590550" y="4000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800">
                <a:solidFill>
                  <a:srgbClr val="1C1C1C"/>
                </a:solidFill>
                <a:latin typeface="Arial"/>
                <a:ea typeface="Arial"/>
                <a:cs typeface="Arial"/>
              </a:defRPr>
            </a:defPPr>
          </a:lstStyle>
          <a:p xmlns:a="http://schemas.openxmlformats.org/drawingml/2006/main">
            <a:pPr>
              <a:buNone/>
              <a:defRPr sz="3800">
                <a:solidFill>
                  <a:srgbClr val="1C1C1C"/>
                </a:solidFill>
                <a:latin typeface="Arial"/>
                <a:ea typeface="Arial"/>
                <a:cs typeface="Arial"/>
              </a:defRPr>
            </a:pPr>
            <a:r>
              <a:rPr sz="3800">
                <a:solidFill>
                  <a:srgbClr val="1C1C1C"/>
                </a:solidFill>
                <a:latin typeface="Arial"/>
                <a:ea typeface="Arial"/>
                <a:cs typeface="Arial"/>
              </a:rPr>
              <a:t>Sources: Data, Software, and Evaluation</a:t>
            </a:r>
          </a:p>
        </p:txBody>
      </p:sp>
      <p:sp>
        <p:nvSpPr>
          <p:cNvPr id="2" name="slide-number">
            <a:extLst xmlns:a="http://schemas.openxmlformats.org/drawingml/2006/main">
              <a:ext uri="{FF2B5EF4-FFF2-40B4-BE49-F238E27FC236}">
                <a16:creationId xmlns:a16="http://schemas.microsoft.com/office/drawing/2014/main" id="{E0A931A0-10B5-4089-B761-CF4944BD7E7B}"/>
              </a:ext>
            </a:extLst>
          </p:cNvPr>
          <p:cNvSpPr>
            <a:spLocks xmlns:a="http://schemas.openxmlformats.org/drawingml/2006/main" noGrp="1"/>
          </p:cNvSpPr>
          <p:nvPr/>
        </p:nvSpPr>
        <p:spPr>
          <a:xfrm xmlns:a="http://schemas.openxmlformats.org/drawingml/2006/main">
            <a:off x="11296650" y="6419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a:solidFill>
                  <a:srgbClr val="777777"/>
                </a:solidFill>
                <a:latin typeface="Arial"/>
                <a:ea typeface="Arial"/>
                <a:cs typeface="Arial"/>
              </a:defRPr>
            </a:defPPr>
          </a:lstStyle>
          <a:p xmlns:a="http://schemas.openxmlformats.org/drawingml/2006/main">
            <a:pPr algn="r">
              <a:buNone/>
              <a:defRPr sz="1200">
                <a:solidFill>
                  <a:srgbClr val="777777"/>
                </a:solidFill>
                <a:latin typeface="Arial"/>
                <a:ea typeface="Arial"/>
                <a:cs typeface="Arial"/>
              </a:defRPr>
            </a:pPr>
            <a:r>
              <a:rPr sz="1200">
                <a:solidFill>
                  <a:srgbClr val="777777"/>
                </a:solidFill>
                <a:latin typeface="Arial"/>
                <a:ea typeface="Arial"/>
                <a:cs typeface="Arial"/>
              </a:rPr>
              <a:t>36</a:t>
            </a:r>
          </a:p>
        </p:txBody>
      </p:sp>
      <p:sp>
        <p:nvSpPr>
          <p:cNvPr id="12" name="dataset-ref-title">
            <a:extLst xmlns:a="http://schemas.openxmlformats.org/drawingml/2006/main">
              <a:ext uri="{FF2B5EF4-FFF2-40B4-BE49-F238E27FC236}">
                <a16:creationId xmlns:a16="http://schemas.microsoft.com/office/drawing/2014/main" id="{D098ACA4-F44E-4738-942B-71DDC309E24C}"/>
              </a:ext>
            </a:extLst>
          </p:cNvPr>
          <p:cNvSpPr>
            <a:spLocks xmlns:a="http://schemas.openxmlformats.org/drawingml/2006/main" noGrp="1"/>
          </p:cNvSpPr>
          <p:nvPr/>
        </p:nvSpPr>
        <p:spPr>
          <a:xfrm xmlns:a="http://schemas.openxmlformats.org/drawingml/2006/main">
            <a:off x="590550" y="1657350"/>
            <a:ext cx="523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1C1C1C"/>
                </a:solidFill>
                <a:latin typeface="Arial"/>
                <a:ea typeface="Arial"/>
                <a:cs typeface="Arial"/>
              </a:defRPr>
            </a:defPPr>
          </a:lstStyle>
          <a:p xmlns:a="http://schemas.openxmlformats.org/drawingml/2006/main">
            <a:pPr>
              <a:defRPr sz="1950" b="1">
                <a:solidFill>
                  <a:srgbClr val="1C1C1C"/>
                </a:solidFill>
                <a:latin typeface="Arial"/>
                <a:ea typeface="Arial"/>
                <a:cs typeface="Arial"/>
              </a:defRPr>
            </a:pPr>
            <a:r>
              <a:rPr sz="1950" b="1">
                <a:solidFill>
                  <a:srgbClr val="1C1C1C"/>
                </a:solidFill>
                <a:latin typeface="Arial"/>
                <a:ea typeface="Arial"/>
                <a:cs typeface="Arial"/>
              </a:rPr>
              <a:t>Wigren and Schoukens</a:t>
            </a:r>
          </a:p>
        </p:txBody>
      </p:sp>
      <p:sp>
        <p:nvSpPr>
          <p:cNvPr id="13" name="dataset-citation">
            <a:extLst xmlns:a="http://schemas.openxmlformats.org/drawingml/2006/main">
              <a:ext uri="{FF2B5EF4-FFF2-40B4-BE49-F238E27FC236}">
                <a16:creationId xmlns:a16="http://schemas.microsoft.com/office/drawing/2014/main" id="{62B3FAA3-E02F-46A4-9F5B-15CE2C383EA0}"/>
              </a:ext>
            </a:extLst>
          </p:cNvPr>
          <p:cNvSpPr>
            <a:spLocks xmlns:a="http://schemas.openxmlformats.org/drawingml/2006/main" noGrp="1"/>
          </p:cNvSpPr>
          <p:nvPr/>
        </p:nvSpPr>
        <p:spPr>
          <a:xfrm xmlns:a="http://schemas.openxmlformats.org/drawingml/2006/main">
            <a:off x="590550" y="2066925"/>
            <a:ext cx="5238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a:solidFill>
                  <a:srgbClr val="1C1C1C"/>
                </a:solidFill>
                <a:latin typeface="Arial"/>
                <a:ea typeface="Arial"/>
                <a:cs typeface="Arial"/>
              </a:defRPr>
            </a:defPPr>
          </a:lstStyle>
          <a:p xmlns:a="http://schemas.openxmlformats.org/drawingml/2006/main">
            <a:pPr>
              <a:defRPr sz="1650">
                <a:solidFill>
                  <a:srgbClr val="1C1C1C"/>
                </a:solidFill>
                <a:latin typeface="Arial"/>
                <a:ea typeface="Arial"/>
                <a:cs typeface="Arial"/>
              </a:defRPr>
            </a:pPr>
            <a:r>
              <a:rPr sz="1650">
                <a:solidFill>
                  <a:srgbClr val="1C1C1C"/>
                </a:solidFill>
                <a:latin typeface="Arial"/>
                <a:ea typeface="Arial"/>
                <a:cs typeface="Arial"/>
              </a:rPr>
              <a:t>Three Free Data Sets for Development and</a:t>
            </a:r>
          </a:p>
          <a:p xmlns:a="http://schemas.openxmlformats.org/drawingml/2006/main">
            <a:pPr>
              <a:defRPr sz="1650">
                <a:solidFill>
                  <a:srgbClr val="1C1C1C"/>
                </a:solidFill>
                <a:latin typeface="Arial"/>
                <a:ea typeface="Arial"/>
                <a:cs typeface="Arial"/>
              </a:defRPr>
            </a:pPr>
            <a:r>
              <a:rPr sz="1650">
                <a:solidFill>
                  <a:srgbClr val="1C1C1C"/>
                </a:solidFill>
                <a:latin typeface="Arial"/>
                <a:ea typeface="Arial"/>
                <a:cs typeface="Arial"/>
              </a:rPr>
              <a:t>Benchmarking in Nonlinear System Identification</a:t>
            </a:r>
          </a:p>
          <a:p xmlns:a="http://schemas.openxmlformats.org/drawingml/2006/main">
            <a:pPr>
              <a:defRPr sz="1650">
                <a:solidFill>
                  <a:srgbClr val="1C1C1C"/>
                </a:solidFill>
                <a:latin typeface="Arial"/>
                <a:ea typeface="Arial"/>
                <a:cs typeface="Arial"/>
              </a:defRPr>
            </a:pPr>
            <a:r>
              <a:rPr sz="1650">
                <a:solidFill>
                  <a:srgbClr val="1C1C1C"/>
                </a:solidFill>
                <a:latin typeface="Arial"/>
                <a:ea typeface="Arial"/>
                <a:cs typeface="Arial"/>
              </a:rPr>
              <a:t>ECC, pp. 2933–2938 (2013)</a:t>
            </a:r>
          </a:p>
          <a:p xmlns:a="http://schemas.openxmlformats.org/drawingml/2006/main">
            <a:pPr>
              <a:defRPr sz="1650">
                <a:solidFill>
                  <a:srgbClr val="1C1C1C"/>
                </a:solidFill>
                <a:latin typeface="Arial"/>
                <a:ea typeface="Arial"/>
                <a:cs typeface="Arial"/>
              </a:defRPr>
            </a:pPr>
            <a:r>
              <a:rPr sz="1650">
                <a:solidFill>
                  <a:srgbClr val="1C1C1C"/>
                </a:solidFill>
                <a:latin typeface="Arial"/>
                <a:ea typeface="Arial"/>
                <a:cs typeface="Arial"/>
              </a:rPr>
              <a:t>DOI: 10.23919/ECC.2013.6669201</a:t>
            </a:r>
          </a:p>
        </p:txBody>
      </p:sp>
      <p:sp>
        <p:nvSpPr>
          <p:cNvPr id="14" name="silverbox-ref-title">
            <a:extLst xmlns:a="http://schemas.openxmlformats.org/drawingml/2006/main">
              <a:ext uri="{FF2B5EF4-FFF2-40B4-BE49-F238E27FC236}">
                <a16:creationId xmlns:a16="http://schemas.microsoft.com/office/drawing/2014/main" id="{DD94ACDE-E3BB-4919-A709-9C69E059F48A}"/>
              </a:ext>
            </a:extLst>
          </p:cNvPr>
          <p:cNvSpPr>
            <a:spLocks xmlns:a="http://schemas.openxmlformats.org/drawingml/2006/main" noGrp="1"/>
          </p:cNvSpPr>
          <p:nvPr/>
        </p:nvSpPr>
        <p:spPr>
          <a:xfrm xmlns:a="http://schemas.openxmlformats.org/drawingml/2006/main">
            <a:off x="590550" y="3333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1C1C1C"/>
                </a:solidFill>
                <a:latin typeface="Arial"/>
                <a:ea typeface="Arial"/>
                <a:cs typeface="Arial"/>
              </a:defRPr>
            </a:defPPr>
          </a:lstStyle>
          <a:p xmlns:a="http://schemas.openxmlformats.org/drawingml/2006/main">
            <a:pPr>
              <a:defRPr sz="1875">
                <a:solidFill>
                  <a:srgbClr val="1C1C1C"/>
                </a:solidFill>
                <a:latin typeface="Arial"/>
                <a:ea typeface="Arial"/>
                <a:cs typeface="Arial"/>
              </a:defRPr>
            </a:pPr>
            <a:r>
              <a:rPr sz="1875">
                <a:solidFill>
                  <a:srgbClr val="1C1C1C"/>
                </a:solidFill>
                <a:latin typeface="Arial"/>
                <a:ea typeface="Arial"/>
                <a:cs typeface="Arial"/>
              </a:rPr>
              <a:t>Silverbox Data and Protocol</a:t>
            </a:r>
          </a:p>
        </p:txBody>
      </p:sp>
      <p:sp>
        <p:nvSpPr>
          <p:cNvPr id="15" name="silverbox-link">
            <a:extLst xmlns:a="http://schemas.openxmlformats.org/drawingml/2006/main">
              <a:ext uri="{FF2B5EF4-FFF2-40B4-BE49-F238E27FC236}">
                <a16:creationId xmlns:a16="http://schemas.microsoft.com/office/drawing/2014/main" id="{D4F0DCB1-44E7-49C0-9C13-4AEA0B7DE76D}"/>
              </a:ext>
            </a:extLst>
          </p:cNvPr>
          <p:cNvSpPr>
            <a:spLocks xmlns:a="http://schemas.openxmlformats.org/drawingml/2006/main" noGrp="1"/>
          </p:cNvSpPr>
          <p:nvPr/>
        </p:nvSpPr>
        <p:spPr>
          <a:xfrm xmlns:a="http://schemas.openxmlformats.org/drawingml/2006/main">
            <a:off x="590550" y="3743325"/>
            <a:ext cx="523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a:solidFill>
                  <a:srgbClr val="946E24"/>
                </a:solidFill>
                <a:latin typeface="Arial"/>
                <a:ea typeface="Arial"/>
                <a:cs typeface="Arial"/>
              </a:defRPr>
            </a:defPPr>
          </a:lstStyle>
          <a:p xmlns:a="http://schemas.openxmlformats.org/drawingml/2006/main">
            <a:pPr>
              <a:defRPr sz="1575">
                <a:solidFill>
                  <a:srgbClr val="946E24"/>
                </a:solidFill>
                <a:latin typeface="Arial"/>
                <a:ea typeface="Arial"/>
                <a:cs typeface="Arial"/>
              </a:defRPr>
            </a:pPr>
            <a:r>
              <a:rPr sz="1575">
                <a:solidFill>
                  <a:srgbClr val="946E24"/>
                </a:solidFill>
                <a:latin typeface="Arial"/>
                <a:ea typeface="Arial"/>
                <a:cs typeface="Arial"/>
              </a:rPr>
              <a:t>https://www.nonlinearbenchmark.org/</a:t>
            </a:r>
          </a:p>
          <a:p xmlns:a="http://schemas.openxmlformats.org/drawingml/2006/main">
            <a:pPr>
              <a:defRPr sz="1575">
                <a:solidFill>
                  <a:srgbClr val="946E24"/>
                </a:solidFill>
                <a:latin typeface="Arial"/>
                <a:ea typeface="Arial"/>
                <a:cs typeface="Arial"/>
              </a:defRPr>
            </a:pPr>
            <a:r>
              <a:rPr sz="1575">
                <a:solidFill>
                  <a:srgbClr val="946E24"/>
                </a:solidFill>
                <a:latin typeface="Arial"/>
                <a:ea typeface="Arial"/>
                <a:cs typeface="Arial"/>
              </a:rPr>
              <a:t>benchmarks/silverbox</a:t>
            </a:r>
          </a:p>
        </p:txBody>
      </p:sp>
      <p:sp>
        <p:nvSpPr>
          <p:cNvPr id="16" name="solver-ref-title">
            <a:extLst xmlns:a="http://schemas.openxmlformats.org/drawingml/2006/main">
              <a:ext uri="{FF2B5EF4-FFF2-40B4-BE49-F238E27FC236}">
                <a16:creationId xmlns:a16="http://schemas.microsoft.com/office/drawing/2014/main" id="{97E4A635-8CF6-4280-9BCA-40024FD526CF}"/>
              </a:ext>
            </a:extLst>
          </p:cNvPr>
          <p:cNvSpPr>
            <a:spLocks xmlns:a="http://schemas.openxmlformats.org/drawingml/2006/main" noGrp="1"/>
          </p:cNvSpPr>
          <p:nvPr/>
        </p:nvSpPr>
        <p:spPr>
          <a:xfrm xmlns:a="http://schemas.openxmlformats.org/drawingml/2006/main">
            <a:off x="590550" y="4505325"/>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1C1C1C"/>
                </a:solidFill>
                <a:latin typeface="Arial"/>
                <a:ea typeface="Arial"/>
                <a:cs typeface="Arial"/>
              </a:defRPr>
            </a:defPPr>
          </a:lstStyle>
          <a:p xmlns:a="http://schemas.openxmlformats.org/drawingml/2006/main">
            <a:pPr>
              <a:defRPr sz="1875">
                <a:solidFill>
                  <a:srgbClr val="1C1C1C"/>
                </a:solidFill>
                <a:latin typeface="Arial"/>
                <a:ea typeface="Arial"/>
                <a:cs typeface="Arial"/>
              </a:defRPr>
            </a:pPr>
            <a:r>
              <a:rPr sz="1875">
                <a:solidFill>
                  <a:srgbClr val="1C1C1C"/>
                </a:solidFill>
                <a:latin typeface="Arial"/>
                <a:ea typeface="Arial"/>
                <a:cs typeface="Arial"/>
              </a:rPr>
              <a:t>torchdiffeq</a:t>
            </a:r>
          </a:p>
        </p:txBody>
      </p:sp>
      <p:sp>
        <p:nvSpPr>
          <p:cNvPr id="17" name="solver-link">
            <a:extLst xmlns:a="http://schemas.openxmlformats.org/drawingml/2006/main">
              <a:ext uri="{FF2B5EF4-FFF2-40B4-BE49-F238E27FC236}">
                <a16:creationId xmlns:a16="http://schemas.microsoft.com/office/drawing/2014/main" id="{B89AAC4E-B05E-494B-8C2F-B4DA7D2EF7EE}"/>
              </a:ext>
            </a:extLst>
          </p:cNvPr>
          <p:cNvSpPr>
            <a:spLocks xmlns:a="http://schemas.openxmlformats.org/drawingml/2006/main" noGrp="1"/>
          </p:cNvSpPr>
          <p:nvPr/>
        </p:nvSpPr>
        <p:spPr>
          <a:xfrm xmlns:a="http://schemas.openxmlformats.org/drawingml/2006/main">
            <a:off x="590550" y="4905375"/>
            <a:ext cx="5238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a:solidFill>
                  <a:srgbClr val="946E24"/>
                </a:solidFill>
                <a:latin typeface="Arial"/>
                <a:ea typeface="Arial"/>
                <a:cs typeface="Arial"/>
              </a:defRPr>
            </a:defPPr>
          </a:lstStyle>
          <a:p xmlns:a="http://schemas.openxmlformats.org/drawingml/2006/main">
            <a:pPr>
              <a:defRPr sz="1575">
                <a:solidFill>
                  <a:srgbClr val="946E24"/>
                </a:solidFill>
                <a:latin typeface="Arial"/>
                <a:ea typeface="Arial"/>
                <a:cs typeface="Arial"/>
              </a:defRPr>
            </a:pPr>
            <a:r>
              <a:rPr sz="1575">
                <a:solidFill>
                  <a:srgbClr val="946E24"/>
                </a:solidFill>
                <a:latin typeface="Arial"/>
                <a:ea typeface="Arial"/>
                <a:cs typeface="Arial"/>
              </a:rPr>
              <a:t>https://github.com/rtqichen/torchdiffeq</a:t>
            </a:r>
          </a:p>
        </p:txBody>
      </p:sp>
      <p:sp>
        <p:nvSpPr>
          <p:cNvPr id="18" name="template-ref-title">
            <a:extLst xmlns:a="http://schemas.openxmlformats.org/drawingml/2006/main">
              <a:ext uri="{FF2B5EF4-FFF2-40B4-BE49-F238E27FC236}">
                <a16:creationId xmlns:a16="http://schemas.microsoft.com/office/drawing/2014/main" id="{F5F9E01D-31F4-476B-9E99-F478B6A96354}"/>
              </a:ext>
            </a:extLst>
          </p:cNvPr>
          <p:cNvSpPr>
            <a:spLocks xmlns:a="http://schemas.openxmlformats.org/drawingml/2006/main" noGrp="1"/>
          </p:cNvSpPr>
          <p:nvPr/>
        </p:nvSpPr>
        <p:spPr>
          <a:xfrm xmlns:a="http://schemas.openxmlformats.org/drawingml/2006/main">
            <a:off x="590550" y="5476875"/>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1C1C1C"/>
                </a:solidFill>
                <a:latin typeface="Arial"/>
                <a:ea typeface="Arial"/>
                <a:cs typeface="Arial"/>
              </a:defRPr>
            </a:defPPr>
          </a:lstStyle>
          <a:p xmlns:a="http://schemas.openxmlformats.org/drawingml/2006/main">
            <a:pPr>
              <a:defRPr sz="1875">
                <a:solidFill>
                  <a:srgbClr val="1C1C1C"/>
                </a:solidFill>
                <a:latin typeface="Arial"/>
                <a:ea typeface="Arial"/>
                <a:cs typeface="Arial"/>
              </a:defRPr>
            </a:pPr>
            <a:r>
              <a:rPr sz="1875">
                <a:solidFill>
                  <a:srgbClr val="1C1C1C"/>
                </a:solidFill>
                <a:latin typeface="Arial"/>
                <a:ea typeface="Arial"/>
                <a:cs typeface="Arial"/>
              </a:rPr>
              <a:t>Vanderbilt PowerPoint Template</a:t>
            </a:r>
          </a:p>
        </p:txBody>
      </p:sp>
      <p:sp>
        <p:nvSpPr>
          <p:cNvPr id="19" name="template-link">
            <a:extLst xmlns:a="http://schemas.openxmlformats.org/drawingml/2006/main">
              <a:ext uri="{FF2B5EF4-FFF2-40B4-BE49-F238E27FC236}">
                <a16:creationId xmlns:a16="http://schemas.microsoft.com/office/drawing/2014/main" id="{E58B3FB5-C7F3-4AE7-BFAF-C25A90F9BDE6}"/>
              </a:ext>
            </a:extLst>
          </p:cNvPr>
          <p:cNvSpPr>
            <a:spLocks xmlns:a="http://schemas.openxmlformats.org/drawingml/2006/main" noGrp="1"/>
          </p:cNvSpPr>
          <p:nvPr/>
        </p:nvSpPr>
        <p:spPr>
          <a:xfrm xmlns:a="http://schemas.openxmlformats.org/drawingml/2006/main">
            <a:off x="590550" y="5876925"/>
            <a:ext cx="5238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a:solidFill>
                  <a:srgbClr val="946E24"/>
                </a:solidFill>
                <a:latin typeface="Arial"/>
                <a:ea typeface="Arial"/>
                <a:cs typeface="Arial"/>
              </a:defRPr>
            </a:defPPr>
          </a:lstStyle>
          <a:p xmlns:a="http://schemas.openxmlformats.org/drawingml/2006/main">
            <a:pPr>
              <a:defRPr sz="1575">
                <a:solidFill>
                  <a:srgbClr val="946E24"/>
                </a:solidFill>
                <a:latin typeface="Arial"/>
                <a:ea typeface="Arial"/>
                <a:cs typeface="Arial"/>
              </a:defRPr>
            </a:pPr>
            <a:r>
              <a:rPr sz="1575">
                <a:solidFill>
                  <a:srgbClr val="946E24"/>
                </a:solidFill>
                <a:latin typeface="Arial"/>
                <a:ea typeface="Arial"/>
                <a:cs typeface="Arial"/>
              </a:rPr>
              <a:t>https://www.vanderbilt.edu/refd/boc/</a:t>
            </a:r>
          </a:p>
        </p:txBody>
      </p:sp>
      <p:sp>
        <p:nvSpPr>
          <p:cNvPr id="20" name="evaluation-ref-title">
            <a:extLst xmlns:a="http://schemas.openxmlformats.org/drawingml/2006/main">
              <a:ext uri="{FF2B5EF4-FFF2-40B4-BE49-F238E27FC236}">
                <a16:creationId xmlns:a16="http://schemas.microsoft.com/office/drawing/2014/main" id="{FFBB1161-070E-402C-9920-D2A141836CF8}"/>
              </a:ext>
            </a:extLst>
          </p:cNvPr>
          <p:cNvSpPr>
            <a:spLocks xmlns:a="http://schemas.openxmlformats.org/drawingml/2006/main" noGrp="1"/>
          </p:cNvSpPr>
          <p:nvPr/>
        </p:nvSpPr>
        <p:spPr>
          <a:xfrm xmlns:a="http://schemas.openxmlformats.org/drawingml/2006/main">
            <a:off x="6324600" y="1657350"/>
            <a:ext cx="4972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C1C1C"/>
                </a:solidFill>
                <a:latin typeface="Arial"/>
                <a:ea typeface="Arial"/>
                <a:cs typeface="Arial"/>
              </a:defRPr>
            </a:defPPr>
          </a:lstStyle>
          <a:p xmlns:a="http://schemas.openxmlformats.org/drawingml/2006/main">
            <a:pPr>
              <a:defRPr sz="1875" b="1">
                <a:solidFill>
                  <a:srgbClr val="1C1C1C"/>
                </a:solidFill>
                <a:latin typeface="Arial"/>
                <a:ea typeface="Arial"/>
                <a:cs typeface="Arial"/>
              </a:defRPr>
            </a:pPr>
            <a:r>
              <a:rPr sz="1875" b="1">
                <a:solidFill>
                  <a:srgbClr val="1C1C1C"/>
                </a:solidFill>
                <a:latin typeface="Arial"/>
                <a:ea typeface="Arial"/>
                <a:cs typeface="Arial"/>
              </a:rPr>
              <a:t>Schoukens: Simulation-Error Evaluation</a:t>
            </a:r>
          </a:p>
        </p:txBody>
      </p:sp>
      <p:sp>
        <p:nvSpPr>
          <p:cNvPr id="21" name="evaluation-paper">
            <a:extLst xmlns:a="http://schemas.openxmlformats.org/drawingml/2006/main">
              <a:ext uri="{FF2B5EF4-FFF2-40B4-BE49-F238E27FC236}">
                <a16:creationId xmlns:a16="http://schemas.microsoft.com/office/drawing/2014/main" id="{F4F29CF3-25B3-4181-853B-048F6771181E}"/>
              </a:ext>
            </a:extLst>
          </p:cNvPr>
          <p:cNvSpPr>
            <a:spLocks xmlns:a="http://schemas.openxmlformats.org/drawingml/2006/main" noGrp="1"/>
          </p:cNvSpPr>
          <p:nvPr/>
        </p:nvSpPr>
        <p:spPr>
          <a:xfrm xmlns:a="http://schemas.openxmlformats.org/drawingml/2006/main">
            <a:off x="6324600" y="2362200"/>
            <a:ext cx="4972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a:solidFill>
                  <a:srgbClr val="1C1C1C"/>
                </a:solidFill>
                <a:latin typeface="Arial"/>
                <a:ea typeface="Arial"/>
                <a:cs typeface="Arial"/>
              </a:defRPr>
            </a:defPPr>
          </a:lstStyle>
          <a:p xmlns:a="http://schemas.openxmlformats.org/drawingml/2006/main">
            <a:pPr>
              <a:defRPr sz="1650">
                <a:solidFill>
                  <a:srgbClr val="1C1C1C"/>
                </a:solidFill>
                <a:latin typeface="Arial"/>
                <a:ea typeface="Arial"/>
                <a:cs typeface="Arial"/>
              </a:defRPr>
            </a:pPr>
            <a:r>
              <a:rPr sz="1650">
                <a:solidFill>
                  <a:srgbClr val="1C1C1C"/>
                </a:solidFill>
                <a:latin typeface="Arial"/>
                <a:ea typeface="Arial"/>
                <a:cs typeface="Arial"/>
              </a:rPr>
              <a:t>Improved Initialization of State-Space</a:t>
            </a:r>
          </a:p>
          <a:p xmlns:a="http://schemas.openxmlformats.org/drawingml/2006/main">
            <a:pPr>
              <a:defRPr sz="1650">
                <a:solidFill>
                  <a:srgbClr val="1C1C1C"/>
                </a:solidFill>
                <a:latin typeface="Arial"/>
                <a:ea typeface="Arial"/>
                <a:cs typeface="Arial"/>
              </a:defRPr>
            </a:pPr>
            <a:r>
              <a:rPr sz="1650">
                <a:solidFill>
                  <a:srgbClr val="1C1C1C"/>
                </a:solidFill>
                <a:latin typeface="Arial"/>
                <a:ea typeface="Arial"/>
                <a:cs typeface="Arial"/>
              </a:rPr>
              <a:t>Artificial Neural Networks</a:t>
            </a:r>
          </a:p>
          <a:p xmlns:a="http://schemas.openxmlformats.org/drawingml/2006/main">
            <a:pPr>
              <a:defRPr sz="1650">
                <a:solidFill>
                  <a:srgbClr val="1C1C1C"/>
                </a:solidFill>
                <a:latin typeface="Arial"/>
                <a:ea typeface="Arial"/>
                <a:cs typeface="Arial"/>
              </a:defRPr>
            </a:pPr>
            <a:r>
              <a:rPr sz="1650">
                <a:solidFill>
                  <a:srgbClr val="1C1C1C"/>
                </a:solidFill>
                <a:latin typeface="Arial"/>
                <a:ea typeface="Arial"/>
                <a:cs typeface="Arial"/>
              </a:rPr>
              <a:t>2021 European Control Conference, 1913–1918</a:t>
            </a:r>
          </a:p>
          <a:p xmlns:a="http://schemas.openxmlformats.org/drawingml/2006/main">
            <a:pPr>
              <a:defRPr sz="1650">
                <a:solidFill>
                  <a:srgbClr val="1C1C1C"/>
                </a:solidFill>
                <a:latin typeface="Arial"/>
                <a:ea typeface="Arial"/>
                <a:cs typeface="Arial"/>
              </a:defRPr>
            </a:pPr>
            <a:r>
              <a:rPr sz="1650">
                <a:solidFill>
                  <a:srgbClr val="1C1C1C"/>
                </a:solidFill>
                <a:latin typeface="Arial"/>
                <a:ea typeface="Arial"/>
                <a:cs typeface="Arial"/>
              </a:rPr>
              <a:t>Equations (6), (8), and Figure 5</a:t>
            </a:r>
          </a:p>
        </p:txBody>
      </p:sp>
      <p:sp>
        <p:nvSpPr>
          <p:cNvPr id="22" name="evaluation-doi">
            <a:extLst xmlns:a="http://schemas.openxmlformats.org/drawingml/2006/main">
              <a:ext uri="{FF2B5EF4-FFF2-40B4-BE49-F238E27FC236}">
                <a16:creationId xmlns:a16="http://schemas.microsoft.com/office/drawing/2014/main" id="{BF5EA9BB-3E43-4895-AC69-64B571ACDBDC}"/>
              </a:ext>
            </a:extLst>
          </p:cNvPr>
          <p:cNvSpPr>
            <a:spLocks xmlns:a="http://schemas.openxmlformats.org/drawingml/2006/main" noGrp="1"/>
          </p:cNvSpPr>
          <p:nvPr/>
        </p:nvSpPr>
        <p:spPr>
          <a:xfrm xmlns:a="http://schemas.openxmlformats.org/drawingml/2006/main">
            <a:off x="6324600" y="3638550"/>
            <a:ext cx="4972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a:solidFill>
                  <a:srgbClr val="946E24"/>
                </a:solidFill>
                <a:latin typeface="Arial"/>
                <a:ea typeface="Arial"/>
                <a:cs typeface="Arial"/>
              </a:defRPr>
            </a:defPPr>
          </a:lstStyle>
          <a:p xmlns:a="http://schemas.openxmlformats.org/drawingml/2006/main">
            <a:pPr>
              <a:defRPr sz="1575">
                <a:solidFill>
                  <a:srgbClr val="946E24"/>
                </a:solidFill>
                <a:latin typeface="Arial"/>
                <a:ea typeface="Arial"/>
                <a:cs typeface="Arial"/>
              </a:defRPr>
            </a:pPr>
            <a:r>
              <a:rPr sz="1575">
                <a:solidFill>
                  <a:srgbClr val="946E24"/>
                </a:solidFill>
                <a:latin typeface="Arial"/>
                <a:ea typeface="Arial"/>
                <a:cs typeface="Arial"/>
              </a:rPr>
              <a:t>DOI: 10.23919/ECC54610.2021.9655207</a:t>
            </a:r>
          </a:p>
        </p:txBody>
      </p:sp>
      <p:sp>
        <p:nvSpPr>
          <p:cNvPr id="23" name="comparison-ref-title">
            <a:extLst xmlns:a="http://schemas.openxmlformats.org/drawingml/2006/main">
              <a:ext uri="{FF2B5EF4-FFF2-40B4-BE49-F238E27FC236}">
                <a16:creationId xmlns:a16="http://schemas.microsoft.com/office/drawing/2014/main" id="{F855F7A7-8EF6-4144-B37E-8D70A79F809D}"/>
              </a:ext>
            </a:extLst>
          </p:cNvPr>
          <p:cNvSpPr>
            <a:spLocks xmlns:a="http://schemas.openxmlformats.org/drawingml/2006/main" noGrp="1"/>
          </p:cNvSpPr>
          <p:nvPr/>
        </p:nvSpPr>
        <p:spPr>
          <a:xfrm xmlns:a="http://schemas.openxmlformats.org/drawingml/2006/main">
            <a:off x="6324600" y="4552950"/>
            <a:ext cx="497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a:solidFill>
                  <a:srgbClr val="1C1C1C"/>
                </a:solidFill>
                <a:latin typeface="Arial"/>
                <a:ea typeface="Arial"/>
                <a:cs typeface="Arial"/>
              </a:defRPr>
            </a:defPPr>
          </a:lstStyle>
          <a:p xmlns:a="http://schemas.openxmlformats.org/drawingml/2006/main">
            <a:pPr>
              <a:defRPr sz="1875">
                <a:solidFill>
                  <a:srgbClr val="1C1C1C"/>
                </a:solidFill>
                <a:latin typeface="Arial"/>
                <a:ea typeface="Arial"/>
                <a:cs typeface="Arial"/>
              </a:defRPr>
            </a:pPr>
            <a:r>
              <a:rPr sz="1875">
                <a:solidFill>
                  <a:srgbClr val="1C1C1C"/>
                </a:solidFill>
                <a:latin typeface="Arial"/>
                <a:ea typeface="Arial"/>
                <a:cs typeface="Arial"/>
              </a:rPr>
              <a:t>Model–Data Comparison and Residuals</a:t>
            </a:r>
          </a:p>
        </p:txBody>
      </p:sp>
      <p:sp>
        <p:nvSpPr>
          <p:cNvPr id="24" name="comparison-link">
            <a:extLst xmlns:a="http://schemas.openxmlformats.org/drawingml/2006/main">
              <a:ext uri="{FF2B5EF4-FFF2-40B4-BE49-F238E27FC236}">
                <a16:creationId xmlns:a16="http://schemas.microsoft.com/office/drawing/2014/main" id="{E86CA47B-C2BF-43A0-831E-AFA6D4955F84}"/>
              </a:ext>
            </a:extLst>
          </p:cNvPr>
          <p:cNvSpPr>
            <a:spLocks xmlns:a="http://schemas.openxmlformats.org/drawingml/2006/main" noGrp="1"/>
          </p:cNvSpPr>
          <p:nvPr/>
        </p:nvSpPr>
        <p:spPr>
          <a:xfrm xmlns:a="http://schemas.openxmlformats.org/drawingml/2006/main">
            <a:off x="6324600" y="5238750"/>
            <a:ext cx="4972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a:solidFill>
                  <a:srgbClr val="946E24"/>
                </a:solidFill>
                <a:latin typeface="Arial"/>
                <a:ea typeface="Arial"/>
                <a:cs typeface="Arial"/>
              </a:defRPr>
            </a:defPPr>
          </a:lstStyle>
          <a:p xmlns:a="http://schemas.openxmlformats.org/drawingml/2006/main">
            <a:pPr>
              <a:defRPr sz="1575">
                <a:solidFill>
                  <a:srgbClr val="946E24"/>
                </a:solidFill>
                <a:latin typeface="Arial"/>
                <a:ea typeface="Arial"/>
                <a:cs typeface="Arial"/>
              </a:defRPr>
            </a:pPr>
            <a:r>
              <a:rPr sz="1575">
                <a:solidFill>
                  <a:srgbClr val="946E24"/>
                </a:solidFill>
                <a:latin typeface="Arial"/>
                <a:ea typeface="Arial"/>
                <a:cs typeface="Arial"/>
              </a:rPr>
              <a:t>https://www.mathworks.com/help/</a:t>
            </a:r>
          </a:p>
          <a:p xmlns:a="http://schemas.openxmlformats.org/drawingml/2006/main">
            <a:pPr>
              <a:defRPr sz="1575">
                <a:solidFill>
                  <a:srgbClr val="946E24"/>
                </a:solidFill>
                <a:latin typeface="Arial"/>
                <a:ea typeface="Arial"/>
                <a:cs typeface="Arial"/>
              </a:defRPr>
            </a:pPr>
            <a:r>
              <a:rPr sz="1575">
                <a:solidFill>
                  <a:srgbClr val="946E24"/>
                </a:solidFill>
                <a:latin typeface="Arial"/>
                <a:ea typeface="Arial"/>
                <a:cs typeface="Arial"/>
              </a:rPr>
              <a:t>ident/ref/compare.html</a:t>
            </a:r>
          </a:p>
        </p:txBody>
      </p:sp>
    </p:spTree>
    <p:extLst>
      <p:ext uri="{BB962C8B-B14F-4D97-AF65-F5344CB8AC3E}">
        <p14:creationId xmlns:p14="http://schemas.microsoft.com/office/powerpoint/2010/main" val="1790855359"/>
      </p:ext>
    </p:extLst>
  </p:cSld>
</p:sld>
</file>

<file path=ppt/theme/theme1.xml><?xml version="1.0" encoding="utf-8"?>
<a:theme xmlns:a="http://schemas.openxmlformats.org/drawingml/2006/main" name="Office Theme">
  <a:themeElements>
    <a:clrScheme name="VU Brand">
      <a:dk1>
        <a:srgbClr val="1C1C1C"/>
      </a:dk1>
      <a:lt1>
        <a:srgbClr val="F5F3EF"/>
      </a:lt1>
      <a:dk2>
        <a:srgbClr val="777777"/>
      </a:dk2>
      <a:lt2>
        <a:srgbClr val="E3E3E3"/>
      </a:lt2>
      <a:accent1>
        <a:srgbClr val="B3C9CD"/>
      </a:accent1>
      <a:accent2>
        <a:srgbClr val="ECB748"/>
      </a:accent2>
      <a:accent3>
        <a:srgbClr val="E0D5C0"/>
      </a:accent3>
      <a:accent4>
        <a:srgbClr val="F5F3EF"/>
      </a:accent4>
      <a:accent5>
        <a:srgbClr val="E0D5C0"/>
      </a:accent5>
      <a:accent6>
        <a:srgbClr val="FFFFFF"/>
      </a:accent6>
      <a:hlink>
        <a:srgbClr val="FFFFFF"/>
      </a:hlink>
      <a:folHlink>
        <a:srgbClr val="FFFFFF"/>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U Bran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2026-10-15T16:08:50.1700000Z</dcterms:created>
  <dcterms:modified xsi:type="dcterms:W3CDTF">2026-10-15T16:08:50.1700000Z</dcterms:modified>
</coreProperties>
</file>